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charset="0"/>
        <a:cs typeface="Times New Roman" pitchFamily="1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00FF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smNativeData">
      <pr:guideOptions xmlns="smNativeData" xmlns:pr="smNativeData" xmlns:p15="http://schemas.microsoft.com/office/powerpoint/2012/main" xmlns:p14="http://schemas.microsoft.com/office/powerpoint/2010/main" xmlns:mc="http://schemas.openxmlformats.org/markup-compatibility/2006" dt="1733755234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Objects="1" showGuides="1">
      <p:cViewPr varScale="1">
        <p:scale>
          <a:sx n="57" d="100"/>
          <a:sy n="57" d="100"/>
        </p:scale>
        <p:origin x="537" y="2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3" d="100"/>
        <a:sy n="13" d="100"/>
      </p:scale>
      <p:origin x="0" y="0"/>
    </p:cViewPr>
  </p:sorterViewPr>
  <p:notesViewPr>
    <p:cSldViewPr snapToObjects="1" showGuides="1">
      <p:cViewPr>
        <p:scale>
          <a:sx n="57" d="100"/>
          <a:sy n="57" d="100"/>
        </p:scale>
        <p:origin x="537" y="210"/>
      </p:cViewPr>
      <p:guideLst/>
    </p:cSldViewPr>
  </p:notesViewPr>
  <p:gridSpacing cx="71755" cy="7175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UAABoNAABgRQAAJhYAABAAAAAmAAAACAAAAAE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12E267D7-99FF-B791-B15A-6FC42914473A}" type="datetime1">
              <a:t>2/14/2026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718D33EC-A29C-D8C5-D235-54907D7B240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506D2B8C-C2BD-38DD-F3D5-3488659B0561}" type="datetime1">
              <a:t>2/14/2026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3276657A-34DF-2393-91CE-C2C62B8067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7QUAAOERAACtRQAAHBsAABAAAAAmAAAACAAAAIG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42DA7533-7DAF-8F83-E162-8BD63B2C17DE}" type="datetime1">
              <a:t>2/14/2026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2C78AD75-3BC1-2D5B-8FC0-CD0EE38E799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Dh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yYAANgJAABARwAAsCUAABAAAAAmAAAACAAAAAGAAAAAAAAA"/>
              </a:ext>
            </a:extLst>
          </p:cNvSpPr>
          <p:nvPr>
            <p:ph idx="2"/>
          </p:nvPr>
        </p:nvSpPr>
        <p:spPr>
          <a:xfrm>
            <a:off x="6196965" y="1600200"/>
            <a:ext cx="5385435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1549DB26-68F8-1C2D-B6F1-9E7895BF40CB}" type="datetime1">
              <a:t>2/14/2026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1DD671E3-ADF0-8387-BE6E-5BD23F20480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HEJAADjJAAAYQ0AABAAAAAmAAAACAAAAIGAAAAAAAAA"/>
              </a:ext>
            </a:extLst>
          </p:cNvSpPr>
          <p:nvPr>
            <p:ph idx="1"/>
          </p:nvPr>
        </p:nvSpPr>
        <p:spPr>
          <a:xfrm>
            <a:off x="609600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ENAADj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HEJAABARwAAYQ0AABAAAAAmAAAACAAAAIGA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18CB9A52-1CF5-9E6C-BB73-EA39D43D4DBF}" type="datetime1">
              <a:t>2/14/2026</a:t>
            </a:fld>
            <a:endParaRPr/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618CAC00-4E8C-D95A-C234-B80FE27A34E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183A61F6-B8F5-6F97-BB82-4EC22FCC4D1B}" type="datetime1">
              <a:t>2/14/2026</a:t>
            </a:fld>
            <a:endParaRPr/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652C5A86-C888-79AC-C694-3EF914DA306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w7I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6594CEE6-A888-C138-C62C-5E6D8062300B}" type="datetime1">
              <a:t>2/14/2026</a:t>
            </a:fld>
            <a:endParaRPr/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4ECDE4A1-EFA3-9812-ED75-1947AA3B1B4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0AAK4BAABARwAAsCUAABAAAAAmAAAACAAAAAGAAAAAAAAA"/>
              </a:ext>
            </a:extLst>
          </p:cNvSpPr>
          <p:nvPr>
            <p:ph idx="1"/>
          </p:nvPr>
        </p:nvSpPr>
        <p:spPr>
          <a:xfrm>
            <a:off x="4766945" y="273050"/>
            <a:ext cx="6815455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6305F6F6-B88E-5000-C0BD-4E55B8F3361B}" type="datetime1">
              <a:t>2/14/2026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NwY0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5980C42D-63B4-D532-FA38-95678A760CC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IgdAACzOwAABCEAABAAAAAmAAAACAAAAIGAAAAAAAAA"/>
              </a:ext>
            </a:extLst>
          </p:cNvSpPr>
          <p:nvPr>
            <p:ph type="title"/>
          </p:nvPr>
        </p:nvSpPr>
        <p:spPr>
          <a:xfrm>
            <a:off x="2389505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MYDAACzOwAAFh0AABAAAAAmAAAACAAAAAGAAAAAAAAA"/>
              </a:ext>
            </a:extLst>
          </p:cNvSpPr>
          <p:nvPr>
            <p:ph idx="1"/>
          </p:nvPr>
        </p:nvSpPr>
        <p:spPr>
          <a:xfrm>
            <a:off x="2389505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w4AAAQhAACzOwAA+CUAABAAAAAmAAAACAAAAAGAAAAAAAAA"/>
              </a:ext>
            </a:extLst>
          </p:cNvSpPr>
          <p:nvPr>
            <p:ph idx="2"/>
          </p:nvPr>
        </p:nvSpPr>
        <p:spPr>
          <a:xfrm>
            <a:off x="2389505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2D7C19BC-F2C0-29EF-8EC4-04BA578A7851}" type="datetime1">
              <a:t>2/14/2026</a:t>
            </a:fld>
            <a:endParaRPr/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57123F97-D9BA-47C9-F4AA-2F9C71E402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49Ij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AIAAAAAAAAA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1567028D-C3F8-32F4-B6DF-35A14C914060}" type="datetime1">
              <a:t>2/14/2026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E6c3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242D9B14-5AC9-786D-8795-AC38D5DB71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C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DYAALABAABARwAAsCUAABAA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AfNQAAsCUAABAAAAAmAAAACAAAAAMAAAAAAAAA"/>
              </a:ext>
            </a:extLst>
          </p:cNvSpPr>
          <p:nvPr>
            <p:ph idx="1"/>
          </p:nvPr>
        </p:nvSpPr>
        <p:spPr>
          <a:xfrm>
            <a:off x="609600" y="274320"/>
            <a:ext cx="8025765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fld id="{5CF5C90D-43B1-A03F-FF4D-B56A870309E0}" type="datetime1">
              <a:t>2/14/2026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fld id="{0DFACA3C-72E0-AF3C-AE42-8469840C58D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fault desig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LABAABARwAAuAgAABAAAAAmAAAACAAAAP//////////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ARwAAsCUAABAAAAAmAAAACAAAAP//////////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BsnAAA/FQAAWSkAABAAAAAmAAAACAAAAP//////////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fld id="{118B1420-6EFC-DEE2-B233-98B75A7D44CD}" type="datetime1">
              <a:t>2/14/2026</a:t>
            </a:fld>
            <a:endParaRPr/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RkAABsnAABfMQAAWSkAABAAAAAmAAAACAAAAP//////////"/>
              </a:ext>
            </a:extLst>
          </p:cNvSpPr>
          <p:nvPr>
            <p:ph type="ftr" sz="quarter" idx="3"/>
          </p:nvPr>
        </p:nvSpPr>
        <p:spPr>
          <a:xfrm>
            <a:off x="4166235" y="6356985"/>
            <a:ext cx="385953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endParaRPr/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YgFXZx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TUAABsnAABARwAAWSkAABAAAAAmAAAACAAAAP//////////"/>
              </a:ext>
            </a:extLst>
          </p:cNvSpPr>
          <p:nvPr>
            <p:ph type="sldNum" sz="quarter" idx="4"/>
          </p:nvPr>
        </p:nvSpPr>
        <p:spPr>
          <a:xfrm>
            <a:off x="8738235" y="6356985"/>
            <a:ext cx="2844165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fld id="{06FCAAE1-AFEB-A95C-A544-5909E40A530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0"/>
          <a:ea typeface="SimSun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1pPr>
      <a:lvl2pPr marL="742950" marR="0" indent="-28575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2pPr>
      <a:lvl3pPr marL="1143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3pPr>
      <a:lvl4pPr marL="1600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4pPr>
      <a:lvl5pPr marL="20574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5pPr>
      <a:lvl6pPr marL="25146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6pPr>
      <a:lvl7pPr marL="29718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7pPr>
      <a:lvl8pPr marL="3429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8pPr>
      <a:lvl9pPr marL="3886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9pPr>
    </p:bodyStyle>
    <p:otherStyle>
      <a:lvl1pPr marL="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charset="0"/>
          <a:cs typeface="Times New Roman" pitchFamily="1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YgFXZ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NsEAAA5BwAAZkQAAN8i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89305" y="1174115"/>
            <a:ext cx="10329545" cy="44945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YgFXZ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NsEAACfBgAAYkUAALAa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89305" y="1076325"/>
            <a:ext cx="10489565" cy="326199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YgFXZ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LYJAAD5AwAAm0MAAIUl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578610" y="645795"/>
            <a:ext cx="9411335" cy="54533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YgFXZ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KYHAAD5AwAAx0AAABQl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243330" y="645795"/>
            <a:ext cx="9286875" cy="53816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YgFXZ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EwFAAAABQAAdUUAAFAj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" y="812800"/>
            <a:ext cx="10429875" cy="49276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YgFXZ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PkFAAD5AwAA40AAANMl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970915" y="645795"/>
            <a:ext cx="9577070" cy="550291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YgFXZ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PQGAACIAwAAp0IAAPcg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130300" y="574040"/>
            <a:ext cx="9704705" cy="47847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YgFXZx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AkJAADSBgAA40AAAKMk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468755" y="1108710"/>
            <a:ext cx="9079230" cy="484695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99CC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DF7986"/>
        </a:accent3>
        <a:accent4>
          <a:srgbClr val="BF59A6"/>
        </a:accent4>
        <a:accent5>
          <a:srgbClr val="9F39C6"/>
        </a:accent5>
        <a:accent6>
          <a:srgbClr val="7F19E6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CACDF"/>
        </a:accent3>
        <a:accent4>
          <a:srgbClr val="9C9CBF"/>
        </a:accent4>
        <a:accent5>
          <a:srgbClr val="7C7C9F"/>
        </a:accent5>
        <a:accent6>
          <a:srgbClr val="5C5C7F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6DA6DF"/>
        </a:accent3>
        <a:accent4>
          <a:srgbClr val="4D86BF"/>
        </a:accent4>
        <a:accent5>
          <a:srgbClr val="2D669F"/>
        </a:accent5>
        <a:accent6>
          <a:srgbClr val="0D467F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ACAC"/>
        </a:accent3>
        <a:accent4>
          <a:srgbClr val="738C8C"/>
        </a:accent4>
        <a:accent5>
          <a:srgbClr val="936C6C"/>
        </a:accent5>
        <a:accent6>
          <a:srgbClr val="B34C4C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6D8FA7"/>
        </a:accent3>
        <a:accent4>
          <a:srgbClr val="8DAF87"/>
        </a:accent4>
        <a:accent5>
          <a:srgbClr val="ADCF67"/>
        </a:accent5>
        <a:accent6>
          <a:srgbClr val="CDEF47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9E9980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209020"/>
        </a:accent3>
        <a:accent4>
          <a:srgbClr val="407040"/>
        </a:accent4>
        <a:accent5>
          <a:srgbClr val="605060"/>
        </a:accent5>
        <a:accent6>
          <a:srgbClr val="80308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666A6B"/>
        </a:accent3>
        <a:accent4>
          <a:srgbClr val="864A8B"/>
        </a:accent4>
        <a:accent5>
          <a:srgbClr val="A62AAB"/>
        </a:accent5>
        <a:accent6>
          <a:srgbClr val="C60ACB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A07E88"/>
        </a:accent3>
        <a:accent4>
          <a:srgbClr val="C05E68"/>
        </a:accent4>
        <a:accent5>
          <a:srgbClr val="E03E48"/>
        </a:accent5>
        <a:accent6>
          <a:srgbClr val="FF1E2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8686DF"/>
        </a:accent3>
        <a:accent4>
          <a:srgbClr val="A6A6BF"/>
        </a:accent4>
        <a:accent5>
          <a:srgbClr val="C6C69F"/>
        </a:accent5>
        <a:accent6>
          <a:srgbClr val="E6E67F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8F7F4F"/>
        </a:accent3>
        <a:accent4>
          <a:srgbClr val="6F9F6F"/>
        </a:accent4>
        <a:accent5>
          <a:srgbClr val="4FBF8F"/>
        </a:accent5>
        <a:accent6>
          <a:srgbClr val="2FDFAF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cva</cp:lastModifiedBy>
  <cp:revision>1</cp:revision>
  <dcterms:created xsi:type="dcterms:W3CDTF">2024-12-09T14:50:44Z</dcterms:created>
  <dcterms:modified xsi:type="dcterms:W3CDTF">2026-02-14T15:24:28Z</dcterms:modified>
</cp:coreProperties>
</file>
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theme/theme3.xml" ContentType="application/vnd.openxmlformats-officedocument.theme+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theme/theme4.xml" ContentType="application/vnd.openxmlformats-officedocument.theme+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theme/theme5.xml" ContentType="application/vnd.openxmlformats-officedocument.theme+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theme/theme6.xml" ContentType="application/vnd.openxmlformats-officedocument.theme+xml"/>
  <Override PartName="/ppt/theme/theme7.xml" ContentType="application/vnd.openxmlformats-officedocument.theme+xml"/>
  <Override PartName="/ppt/notesSlides/notesSlide1.xml" ContentType="application/vnd.openxmlformats-officedocument.presentationml.notesSlide+xml"/>
  <Override PartName="/ppt/theme/themeOverride1.xml" ContentType="application/vnd.openxmlformats-officedocument.themeOverride+xml"/>
  <Override PartName="/ppt/notesSlides/notesSlide2.xml" ContentType="application/vnd.openxmlformats-officedocument.presentationml.notesSlide+xml"/>
  <Override PartName="/ppt/theme/themeOverride2.xml" ContentType="application/vnd.openxmlformats-officedocument.themeOverr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1" r:id="rId2"/>
    <p:sldMasterId id="2147483674" r:id="rId3"/>
    <p:sldMasterId id="2147483687" r:id="rId4"/>
    <p:sldMasterId id="2147483700" r:id="rId5"/>
    <p:sldMasterId id="2147483712" r:id="rId6"/>
  </p:sldMasterIdLst>
  <p:notesMasterIdLst>
    <p:notesMasterId r:id="rId78"/>
  </p:notesMasterIdLst>
  <p:sldIdLst>
    <p:sldId id="256" r:id="rId7"/>
    <p:sldId id="257" r:id="rId8"/>
    <p:sldId id="258" r:id="rId9"/>
    <p:sldId id="259" r:id="rId10"/>
    <p:sldId id="260" r:id="rId11"/>
    <p:sldId id="262" r:id="rId12"/>
    <p:sldId id="261" r:id="rId13"/>
    <p:sldId id="298" r:id="rId14"/>
    <p:sldId id="266" r:id="rId15"/>
    <p:sldId id="299" r:id="rId16"/>
    <p:sldId id="297" r:id="rId17"/>
    <p:sldId id="263" r:id="rId18"/>
    <p:sldId id="264" r:id="rId19"/>
    <p:sldId id="265" r:id="rId20"/>
    <p:sldId id="267" r:id="rId21"/>
    <p:sldId id="268" r:id="rId22"/>
    <p:sldId id="269" r:id="rId23"/>
    <p:sldId id="270" r:id="rId24"/>
    <p:sldId id="271" r:id="rId25"/>
    <p:sldId id="272" r:id="rId26"/>
    <p:sldId id="273" r:id="rId27"/>
    <p:sldId id="274" r:id="rId28"/>
    <p:sldId id="275" r:id="rId29"/>
    <p:sldId id="276" r:id="rId30"/>
    <p:sldId id="277" r:id="rId31"/>
    <p:sldId id="278" r:id="rId32"/>
    <p:sldId id="279" r:id="rId33"/>
    <p:sldId id="280" r:id="rId34"/>
    <p:sldId id="281" r:id="rId35"/>
    <p:sldId id="282" r:id="rId36"/>
    <p:sldId id="283" r:id="rId37"/>
    <p:sldId id="284" r:id="rId38"/>
    <p:sldId id="285" r:id="rId39"/>
    <p:sldId id="286" r:id="rId40"/>
    <p:sldId id="287" r:id="rId41"/>
    <p:sldId id="288" r:id="rId42"/>
    <p:sldId id="289" r:id="rId43"/>
    <p:sldId id="290" r:id="rId44"/>
    <p:sldId id="291" r:id="rId45"/>
    <p:sldId id="300" r:id="rId46"/>
    <p:sldId id="303" r:id="rId47"/>
    <p:sldId id="301" r:id="rId48"/>
    <p:sldId id="302" r:id="rId49"/>
    <p:sldId id="292" r:id="rId50"/>
    <p:sldId id="293" r:id="rId51"/>
    <p:sldId id="294" r:id="rId52"/>
    <p:sldId id="295" r:id="rId53"/>
    <p:sldId id="296" r:id="rId54"/>
    <p:sldId id="304" r:id="rId55"/>
    <p:sldId id="315" r:id="rId56"/>
    <p:sldId id="336" r:id="rId57"/>
    <p:sldId id="316" r:id="rId58"/>
    <p:sldId id="317" r:id="rId59"/>
    <p:sldId id="318" r:id="rId60"/>
    <p:sldId id="319" r:id="rId61"/>
    <p:sldId id="320" r:id="rId62"/>
    <p:sldId id="321" r:id="rId63"/>
    <p:sldId id="322" r:id="rId64"/>
    <p:sldId id="323" r:id="rId65"/>
    <p:sldId id="324" r:id="rId66"/>
    <p:sldId id="325" r:id="rId67"/>
    <p:sldId id="326" r:id="rId68"/>
    <p:sldId id="327" r:id="rId69"/>
    <p:sldId id="328" r:id="rId70"/>
    <p:sldId id="329" r:id="rId71"/>
    <p:sldId id="330" r:id="rId72"/>
    <p:sldId id="331" r:id="rId73"/>
    <p:sldId id="332" r:id="rId74"/>
    <p:sldId id="333" r:id="rId75"/>
    <p:sldId id="334" r:id="rId76"/>
    <p:sldId id="305" r:id="rId77"/>
  </p:sldIdLst>
  <p:sldSz cx="12192000" cy="6858000"/>
  <p:notesSz cx="6858000" cy="9144000"/>
  <p:defaultTextStyle>
    <a:lvl1pPr marL="0" marR="0" indent="0" algn="l" defTabSz="914400">
      <a:lnSpc>
        <a:spcPct val="100000"/>
      </a:lnSpc>
      <a:spcBef>
        <a:spcPts val="0"/>
      </a:spcBef>
      <a:spcAft>
        <a:spcPts val="0"/>
      </a:spcAft>
      <a:buNone/>
      <a:tabLst/>
      <a:defRPr sz="1800" b="0" i="0" u="none" strike="noStrike" kern="1" cap="none" spc="0" baseline="0">
        <a:solidFill>
          <a:schemeClr val="tx1"/>
        </a:solidFill>
        <a:effectLst/>
        <a:latin typeface="Calibri" pitchFamily="2" charset="0"/>
        <a:ea typeface="Calibri" pitchFamily="2" charset="0"/>
        <a:cs typeface="Calibri" pitchFamily="2" charset="0"/>
      </a:defRPr>
    </a:lvl1pPr>
    <a:lvl2pPr marL="0" marR="0" indent="0" algn="l" defTabSz="914400">
      <a:lnSpc>
        <a:spcPct val="100000"/>
      </a:lnSpc>
      <a:spcBef>
        <a:spcPts val="0"/>
      </a:spcBef>
      <a:spcAft>
        <a:spcPts val="0"/>
      </a:spcAft>
      <a:buNone/>
      <a:tabLst/>
      <a:defRPr sz="1800" b="0" i="0" u="none" strike="noStrike" kern="1" cap="none" spc="0" baseline="0">
        <a:solidFill>
          <a:schemeClr val="tx1"/>
        </a:solidFill>
        <a:effectLst/>
        <a:latin typeface="Calibri" pitchFamily="2" charset="0"/>
        <a:ea typeface="Calibri" pitchFamily="2" charset="0"/>
        <a:cs typeface="Calibri" pitchFamily="2" charset="0"/>
      </a:defRPr>
    </a:lvl2pPr>
    <a:lvl3pPr marL="0" marR="0" indent="0" algn="l" defTabSz="914400">
      <a:lnSpc>
        <a:spcPct val="100000"/>
      </a:lnSpc>
      <a:spcBef>
        <a:spcPts val="0"/>
      </a:spcBef>
      <a:spcAft>
        <a:spcPts val="0"/>
      </a:spcAft>
      <a:buNone/>
      <a:tabLst/>
      <a:defRPr sz="1800" b="0" i="0" u="none" strike="noStrike" kern="1" cap="none" spc="0" baseline="0">
        <a:solidFill>
          <a:schemeClr val="tx1"/>
        </a:solidFill>
        <a:effectLst/>
        <a:latin typeface="Calibri" pitchFamily="2" charset="0"/>
        <a:ea typeface="Calibri" pitchFamily="2" charset="0"/>
        <a:cs typeface="Calibri" pitchFamily="2" charset="0"/>
      </a:defRPr>
    </a:lvl3pPr>
    <a:lvl4pPr marL="0" marR="0" indent="0" algn="l" defTabSz="914400">
      <a:lnSpc>
        <a:spcPct val="100000"/>
      </a:lnSpc>
      <a:spcBef>
        <a:spcPts val="0"/>
      </a:spcBef>
      <a:spcAft>
        <a:spcPts val="0"/>
      </a:spcAft>
      <a:buNone/>
      <a:tabLst/>
      <a:defRPr sz="1800" b="0" i="0" u="none" strike="noStrike" kern="1" cap="none" spc="0" baseline="0">
        <a:solidFill>
          <a:schemeClr val="tx1"/>
        </a:solidFill>
        <a:effectLst/>
        <a:latin typeface="Calibri" pitchFamily="2" charset="0"/>
        <a:ea typeface="Calibri" pitchFamily="2" charset="0"/>
        <a:cs typeface="Calibri" pitchFamily="2" charset="0"/>
      </a:defRPr>
    </a:lvl4pPr>
    <a:lvl5pPr marL="0" marR="0" indent="0" algn="l" defTabSz="914400">
      <a:lnSpc>
        <a:spcPct val="100000"/>
      </a:lnSpc>
      <a:spcBef>
        <a:spcPts val="0"/>
      </a:spcBef>
      <a:spcAft>
        <a:spcPts val="0"/>
      </a:spcAft>
      <a:buNone/>
      <a:tabLst/>
      <a:defRPr sz="1800" b="0" i="0" u="none" strike="noStrike" kern="1" cap="none" spc="0" baseline="0">
        <a:solidFill>
          <a:schemeClr val="tx1"/>
        </a:solidFill>
        <a:effectLst/>
        <a:latin typeface="Calibri" pitchFamily="2" charset="0"/>
        <a:ea typeface="Calibri" pitchFamily="2" charset="0"/>
        <a:cs typeface="Calibri" pitchFamily="2" charset="0"/>
      </a:defRPr>
    </a:lvl5pPr>
    <a:lvl6pPr marL="0" marR="0" indent="0" algn="l" defTabSz="914400">
      <a:lnSpc>
        <a:spcPct val="100000"/>
      </a:lnSpc>
      <a:spcBef>
        <a:spcPts val="0"/>
      </a:spcBef>
      <a:spcAft>
        <a:spcPts val="0"/>
      </a:spcAft>
      <a:buNone/>
      <a:tabLst/>
      <a:defRPr sz="1800" b="0" i="0" u="none" strike="noStrike" kern="1" cap="none" spc="0" baseline="0">
        <a:solidFill>
          <a:schemeClr val="tx1"/>
        </a:solidFill>
        <a:effectLst/>
        <a:latin typeface="Calibri" pitchFamily="2" charset="0"/>
        <a:ea typeface="Calibri" pitchFamily="2" charset="0"/>
        <a:cs typeface="Calibri" pitchFamily="2" charset="0"/>
      </a:defRPr>
    </a:lvl6pPr>
    <a:lvl7pPr marL="0" marR="0" indent="0" algn="l" defTabSz="914400">
      <a:lnSpc>
        <a:spcPct val="100000"/>
      </a:lnSpc>
      <a:spcBef>
        <a:spcPts val="0"/>
      </a:spcBef>
      <a:spcAft>
        <a:spcPts val="0"/>
      </a:spcAft>
      <a:buNone/>
      <a:tabLst/>
      <a:defRPr sz="1800" b="0" i="0" u="none" strike="noStrike" kern="1" cap="none" spc="0" baseline="0">
        <a:solidFill>
          <a:schemeClr val="tx1"/>
        </a:solidFill>
        <a:effectLst/>
        <a:latin typeface="Calibri" pitchFamily="2" charset="0"/>
        <a:ea typeface="Calibri" pitchFamily="2" charset="0"/>
        <a:cs typeface="Calibri" pitchFamily="2" charset="0"/>
      </a:defRPr>
    </a:lvl7pPr>
    <a:lvl8pPr marL="0" marR="0" indent="0" algn="l" defTabSz="914400">
      <a:lnSpc>
        <a:spcPct val="100000"/>
      </a:lnSpc>
      <a:spcBef>
        <a:spcPts val="0"/>
      </a:spcBef>
      <a:spcAft>
        <a:spcPts val="0"/>
      </a:spcAft>
      <a:buNone/>
      <a:tabLst/>
      <a:defRPr sz="1800" b="0" i="0" u="none" strike="noStrike" kern="1" cap="none" spc="0" baseline="0">
        <a:solidFill>
          <a:schemeClr val="tx1"/>
        </a:solidFill>
        <a:effectLst/>
        <a:latin typeface="Calibri" pitchFamily="2" charset="0"/>
        <a:ea typeface="Calibri" pitchFamily="2" charset="0"/>
        <a:cs typeface="Calibri" pitchFamily="2" charset="0"/>
      </a:defRPr>
    </a:lvl8pPr>
    <a:lvl9pPr marL="0" marR="0" indent="0" algn="l" defTabSz="914400">
      <a:lnSpc>
        <a:spcPct val="100000"/>
      </a:lnSpc>
      <a:spcBef>
        <a:spcPts val="0"/>
      </a:spcBef>
      <a:spcAft>
        <a:spcPts val="0"/>
      </a:spcAft>
      <a:buNone/>
      <a:tabLst/>
      <a:defRPr sz="1800" b="0" i="0" u="none" strike="noStrike" kern="1" cap="none" spc="0" baseline="0">
        <a:solidFill>
          <a:schemeClr val="tx1"/>
        </a:solidFill>
        <a:effectLst/>
        <a:latin typeface="Calibri" pitchFamily="2" charset="0"/>
        <a:ea typeface="Calibri" pitchFamily="2" charset="0"/>
        <a:cs typeface="Calibri" pitchFamily="2" charset="0"/>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0000FF"/>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 uri="smNativeData">
      <pr:guideOptions xmlns="smNativeData" xmlns:pr="smNativeData" xmlns:p15="http://schemas.microsoft.com/office/powerpoint/2012/main" xmlns:p14="http://schemas.microsoft.com/office/powerpoint/2010/main" xmlns:mc="http://schemas.openxmlformats.org/markup-compatibility/2006" dt="1731853441" snapToGrid="1" snapToBorders="1" snapToGuides="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Objects="1" showGuides="1">
      <p:cViewPr varScale="1">
        <p:scale>
          <a:sx n="57" d="100"/>
          <a:sy n="57" d="100"/>
        </p:scale>
        <p:origin x="537" y="210"/>
      </p:cViewPr>
      <p:guideLst>
        <p:guide orient="horz" pos="2160"/>
        <p:guide pos="3840"/>
      </p:guideLst>
    </p:cSldViewPr>
  </p:slideViewPr>
  <p:outlineViewPr>
    <p:cViewPr>
      <p:scale>
        <a:sx n="33" d="100"/>
        <a:sy n="33" d="100"/>
      </p:scale>
      <p:origin x="0" y="0"/>
    </p:cViewPr>
  </p:outlineViewPr>
  <p:sorterViewPr>
    <p:cViewPr>
      <p:scale>
        <a:sx n="13" d="100"/>
        <a:sy n="13" d="100"/>
      </p:scale>
      <p:origin x="0" y="0"/>
    </p:cViewPr>
  </p:sorterViewPr>
  <p:notesViewPr>
    <p:cSldViewPr snapToObjects="1" showGuides="1">
      <p:cViewPr>
        <p:scale>
          <a:sx n="57" d="100"/>
          <a:sy n="57" d="100"/>
        </p:scale>
        <p:origin x="537" y="210"/>
      </p:cViewPr>
      <p:guideLst/>
    </p:cSldViewPr>
  </p:notesViewPr>
  <p:gridSpacing cx="71755" cy="71755"/>
</p:viewPr>
</file>

<file path=ppt/_rels/presentation.xml.rels><?xml version="1.0" encoding="UTF-8" standalone="yes"?>
<Relationships xmlns="http://schemas.openxmlformats.org/package/2006/relationships"><Relationship Id="rId26" Type="http://schemas.openxmlformats.org/officeDocument/2006/relationships/slide" Target="slides/slide20.xml"/><Relationship Id="rId21" Type="http://schemas.openxmlformats.org/officeDocument/2006/relationships/slide" Target="slides/slide15.xml"/><Relationship Id="rId42" Type="http://schemas.openxmlformats.org/officeDocument/2006/relationships/slide" Target="slides/slide36.xml"/><Relationship Id="rId47" Type="http://schemas.openxmlformats.org/officeDocument/2006/relationships/slide" Target="slides/slide41.xml"/><Relationship Id="rId63" Type="http://schemas.openxmlformats.org/officeDocument/2006/relationships/slide" Target="slides/slide57.xml"/><Relationship Id="rId68" Type="http://schemas.openxmlformats.org/officeDocument/2006/relationships/slide" Target="slides/slide62.xml"/><Relationship Id="rId16" Type="http://schemas.openxmlformats.org/officeDocument/2006/relationships/slide" Target="slides/slide10.xml"/><Relationship Id="rId11" Type="http://schemas.openxmlformats.org/officeDocument/2006/relationships/slide" Target="slides/slide5.xml"/><Relationship Id="rId32" Type="http://schemas.openxmlformats.org/officeDocument/2006/relationships/slide" Target="slides/slide26.xml"/><Relationship Id="rId37" Type="http://schemas.openxmlformats.org/officeDocument/2006/relationships/slide" Target="slides/slide31.xml"/><Relationship Id="rId53" Type="http://schemas.openxmlformats.org/officeDocument/2006/relationships/slide" Target="slides/slide47.xml"/><Relationship Id="rId58" Type="http://schemas.openxmlformats.org/officeDocument/2006/relationships/slide" Target="slides/slide52.xml"/><Relationship Id="rId74" Type="http://schemas.openxmlformats.org/officeDocument/2006/relationships/slide" Target="slides/slide68.xml"/><Relationship Id="rId79" Type="http://schemas.openxmlformats.org/officeDocument/2006/relationships/presProps" Target="presProps.xml"/><Relationship Id="rId5" Type="http://schemas.openxmlformats.org/officeDocument/2006/relationships/slideMaster" Target="slideMasters/slideMaster5.xml"/><Relationship Id="rId61" Type="http://schemas.openxmlformats.org/officeDocument/2006/relationships/slide" Target="slides/slide55.xml"/><Relationship Id="rId82" Type="http://schemas.openxmlformats.org/officeDocument/2006/relationships/tableStyles" Target="tableStyles.xml"/><Relationship Id="rId19" Type="http://schemas.openxmlformats.org/officeDocument/2006/relationships/slide" Target="slides/slide13.xml"/><Relationship Id="rId14" Type="http://schemas.openxmlformats.org/officeDocument/2006/relationships/slide" Target="slides/slide8.xml"/><Relationship Id="rId22" Type="http://schemas.openxmlformats.org/officeDocument/2006/relationships/slide" Target="slides/slide16.xml"/><Relationship Id="rId27" Type="http://schemas.openxmlformats.org/officeDocument/2006/relationships/slide" Target="slides/slide21.xml"/><Relationship Id="rId30" Type="http://schemas.openxmlformats.org/officeDocument/2006/relationships/slide" Target="slides/slide24.xml"/><Relationship Id="rId35" Type="http://schemas.openxmlformats.org/officeDocument/2006/relationships/slide" Target="slides/slide29.xml"/><Relationship Id="rId43" Type="http://schemas.openxmlformats.org/officeDocument/2006/relationships/slide" Target="slides/slide37.xml"/><Relationship Id="rId48" Type="http://schemas.openxmlformats.org/officeDocument/2006/relationships/slide" Target="slides/slide42.xml"/><Relationship Id="rId56" Type="http://schemas.openxmlformats.org/officeDocument/2006/relationships/slide" Target="slides/slide50.xml"/><Relationship Id="rId64" Type="http://schemas.openxmlformats.org/officeDocument/2006/relationships/slide" Target="slides/slide58.xml"/><Relationship Id="rId69" Type="http://schemas.openxmlformats.org/officeDocument/2006/relationships/slide" Target="slides/slide63.xml"/><Relationship Id="rId77" Type="http://schemas.openxmlformats.org/officeDocument/2006/relationships/slide" Target="slides/slide71.xml"/><Relationship Id="rId8" Type="http://schemas.openxmlformats.org/officeDocument/2006/relationships/slide" Target="slides/slide2.xml"/><Relationship Id="rId51" Type="http://schemas.openxmlformats.org/officeDocument/2006/relationships/slide" Target="slides/slide45.xml"/><Relationship Id="rId72" Type="http://schemas.openxmlformats.org/officeDocument/2006/relationships/slide" Target="slides/slide66.xml"/><Relationship Id="rId80" Type="http://schemas.openxmlformats.org/officeDocument/2006/relationships/viewProps" Target="viewProps.xml"/><Relationship Id="rId3" Type="http://schemas.openxmlformats.org/officeDocument/2006/relationships/slideMaster" Target="slideMasters/slideMaster3.xml"/><Relationship Id="rId12" Type="http://schemas.openxmlformats.org/officeDocument/2006/relationships/slide" Target="slides/slide6.xml"/><Relationship Id="rId17" Type="http://schemas.openxmlformats.org/officeDocument/2006/relationships/slide" Target="slides/slide11.xml"/><Relationship Id="rId25" Type="http://schemas.openxmlformats.org/officeDocument/2006/relationships/slide" Target="slides/slide19.xml"/><Relationship Id="rId33" Type="http://schemas.openxmlformats.org/officeDocument/2006/relationships/slide" Target="slides/slide27.xml"/><Relationship Id="rId38" Type="http://schemas.openxmlformats.org/officeDocument/2006/relationships/slide" Target="slides/slide32.xml"/><Relationship Id="rId46" Type="http://schemas.openxmlformats.org/officeDocument/2006/relationships/slide" Target="slides/slide40.xml"/><Relationship Id="rId59" Type="http://schemas.openxmlformats.org/officeDocument/2006/relationships/slide" Target="slides/slide53.xml"/><Relationship Id="rId67" Type="http://schemas.openxmlformats.org/officeDocument/2006/relationships/slide" Target="slides/slide61.xml"/><Relationship Id="rId20" Type="http://schemas.openxmlformats.org/officeDocument/2006/relationships/slide" Target="slides/slide14.xml"/><Relationship Id="rId41" Type="http://schemas.openxmlformats.org/officeDocument/2006/relationships/slide" Target="slides/slide35.xml"/><Relationship Id="rId54" Type="http://schemas.openxmlformats.org/officeDocument/2006/relationships/slide" Target="slides/slide48.xml"/><Relationship Id="rId62" Type="http://schemas.openxmlformats.org/officeDocument/2006/relationships/slide" Target="slides/slide56.xml"/><Relationship Id="rId70" Type="http://schemas.openxmlformats.org/officeDocument/2006/relationships/slide" Target="slides/slide64.xml"/><Relationship Id="rId75" Type="http://schemas.openxmlformats.org/officeDocument/2006/relationships/slide" Target="slides/slide69.xml"/><Relationship Id="rId1" Type="http://schemas.openxmlformats.org/officeDocument/2006/relationships/slideMaster" Target="slideMasters/slideMaster1.xml"/><Relationship Id="rId6" Type="http://schemas.openxmlformats.org/officeDocument/2006/relationships/slideMaster" Target="slideMasters/slideMaster6.xml"/><Relationship Id="rId15" Type="http://schemas.openxmlformats.org/officeDocument/2006/relationships/slide" Target="slides/slide9.xml"/><Relationship Id="rId23" Type="http://schemas.openxmlformats.org/officeDocument/2006/relationships/slide" Target="slides/slide17.xml"/><Relationship Id="rId28" Type="http://schemas.openxmlformats.org/officeDocument/2006/relationships/slide" Target="slides/slide22.xml"/><Relationship Id="rId36" Type="http://schemas.openxmlformats.org/officeDocument/2006/relationships/slide" Target="slides/slide30.xml"/><Relationship Id="rId49" Type="http://schemas.openxmlformats.org/officeDocument/2006/relationships/slide" Target="slides/slide43.xml"/><Relationship Id="rId57" Type="http://schemas.openxmlformats.org/officeDocument/2006/relationships/slide" Target="slides/slide51.xml"/><Relationship Id="rId10" Type="http://schemas.openxmlformats.org/officeDocument/2006/relationships/slide" Target="slides/slide4.xml"/><Relationship Id="rId31" Type="http://schemas.openxmlformats.org/officeDocument/2006/relationships/slide" Target="slides/slide25.xml"/><Relationship Id="rId44" Type="http://schemas.openxmlformats.org/officeDocument/2006/relationships/slide" Target="slides/slide38.xml"/><Relationship Id="rId52" Type="http://schemas.openxmlformats.org/officeDocument/2006/relationships/slide" Target="slides/slide46.xml"/><Relationship Id="rId60" Type="http://schemas.openxmlformats.org/officeDocument/2006/relationships/slide" Target="slides/slide54.xml"/><Relationship Id="rId65" Type="http://schemas.openxmlformats.org/officeDocument/2006/relationships/slide" Target="slides/slide59.xml"/><Relationship Id="rId73" Type="http://schemas.openxmlformats.org/officeDocument/2006/relationships/slide" Target="slides/slide67.xml"/><Relationship Id="rId78" Type="http://schemas.openxmlformats.org/officeDocument/2006/relationships/notesMaster" Target="notesMasters/notesMaster1.xml"/><Relationship Id="rId81" Type="http://schemas.openxmlformats.org/officeDocument/2006/relationships/theme" Target="theme/theme1.xml"/><Relationship Id="rId4" Type="http://schemas.openxmlformats.org/officeDocument/2006/relationships/slideMaster" Target="slideMasters/slideMaster4.xml"/><Relationship Id="rId9" Type="http://schemas.openxmlformats.org/officeDocument/2006/relationships/slide" Target="slides/slide3.xml"/><Relationship Id="rId13" Type="http://schemas.openxmlformats.org/officeDocument/2006/relationships/slide" Target="slides/slide7.xml"/><Relationship Id="rId18" Type="http://schemas.openxmlformats.org/officeDocument/2006/relationships/slide" Target="slides/slide12.xml"/><Relationship Id="rId39" Type="http://schemas.openxmlformats.org/officeDocument/2006/relationships/slide" Target="slides/slide33.xml"/><Relationship Id="rId34" Type="http://schemas.openxmlformats.org/officeDocument/2006/relationships/slide" Target="slides/slide28.xml"/><Relationship Id="rId50" Type="http://schemas.openxmlformats.org/officeDocument/2006/relationships/slide" Target="slides/slide44.xml"/><Relationship Id="rId55" Type="http://schemas.openxmlformats.org/officeDocument/2006/relationships/slide" Target="slides/slide49.xml"/><Relationship Id="rId76" Type="http://schemas.openxmlformats.org/officeDocument/2006/relationships/slide" Target="slides/slide70.xml"/><Relationship Id="rId7" Type="http://schemas.openxmlformats.org/officeDocument/2006/relationships/slide" Target="slides/slide1.xml"/><Relationship Id="rId71" Type="http://schemas.openxmlformats.org/officeDocument/2006/relationships/slide" Target="slides/slide65.xml"/><Relationship Id="rId2" Type="http://schemas.openxmlformats.org/officeDocument/2006/relationships/slideMaster" Target="slideMasters/slideMaster2.xml"/><Relationship Id="rId29" Type="http://schemas.openxmlformats.org/officeDocument/2006/relationships/slide" Target="slides/slide23.xml"/><Relationship Id="rId24" Type="http://schemas.openxmlformats.org/officeDocument/2006/relationships/slide" Target="slides/slide18.xml"/><Relationship Id="rId40" Type="http://schemas.openxmlformats.org/officeDocument/2006/relationships/slide" Target="slides/slide34.xml"/><Relationship Id="rId45" Type="http://schemas.openxmlformats.org/officeDocument/2006/relationships/slide" Target="slides/slide39.xml"/><Relationship Id="rId66" Type="http://schemas.openxmlformats.org/officeDocument/2006/relationships/slide" Target="slides/slide6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7.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PlaceHolder 1"/>
          <p:cNvSpPr>
            <a:spLocks noGrp="1" noRot="1" noChangeAspect="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gfw5ZxMAAAAlAAAAZAAAAA0AAAAAAAAAAAAAAAAAAAAAAAAAAAAAAAABAAAAAAAAAAEAAABQAAAAAAAAAAAA4D8AAAAAAADgPwAAAAAAAOA/AAAAAAAA4D8AAAAAAADgPwAAAAAAAOA/AAAAAAAA4D8AAAAAAADgPwAAAAAAAOA/AAAAAAAA4D8CAAAAjAAAAAAAAAAAAAAAGKMD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8KAAAAACgAAAAoAAAAZAAAAGQAAAAAAAAAzMzMAAAAAABQAAAAUAAAAGQAAABkAAAAAAAAABcAAAAUAAAAAAAAAAAAAAD/fwAA/38AAAAAAAAJAAAABAAAAEQAZw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VAEAAAAFAAAsLQAAqR0AABAAAAAmAAAACAAAAL8fAAD/HwAA"/>
              </a:ext>
            </a:extLst>
          </p:cNvSpPr>
          <p:nvPr>
            <p:ph type="sldImg"/>
          </p:nvPr>
        </p:nvSpPr>
        <p:spPr>
          <a:xfrm>
            <a:off x="215900" y="812800"/>
            <a:ext cx="7127240" cy="4008755"/>
          </a:xfrm>
          <a:prstGeom prst="rect">
            <a:avLst/>
          </a:prstGeom>
          <a:noFill/>
          <a:ln>
            <a:noFill/>
          </a:ln>
        </p:spPr>
        <p:txBody>
          <a:bodyPr vert="horz" wrap="square" lIns="0" tIns="0" rIns="0" bIns="0" numCol="1" spcCol="215900" anchor="ctr">
            <a:prstTxWarp prst="textNoShape">
              <a:avLst/>
            </a:prstTxWarp>
          </a:bodyPr>
          <a:lstStyle/>
          <a:p>
            <a:pPr algn="ctr"/>
            <a:r>
              <a:rPr lang="en-us" sz="4400" cap="none">
                <a:solidFill>
                  <a:srgbClr val="000000"/>
                </a:solidFill>
                <a:latin typeface="Arial" pitchFamily="2" charset="0"/>
                <a:ea typeface="Calibri" pitchFamily="2" charset="0"/>
                <a:cs typeface="Calibri" pitchFamily="2" charset="0"/>
              </a:rPr>
              <a:t>Click to move the slide</a:t>
            </a:r>
          </a:p>
        </p:txBody>
      </p:sp>
      <p:sp>
        <p:nvSpPr>
          <p:cNvPr id="3" name="PlaceHolder 2"/>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gfw5ZxMAAAAlAAAAZAAAAA0AAAAAAAAAAAAAAAAAAAAAAAAAAAAAAAAAAAAAAAAAAAEAAABQAAAAAAAAAAAA4D8AAAAAAADgPwAAAAAAAOA/AAAAAAAA4D8AAAAAAADgPwAAAAAAAOA/AAAAAAAA4D8AAAAAAADgPwAAAAAAAOA/AAAAAAAA4D8CAAAAjAAAAAAAAAAAAAAAGKMD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8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pwQAAD4fAADaKQAA1jwAABAAAAAmAAAACAAAAL8fAAD/HwAA"/>
              </a:ext>
            </a:extLst>
          </p:cNvSpPr>
          <p:nvPr>
            <p:ph type="body"/>
          </p:nvPr>
        </p:nvSpPr>
        <p:spPr>
          <a:xfrm>
            <a:off x="756285" y="5078730"/>
            <a:ext cx="6047105" cy="4810760"/>
          </a:xfrm>
          <a:prstGeom prst="rect">
            <a:avLst/>
          </a:prstGeom>
          <a:noFill/>
          <a:ln>
            <a:noFill/>
          </a:ln>
        </p:spPr>
        <p:txBody>
          <a:bodyPr vert="horz" wrap="square" lIns="0" tIns="0" rIns="0" bIns="0" numCol="1" spcCol="215900" anchor="t">
            <a:prstTxWarp prst="textNoShape">
              <a:avLst/>
            </a:prstTxWarp>
          </a:bodyPr>
          <a:lstStyle/>
          <a:p>
            <a:pPr marL="215900" indent="0">
              <a:buNone/>
            </a:pPr>
            <a:r>
              <a:rPr lang="en-us" sz="2000" cap="none">
                <a:solidFill>
                  <a:srgbClr val="000000"/>
                </a:solidFill>
                <a:latin typeface="Arial" pitchFamily="2" charset="0"/>
                <a:ea typeface="Calibri" pitchFamily="2" charset="0"/>
                <a:cs typeface="Calibri" pitchFamily="2" charset="0"/>
              </a:rPr>
              <a:t>Click to edit the notes format</a:t>
            </a:r>
          </a:p>
        </p:txBody>
      </p:sp>
      <p:sp>
        <p:nvSpPr>
          <p:cNvPr id="4" name="PlaceHolder 3"/>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gfw5ZxMAAAAlAAAAZAAAAA0AAAAAAAAAAAAAAAAAAAAAAAAAAAAAAAAAAAAAAAAAAAEAAABQAAAAAAAAAAAA4D8AAAAAAADgPwAAAAAAAOA/AAAAAAAA4D8AAAAAAADgPwAAAAAAAOA/AAAAAAAA4D8AAAAAAADgPwAAAAAAAOA/AAAAAAAA4D8CAAAAjAAAAAAAAAAAAAAAGKMD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8KAAAAACgAAAAoAAAAZAAAAGQAAAAAAAAAzMzMAAAAAABQAAAAUAAAAGQAAABkAAAAAAAAABcAAAAUAAAAAAAAAAAAAAD/fwAA/38AAAAAAAAJAAAABAAAAEQAZw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AAAAAAAAAAAuFAAASQMAABAAAAAmAAAACAAAAL8fAAD/HwAA"/>
              </a:ext>
            </a:extLst>
          </p:cNvSpPr>
          <p:nvPr>
            <p:ph type="hdr"/>
          </p:nvPr>
        </p:nvSpPr>
        <p:spPr>
          <a:xfrm>
            <a:off x="0" y="0"/>
            <a:ext cx="3280410" cy="534035"/>
          </a:xfrm>
          <a:prstGeom prst="rect">
            <a:avLst/>
          </a:prstGeom>
          <a:noFill/>
          <a:ln>
            <a:noFill/>
          </a:ln>
        </p:spPr>
        <p:txBody>
          <a:bodyPr vert="horz" wrap="square" lIns="0" tIns="0" rIns="0" bIns="0" numCol="1" spcCol="215900" anchor="t">
            <a:prstTxWarp prst="textNoShape">
              <a:avLst/>
            </a:prstTxWarp>
          </a:bodyPr>
          <a:lstStyle/>
          <a:p>
            <a:pPr indent="0">
              <a:buNone/>
            </a:pPr>
            <a:r>
              <a:rPr lang="en-us" sz="1400" cap="none">
                <a:solidFill>
                  <a:srgbClr val="000000"/>
                </a:solidFill>
                <a:latin typeface="Times New Roman" pitchFamily="1" charset="0"/>
                <a:ea typeface="Calibri" pitchFamily="2" charset="0"/>
                <a:cs typeface="Calibri" pitchFamily="2" charset="0"/>
              </a:rPr>
              <a:t>&lt;header&gt;</a:t>
            </a:r>
          </a:p>
        </p:txBody>
      </p:sp>
      <p:sp>
        <p:nvSpPr>
          <p:cNvPr id="5" name="PlaceHolder 4"/>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gfw5ZxMAAAAlAAAAZAAAAA0AAAAAAAAAAAAAAAAAAAAAAAAAAAAAAAAAAAAAAAAAAAEAAABQAAAAAAAAAAAA4D8AAAAAAADgPwAAAAAAAOA/AAAAAAAA4D8AAAAAAADgPwAAAAAAAOA/AAAAAAAA4D8AAAAAAADgPwAAAAAAAOA/AAAAAAAA4D8CAAAAjAAAAAAAAAAAAAAAGKMD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8KAAAAACgAAAAoAAAAZAAAAGQAAAAAAAAAzMzMAAAAAABQAAAAUAAAAGQAAABkAAAAAAAAABcAAAAUAAAAAAAAAAAAAAD/fwAA/38AAAAAAAAJAAAABAAAAEQAZw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UxoAAAAAAACBLgAASQMAABAAAAAmAAAACAAAAL+fAAD/HwAA"/>
              </a:ext>
            </a:extLst>
          </p:cNvSpPr>
          <p:nvPr>
            <p:ph type="dt" idx="10"/>
          </p:nvPr>
        </p:nvSpPr>
        <p:spPr>
          <a:xfrm>
            <a:off x="4279265" y="0"/>
            <a:ext cx="3280410" cy="534035"/>
          </a:xfrm>
          <a:prstGeom prst="rect">
            <a:avLst/>
          </a:prstGeom>
          <a:noFill/>
          <a:ln>
            <a:noFill/>
          </a:ln>
        </p:spPr>
        <p:txBody>
          <a:bodyPr vert="horz" wrap="square" lIns="0" tIns="0" rIns="0" bIns="0" numCol="1" spcCol="215900" anchor="t">
            <a:prstTxWarp prst="textNoShape">
              <a:avLst/>
            </a:prstTxWarp>
          </a:bodyPr>
          <a:lstStyle>
            <a:lvl1pPr indent="0" algn="r">
              <a:buNone/>
              <a:defRPr lang="en-us" sz="1400" b="0" strike="noStrike" cap="none" spc="0">
                <a:solidFill>
                  <a:srgbClr val="000000"/>
                </a:solidFill>
                <a:latin typeface="Times New Roman" pitchFamily="1" charset="0"/>
                <a:ea typeface="Calibri" pitchFamily="2" charset="0"/>
                <a:cs typeface="Calibri" pitchFamily="2" charset="0"/>
              </a:defRPr>
            </a:lvl1pPr>
          </a:lstStyle>
          <a:p>
            <a:pPr indent="0" algn="r">
              <a:buNone/>
              <a:defRPr lang="en-us"/>
            </a:pPr>
            <a:r>
              <a:t>&lt;date/time&gt;</a:t>
            </a:r>
          </a:p>
        </p:txBody>
      </p:sp>
      <p:sp>
        <p:nvSpPr>
          <p:cNvPr id="6" name="PlaceHolder 5"/>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gfw5ZxMAAAAlAAAAZAAAAA0AAAAAAAAAAAAAAAAAAAAAAAAAAAAAAAACAAAAAAAAAAEAAABQAAAAAAAAAAAA4D8AAAAAAADgPwAAAAAAAOA/AAAAAAAA4D8AAAAAAADgPwAAAAAAAOA/AAAAAAAA4D8AAAAAAADgPwAAAAAAAOA/AAAAAAAA4D8CAAAAjAAAAAAAAAAAAAAAGKMD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8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AAAAAHw+AAAuFAAAxUEAABAAAAAmAAAACAAAAL+fAAD/HwAA"/>
              </a:ext>
            </a:extLst>
          </p:cNvSpPr>
          <p:nvPr>
            <p:ph type="ftr" idx="11"/>
          </p:nvPr>
        </p:nvSpPr>
        <p:spPr>
          <a:xfrm>
            <a:off x="0" y="10157460"/>
            <a:ext cx="3280410" cy="534035"/>
          </a:xfrm>
          <a:prstGeom prst="rect">
            <a:avLst/>
          </a:prstGeom>
          <a:noFill/>
          <a:ln>
            <a:noFill/>
          </a:ln>
        </p:spPr>
        <p:txBody>
          <a:bodyPr vert="horz" wrap="square" lIns="0" tIns="0" rIns="0" bIns="0" numCol="1" spcCol="215900" anchor="b">
            <a:prstTxWarp prst="textNoShape">
              <a:avLst/>
            </a:prstTxWarp>
          </a:bodyPr>
          <a:lstStyle>
            <a:lvl1pPr indent="0">
              <a:buNone/>
              <a:defRPr lang="en-us" sz="1400" b="0" strike="noStrike" cap="none" spc="0">
                <a:solidFill>
                  <a:srgbClr val="000000"/>
                </a:solidFill>
                <a:latin typeface="Times New Roman" pitchFamily="1" charset="0"/>
                <a:ea typeface="Calibri" pitchFamily="2" charset="0"/>
                <a:cs typeface="Calibri" pitchFamily="2" charset="0"/>
              </a:defRPr>
            </a:lvl1pPr>
          </a:lstStyle>
          <a:p>
            <a:pPr indent="0">
              <a:buNone/>
              <a:defRPr lang="en-us"/>
            </a:pPr>
            <a:r>
              <a:t>&lt;footer&gt;</a:t>
            </a:r>
          </a:p>
        </p:txBody>
      </p:sp>
      <p:sp>
        <p:nvSpPr>
          <p:cNvPr id="7" name="PlaceHolder 6"/>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gfw5ZxMAAAAlAAAAZAAAAA0AAAAAAAAAAAAAAAAAAAAAAAAAAAAAAAACAAAAAAAAAAEAAABQAAAAAAAAAAAA4D8AAAAAAADgPwAAAAAAAOA/AAAAAAAA4D8AAAAAAADgPwAAAAAAAOA/AAAAAAAA4D8AAAAAAADgPwAAAAAAAOA/AAAAAAAA4D8CAAAAjAAAAAAAAAAAAAAAGKMD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8KAAAAACgAAAAoAAAAZAAAAGQAAAAAAAAAzMzMAAAAAABQAAAAUAAAAGQAAABkAAAAAAAAABcAAAAUAAAAAAAAAAAAAAD/fwAA/38AAAAAAAAJAAAABAAAAEQAZw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UxoAAHw+AACBLgAAxUEAABAAAAAmAAAACAAAAL+fAAD/HwAA"/>
              </a:ext>
            </a:extLst>
          </p:cNvSpPr>
          <p:nvPr>
            <p:ph type="sldNum" idx="12"/>
          </p:nvPr>
        </p:nvSpPr>
        <p:spPr>
          <a:xfrm>
            <a:off x="4279265" y="10157460"/>
            <a:ext cx="3280410" cy="534035"/>
          </a:xfrm>
          <a:prstGeom prst="rect">
            <a:avLst/>
          </a:prstGeom>
          <a:noFill/>
          <a:ln>
            <a:noFill/>
          </a:ln>
        </p:spPr>
        <p:txBody>
          <a:bodyPr vert="horz" wrap="square" lIns="0" tIns="0" rIns="0" bIns="0" numCol="1" spcCol="215900" anchor="b">
            <a:prstTxWarp prst="textNoShape">
              <a:avLst/>
            </a:prstTxWarp>
          </a:bodyPr>
          <a:lstStyle>
            <a:lvl1pPr indent="0" algn="r">
              <a:buNone/>
              <a:defRPr lang="en-us" sz="1400" b="0" strike="noStrike" cap="none" spc="0">
                <a:solidFill>
                  <a:srgbClr val="000000"/>
                </a:solidFill>
                <a:latin typeface="Times New Roman" pitchFamily="1" charset="0"/>
                <a:ea typeface="Calibri" pitchFamily="2" charset="0"/>
                <a:cs typeface="Calibri" pitchFamily="2" charset="0"/>
              </a:defRPr>
            </a:lvl1pPr>
          </a:lstStyle>
          <a:p>
            <a:pPr indent="0" algn="r">
              <a:buNone/>
              <a:defRPr lang="en-us"/>
            </a:pPr>
            <a:fld id="{177F41C2-8CFA-2AB7-B4C7-7AE20F89422F}" type="slidenum">
              <a:t>‹#›</a:t>
            </a:fld>
            <a:endParaRPr/>
          </a:p>
        </p:txBody>
      </p:sp>
    </p:spTree>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3" Type="http://schemas.openxmlformats.org/officeDocument/2006/relationships/slide" Target="../slides/slide6.xml"/><Relationship Id="rId2" Type="http://schemas.openxmlformats.org/officeDocument/2006/relationships/notesMaster" Target="../notesMasters/notesMaster1.xml"/><Relationship Id="rId1" Type="http://schemas.openxmlformats.org/officeDocument/2006/relationships/themeOverride" Target="../theme/themeOverride1.xml"/></Relationships>
</file>

<file path=ppt/notesSlides/_rels/notesSlide2.xml.rels><?xml version="1.0" encoding="UTF-8" standalone="yes"?>
<Relationships xmlns="http://schemas.openxmlformats.org/package/2006/relationships"><Relationship Id="rId3" Type="http://schemas.openxmlformats.org/officeDocument/2006/relationships/slide" Target="../slides/slide15.xml"/><Relationship Id="rId2" Type="http://schemas.openxmlformats.org/officeDocument/2006/relationships/notesMaster" Target="../notesMasters/notesMaster1.xml"/><Relationship Id="rId1" Type="http://schemas.openxmlformats.org/officeDocument/2006/relationships/themeOverride" Target="../theme/themeOverride2.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2" name="PlaceHolder 1"/>
          <p:cNvSpPr>
            <a:spLocks noGrp="1" noRot="1" noChangeAspect="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gfw5ZxMAAAAlAAAAZAAAAA0AAAAAAAAAAAAAAAAAAAAAA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OAQAAAgHAAD3JQAAAxoAABAAAAAmAAAACAAAAAEPAACAHwAA"/>
              </a:ext>
            </a:extLst>
          </p:cNvSpPr>
          <p:nvPr>
            <p:ph type="sldImg"/>
          </p:nvPr>
        </p:nvSpPr>
        <p:spPr>
          <a:xfrm>
            <a:off x="685800" y="1143000"/>
            <a:ext cx="5485765" cy="3085465"/>
          </a:xfrm>
          <a:prstGeom prst="rect">
            <a:avLst/>
          </a:prstGeom>
          <a:ln>
            <a:noFill/>
          </a:ln>
        </p:spPr>
      </p:sp>
      <p:sp>
        <p:nvSpPr>
          <p:cNvPr id="3" name="PlaceHolder 2"/>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gfw5ZxMAAAAlAAAAZAAAAA0AAAAAkAAAAEgAAACQAAAAS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OAQAABIbAAD3JQAANzEAABAAAAAmAAAACAAAAL8fAAD/HwAA"/>
              </a:ext>
            </a:extLst>
          </p:cNvSpPr>
          <p:nvPr>
            <p:ph type="body"/>
          </p:nvPr>
        </p:nvSpPr>
        <p:spPr>
          <a:xfrm>
            <a:off x="685800" y="4400550"/>
            <a:ext cx="5485765" cy="3599815"/>
          </a:xfrm>
          <a:prstGeom prst="rect">
            <a:avLst/>
          </a:prstGeom>
          <a:noFill/>
          <a:ln>
            <a:noFill/>
          </a:ln>
        </p:spPr>
        <p:txBody>
          <a:bodyPr vert="horz" wrap="square" lIns="91440" tIns="45720" rIns="91440" bIns="45720" numCol="1" spcCol="215900" anchor="t">
            <a:prstTxWarp prst="textNoShape">
              <a:avLst/>
            </a:prstTxWarp>
          </a:bodyPr>
          <a:lstStyle/>
          <a:p>
            <a:pPr marL="215900" indent="0" defTabSz="914400">
              <a:lnSpc>
                <a:spcPct val="100000"/>
              </a:lnSpc>
              <a:buNone/>
              <a:tabLst>
                <a:tab pos="0" algn="l"/>
              </a:tabLst>
            </a:pPr>
            <a:r>
              <a:rPr lang="en-us" sz="2000" cap="none">
                <a:solidFill>
                  <a:srgbClr val="000000"/>
                </a:solidFill>
                <a:latin typeface="Arial" pitchFamily="2" charset="0"/>
                <a:ea typeface="Calibri" pitchFamily="2" charset="0"/>
                <a:cs typeface="Calibri" pitchFamily="2" charset="0"/>
              </a:rPr>
              <a:t>Key attributes – primary key , Composite –Name-&gt;first name, last name ,Multivalued – Phone number , Derived </a:t>
            </a:r>
            <a:r>
              <a:rPr lang="en-us" sz="2000" cap="none">
                <a:solidFill>
                  <a:srgbClr val="000000"/>
                </a:solidFill>
                <a:latin typeface="Wingdings" charset="0"/>
                <a:ea typeface="Calibri" pitchFamily="2" charset="0"/>
                <a:cs typeface="Calibri" pitchFamily="2" charset="0"/>
              </a:rPr>
              <a:t></a:t>
            </a:r>
            <a:r>
              <a:rPr lang="en-us" sz="2000" cap="none">
                <a:solidFill>
                  <a:srgbClr val="000000"/>
                </a:solidFill>
                <a:latin typeface="Times New Roman" pitchFamily="1" charset="0"/>
                <a:ea typeface="Calibri" pitchFamily="2" charset="0"/>
                <a:cs typeface="Calibri" pitchFamily="2" charset="0"/>
              </a:rPr>
              <a:t> Date of birth , age</a:t>
            </a:r>
            <a:endParaRPr lang="en-us" sz="2000" cap="none">
              <a:solidFill>
                <a:srgbClr val="000000"/>
              </a:solidFill>
              <a:latin typeface="Arial" pitchFamily="2" charset="0"/>
              <a:ea typeface="Calibri" pitchFamily="2" charset="0"/>
              <a:cs typeface="Calibri" pitchFamily="2" charset="0"/>
            </a:endParaRPr>
          </a:p>
        </p:txBody>
      </p:sp>
      <p:sp>
        <p:nvSpPr>
          <p:cNvPr id="4" name="PlaceHolder 3"/>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gfw5ZxMAAAAlAAAAZAAAAA0AAAAAkAAAAEgAAACQAAAASAAAAAAAAAAC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5hcAAG41AAAtKgAAPzgAABAAAAAmAAAACAAAAL+fAAD/HwAA"/>
              </a:ext>
            </a:extLst>
          </p:cNvSpPr>
          <p:nvPr>
            <p:ph type="sldNum" idx="12"/>
          </p:nvPr>
        </p:nvSpPr>
        <p:spPr>
          <a:xfrm>
            <a:off x="3884930" y="8685530"/>
            <a:ext cx="2971165" cy="457835"/>
          </a:xfrm>
          <a:prstGeom prst="rect">
            <a:avLst/>
          </a:prstGeom>
          <a:noFill/>
          <a:ln>
            <a:noFill/>
          </a:ln>
        </p:spPr>
        <p:txBody>
          <a:bodyPr vert="horz" wrap="square" lIns="91440" tIns="45720" rIns="91440" bIns="45720" numCol="1" spcCol="215900" anchor="b">
            <a:prstTxWarp prst="textNoShape">
              <a:avLst/>
            </a:prstTxWarp>
          </a:bodyPr>
          <a:lstStyle>
            <a:lvl1pPr indent="0" algn="r" defTabSz="914400">
              <a:lnSpc>
                <a:spcPct val="100000"/>
              </a:lnSpc>
              <a:buNone/>
              <a:tabLst>
                <a:tab pos="0" algn="l"/>
              </a:tabLst>
              <a:defRPr lang="en-us" sz="1200" b="0" strike="noStrike" cap="none" spc="0">
                <a:solidFill>
                  <a:srgbClr val="000000"/>
                </a:solidFill>
                <a:latin typeface="Times New Roman" pitchFamily="1" charset="0"/>
                <a:ea typeface="Calibri" pitchFamily="2" charset="0"/>
                <a:cs typeface="Calibri" pitchFamily="2" charset="0"/>
              </a:defRPr>
            </a:lvl1pPr>
          </a:lstStyle>
          <a:p>
            <a:pPr indent="0" algn="r" defTabSz="914400">
              <a:lnSpc>
                <a:spcPct val="100000"/>
              </a:lnSpc>
              <a:buNone/>
              <a:tabLst>
                <a:tab pos="0" algn="l"/>
              </a:tabLst>
              <a:defRPr lang="en-us"/>
            </a:pPr>
            <a:fld id="{1F2BBFC3-8DF2-7E49-BC93-7B1CF1DD4A2E}" type="slidenum">
              <a:t>6</a:t>
            </a:fld>
            <a:endParaRPr/>
          </a:p>
        </p:txBody>
      </p:sp>
    </p:spTree>
  </p:cSld>
  <p:clrMapOvr>
    <a:overrideClrMapping bg1="lt1" tx1="dk1" bg2="lt2" tx2="dk2" accent1="accent1" accent2="accent2" accent3="accent3" accent4="accent4" accent5="accent5" accent6="accent6" hlink="hlink" folHlink="folHlink"/>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2" name="PlaceHolder 1"/>
          <p:cNvSpPr>
            <a:spLocks noGrp="1" noRot="1" noChangeAspect="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gfw5ZxMAAAAlAAAAZAAAAA0AAAAAAAAAAAAAAAAAAAAAA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OAQAAAgHAAD3JQAAAxoAABAAAAAmAAAACAAAAAEPAACAHwAA"/>
              </a:ext>
            </a:extLst>
          </p:cNvSpPr>
          <p:nvPr>
            <p:ph type="sldImg"/>
          </p:nvPr>
        </p:nvSpPr>
        <p:spPr>
          <a:xfrm>
            <a:off x="685800" y="1143000"/>
            <a:ext cx="5485765" cy="3085465"/>
          </a:xfrm>
          <a:prstGeom prst="rect">
            <a:avLst/>
          </a:prstGeom>
          <a:ln>
            <a:noFill/>
          </a:ln>
        </p:spPr>
      </p:sp>
      <p:sp>
        <p:nvSpPr>
          <p:cNvPr id="3" name="PlaceHolder 2"/>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gfw5ZxMAAAAlAAAAZAAAAA0AAAAAkAAAAEgAAACQAAAAS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EQAZw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OAQAABIbAAD3JQAANzEAABAAAAAmAAAACAAAAL8fAAD/HwAA"/>
              </a:ext>
            </a:extLst>
          </p:cNvSpPr>
          <p:nvPr>
            <p:ph type="body"/>
          </p:nvPr>
        </p:nvSpPr>
        <p:spPr>
          <a:xfrm>
            <a:off x="685800" y="4400550"/>
            <a:ext cx="5485765" cy="3599815"/>
          </a:xfrm>
          <a:prstGeom prst="rect">
            <a:avLst/>
          </a:prstGeom>
          <a:noFill/>
          <a:ln>
            <a:noFill/>
          </a:ln>
        </p:spPr>
        <p:txBody>
          <a:bodyPr vert="horz" wrap="square" lIns="91440" tIns="45720" rIns="91440" bIns="45720" numCol="1" spcCol="215900" anchor="t">
            <a:prstTxWarp prst="textNoShape">
              <a:avLst/>
            </a:prstTxWarp>
          </a:bodyPr>
          <a:lstStyle/>
          <a:p>
            <a:pPr marL="215900" indent="0" defTabSz="914400">
              <a:lnSpc>
                <a:spcPct val="100000"/>
              </a:lnSpc>
              <a:buNone/>
              <a:tabLst>
                <a:tab pos="0" algn="l"/>
              </a:tabLst>
            </a:pPr>
            <a:r>
              <a:rPr lang="en-us" sz="2000" cap="none">
                <a:solidFill>
                  <a:srgbClr val="000000"/>
                </a:solidFill>
                <a:latin typeface="Arial" pitchFamily="2" charset="0"/>
                <a:ea typeface="Calibri" pitchFamily="2" charset="0"/>
                <a:cs typeface="Calibri" pitchFamily="2" charset="0"/>
              </a:rPr>
              <a:t>Super key can be multiple</a:t>
            </a:r>
          </a:p>
        </p:txBody>
      </p:sp>
      <p:sp>
        <p:nvSpPr>
          <p:cNvPr id="4" name="PlaceHolder 3"/>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gfw5ZxMAAAAlAAAAZAAAAA0AAAAAkAAAAEgAAACQAAAASAAAAAAAAAAC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5hcAAG41AAAtKgAAPzgAABAAAAAmAAAACAAAAL+fAAD/HwAA"/>
              </a:ext>
            </a:extLst>
          </p:cNvSpPr>
          <p:nvPr>
            <p:ph type="sldNum" idx="12"/>
          </p:nvPr>
        </p:nvSpPr>
        <p:spPr>
          <a:xfrm>
            <a:off x="3884930" y="8685530"/>
            <a:ext cx="2971165" cy="457835"/>
          </a:xfrm>
          <a:prstGeom prst="rect">
            <a:avLst/>
          </a:prstGeom>
          <a:noFill/>
          <a:ln>
            <a:noFill/>
          </a:ln>
        </p:spPr>
        <p:txBody>
          <a:bodyPr vert="horz" wrap="square" lIns="91440" tIns="45720" rIns="91440" bIns="45720" numCol="1" spcCol="215900" anchor="b">
            <a:prstTxWarp prst="textNoShape">
              <a:avLst/>
            </a:prstTxWarp>
          </a:bodyPr>
          <a:lstStyle>
            <a:lvl1pPr indent="0" algn="r" defTabSz="914400">
              <a:lnSpc>
                <a:spcPct val="100000"/>
              </a:lnSpc>
              <a:buNone/>
              <a:tabLst>
                <a:tab pos="0" algn="l"/>
              </a:tabLst>
              <a:defRPr lang="en-us" sz="1200" b="0" strike="noStrike" cap="none" spc="0">
                <a:solidFill>
                  <a:srgbClr val="000000"/>
                </a:solidFill>
                <a:latin typeface="Times New Roman" pitchFamily="1" charset="0"/>
                <a:ea typeface="Calibri" pitchFamily="2" charset="0"/>
                <a:cs typeface="Calibri" pitchFamily="2" charset="0"/>
              </a:defRPr>
            </a:lvl1pPr>
          </a:lstStyle>
          <a:p>
            <a:pPr indent="0" algn="r" defTabSz="914400">
              <a:lnSpc>
                <a:spcPct val="100000"/>
              </a:lnSpc>
              <a:buNone/>
              <a:tabLst>
                <a:tab pos="0" algn="l"/>
              </a:tabLst>
              <a:defRPr lang="en-us"/>
            </a:pPr>
            <a:fld id="{03CCD98A-C4EE-992F-A074-327A973A5667}" type="slidenum">
              <a:t>15</a:t>
            </a:fld>
            <a:endParaRPr/>
          </a:p>
        </p:txBody>
      </p:sp>
    </p:spTree>
  </p:cSld>
  <p:clrMapOvr>
    <a:overrideClrMapping bg1="lt1" tx1="dk1" bg2="lt2" tx2="dk2" accent1="accent1" accent2="accent2" accent3="accent3" accent4="accent4" accent5="accent5" accent6="accent6" hlink="hlink" folHlink="folHlink"/>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
        <p:nvSpPr>
          <p:cNvPr id="2" name="PlaceHolder 1"/>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gfw5ZxMAAAAlAAAAZAAAAA0AAAAAkAAAAEgAAACQAAAAS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2BgAABonAAAnMgAAWCkAABAAAAAmAAAACAAAAAAAAAAAAAAA"/>
              </a:ext>
            </a:extLst>
          </p:cNvSpPr>
          <p:nvPr>
            <p:ph type="ftr" idx="11"/>
          </p:nvPr>
        </p:nvSpPr>
        <p:spPr/>
        <p:txBody>
          <a:bodyPr/>
          <a:lstStyle/>
          <a:p>
            <a:pPr>
              <a:defRPr lang="en-us"/>
            </a:pPr>
            <a:r>
              <a:t>Footer</a:t>
            </a:r>
          </a:p>
        </p:txBody>
      </p:sp>
      <p:sp>
        <p:nvSpPr>
          <p:cNvPr id="3" name="PlaceHolder 2"/>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gfw5ZxMAAAAlAAAAZAAAAA0AAAAAkAAAAEgAAACQAAAAS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EQAZw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DQAABonAADXRQAAWCkAABAAAAAmAAAACAAAAAAAAAAAAAAA"/>
              </a:ext>
            </a:extLst>
          </p:cNvSpPr>
          <p:nvPr>
            <p:ph type="sldNum" idx="12"/>
          </p:nvPr>
        </p:nvSpPr>
        <p:spPr/>
        <p:txBody>
          <a:bodyPr/>
          <a:lstStyle/>
          <a:p>
            <a:pPr>
              <a:defRPr lang="en-us"/>
            </a:pPr>
            <a:fld id="{483FD8E6-A8A5-6A2E-EB87-5E7B96C91D0B}" type="slidenum">
              <a:t>‹#›</a:t>
            </a:fld>
            <a:endParaRPr/>
          </a:p>
        </p:txBody>
      </p:sp>
      <p:sp>
        <p:nvSpPr>
          <p:cNvPr id="4" name="PlaceHolder 3"/>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gfw5ZxMAAAAlAAAAZAAAAA0AAAAAkAAAAEgAAACQAAAAS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KAUAABonAAAHFgAAWCkAABAAAAAmAAAACAAAAAAAAAAAAAAA"/>
              </a:ext>
            </a:extLst>
          </p:cNvSpPr>
          <p:nvPr>
            <p:ph type="dt" idx="10"/>
          </p:nvPr>
        </p:nvSpPr>
        <p:spPr/>
        <p:txBody>
          <a:bodyPr/>
          <a:lstStyle/>
          <a:p>
            <a:pPr>
              <a:defRPr lang="en-us"/>
            </a:pPr>
            <a:endParaRPr/>
          </a:p>
        </p:txBody>
      </p:sp>
    </p:spTree>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2" name="PlaceHolder 1"/>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gfw5ZxMAAAAlAAAAZAAAAA0AAAAAAAAAAAAAAAAAAAAAA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wAMAAK8BAAA/RwAAuggAABAAAAAmAAAACAAAAD0QAAD/HwAA"/>
              </a:ext>
            </a:extLst>
          </p:cNvSpPr>
          <p:nvPr>
            <p:ph type="title"/>
          </p:nvPr>
        </p:nvSpPr>
        <p:spPr>
          <a:xfrm>
            <a:off x="609600" y="273685"/>
            <a:ext cx="10972165" cy="1144905"/>
          </a:xfrm>
          <a:noFill/>
          <a:ln>
            <a:noFill/>
          </a:ln>
        </p:spPr>
        <p:txBody>
          <a:bodyPr vert="horz" wrap="square" lIns="0" tIns="0" rIns="0" bIns="0" numCol="1" spcCol="215900" anchor="ctr">
            <a:prstTxWarp prst="textNoShape">
              <a:avLst/>
            </a:prstTxWarp>
          </a:bodyPr>
          <a:lstStyle/>
          <a:p>
            <a:pPr indent="0" algn="ctr">
              <a:buNone/>
            </a:pPr>
            <a:endParaRPr lang="en-us" cap="none">
              <a:solidFill>
                <a:srgbClr val="000000"/>
              </a:solidFill>
              <a:latin typeface="Arial" pitchFamily="2" charset="0"/>
              <a:ea typeface="Basic Roman" pitchFamily="1" charset="0"/>
              <a:cs typeface="Basic Roman" pitchFamily="1" charset="0"/>
            </a:endParaRPr>
          </a:p>
        </p:txBody>
      </p:sp>
      <p:sp>
        <p:nvSpPr>
          <p:cNvPr id="3" name="PlaceHolder 2"/>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gfw5ZxMAAAAlAAAAZAAAAA0AAAAAAAAAAAAAAAAAAAAAA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EQAZw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wAMAAN8JAAA/RwAAViIAABAAAAAmAAAACAAAALwQAAD/HwAA"/>
              </a:ext>
            </a:extLst>
          </p:cNvSpPr>
          <p:nvPr>
            <p:ph type="subTitle" idx="1"/>
          </p:nvPr>
        </p:nvSpPr>
        <p:spPr>
          <a:noFill/>
          <a:ln>
            <a:noFill/>
          </a:ln>
        </p:spPr>
        <p:txBody>
          <a:bodyPr vert="horz" wrap="square" lIns="0" tIns="0" rIns="0" bIns="0" numCol="1" spcCol="215900" anchor="ctr">
            <a:prstTxWarp prst="textNoShape">
              <a:avLst/>
            </a:prstTxWarp>
          </a:bodyPr>
          <a:lstStyle/>
          <a:p>
            <a:pPr indent="0" algn="ctr">
              <a:buNone/>
            </a:pPr>
            <a:endParaRPr lang="en-us" cap="none">
              <a:solidFill>
                <a:srgbClr val="000000"/>
              </a:solidFill>
              <a:latin typeface="Arial" pitchFamily="2" charset="0"/>
              <a:ea typeface="Basic Roman" pitchFamily="1" charset="0"/>
              <a:cs typeface="Basic Roman" pitchFamily="1" charset="0"/>
            </a:endParaRPr>
          </a:p>
        </p:txBody>
      </p:sp>
      <p:sp>
        <p:nvSpPr>
          <p:cNvPr id="4" name="PlaceHolder 3"/>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gfw5ZxMAAAAlAAAAZAAAAA0AAAAAkAAAAEgAAACQAAAAS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2BgAABonAAAnMgAAWCkAABAAAAAmAAAACAAAAAAAAAAAAAAA"/>
              </a:ext>
            </a:extLst>
          </p:cNvSpPr>
          <p:nvPr>
            <p:ph type="ftr" idx="11"/>
          </p:nvPr>
        </p:nvSpPr>
        <p:spPr/>
        <p:txBody>
          <a:bodyPr/>
          <a:lstStyle/>
          <a:p>
            <a:pPr>
              <a:defRPr lang="en-us"/>
            </a:pPr>
            <a:r>
              <a:t>Footer</a:t>
            </a:r>
          </a:p>
        </p:txBody>
      </p:sp>
      <p:sp>
        <p:nvSpPr>
          <p:cNvPr id="5" name="PlaceHolder 4"/>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gfw5ZxMAAAAlAAAAZAAAAA0AAAAAkAAAAEgAAACQAAAAS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DQAABonAADXRQAAWCkAABAAAAAmAAAACAAAAAAAAAAAAAAA"/>
              </a:ext>
            </a:extLst>
          </p:cNvSpPr>
          <p:nvPr>
            <p:ph type="sldNum" idx="12"/>
          </p:nvPr>
        </p:nvSpPr>
        <p:spPr/>
        <p:txBody>
          <a:bodyPr/>
          <a:lstStyle/>
          <a:p>
            <a:pPr>
              <a:defRPr lang="en-us"/>
            </a:pPr>
            <a:fld id="{327B1126-68DF-2EE7-91C3-9EB25F8D67CB}" type="slidenum">
              <a:t>‹#›</a:t>
            </a:fld>
            <a:endParaRPr/>
          </a:p>
        </p:txBody>
      </p:sp>
      <p:sp>
        <p:nvSpPr>
          <p:cNvPr id="6" name="PlaceHolder 5"/>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gfw5ZxMAAAAlAAAAZAAAAA0AAAAAkAAAAEgAAACQAAAAS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KAUAABonAAAHFgAAWCkAABAAAAAmAAAACAAAAAAAAAAAAAAA"/>
              </a:ext>
            </a:extLst>
          </p:cNvSpPr>
          <p:nvPr>
            <p:ph type="dt" idx="10"/>
          </p:nvPr>
        </p:nvSpPr>
        <p:spPr/>
        <p:txBody>
          <a:bodyPr/>
          <a:lstStyle/>
          <a:p>
            <a:pPr>
              <a:defRPr lang="en-us"/>
            </a:pPr>
            <a:endParaRPr/>
          </a:p>
        </p:txBody>
      </p:sp>
    </p:spTree>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2" name="PlaceHolder 1"/>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gfw5ZxMAAAAlAAAAZAAAAA0AAAAAAAAAAAAAAAAAAAAAA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EQAZw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wAMAAK8BAAA/RwAAuggAABAAAAAmAAAACAAAAD0QAAD/HwAA"/>
              </a:ext>
            </a:extLst>
          </p:cNvSpPr>
          <p:nvPr>
            <p:ph type="title"/>
          </p:nvPr>
        </p:nvSpPr>
        <p:spPr>
          <a:xfrm>
            <a:off x="609600" y="273685"/>
            <a:ext cx="10972165" cy="1144905"/>
          </a:xfrm>
          <a:noFill/>
          <a:ln>
            <a:noFill/>
          </a:ln>
        </p:spPr>
        <p:txBody>
          <a:bodyPr vert="horz" wrap="square" lIns="0" tIns="0" rIns="0" bIns="0" numCol="1" spcCol="215900" anchor="ctr">
            <a:prstTxWarp prst="textNoShape">
              <a:avLst/>
            </a:prstTxWarp>
          </a:bodyPr>
          <a:lstStyle/>
          <a:p>
            <a:pPr indent="0" algn="ctr">
              <a:buNone/>
            </a:pPr>
            <a:endParaRPr lang="en-us" cap="none">
              <a:solidFill>
                <a:srgbClr val="000000"/>
              </a:solidFill>
              <a:latin typeface="Arial" pitchFamily="2" charset="0"/>
              <a:ea typeface="Basic Roman" pitchFamily="1" charset="0"/>
              <a:cs typeface="Basic Roman" pitchFamily="1" charset="0"/>
            </a:endParaRPr>
          </a:p>
        </p:txBody>
      </p:sp>
      <p:sp>
        <p:nvSpPr>
          <p:cNvPr id="3" name="PlaceHolder 2"/>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gfw5ZxMAAAAlAAAAZAAAAA0AAAAAAAAAAAAAAAAAAAAAA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EQAZw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wAMAAN8JAAA/RwAAViIAABAAAAAmAAAACAAAADwQAAD/HwAA"/>
              </a:ext>
            </a:extLst>
          </p:cNvSpPr>
          <p:nvPr>
            <p:ph idx="1"/>
          </p:nvPr>
        </p:nvSpPr>
        <p:spPr>
          <a:noFill/>
          <a:ln>
            <a:noFill/>
          </a:ln>
        </p:spPr>
        <p:txBody>
          <a:bodyPr vert="horz" wrap="square" lIns="0" tIns="0" rIns="0" bIns="0" numCol="1" spcCol="215900" anchor="t">
            <a:prstTxWarp prst="textNoShape">
              <a:avLst/>
            </a:prstTxWarp>
          </a:bodyPr>
          <a:lstStyle/>
          <a:p>
            <a:pPr indent="0">
              <a:spcBef>
                <a:spcPts val="1415"/>
              </a:spcBef>
              <a:buNone/>
            </a:pPr>
            <a:endParaRPr lang="en-us" cap="none">
              <a:solidFill>
                <a:srgbClr val="000000"/>
              </a:solidFill>
              <a:latin typeface="Arial" pitchFamily="2" charset="0"/>
              <a:ea typeface="Basic Roman" pitchFamily="1" charset="0"/>
              <a:cs typeface="Basic Roman" pitchFamily="1" charset="0"/>
            </a:endParaRPr>
          </a:p>
        </p:txBody>
      </p:sp>
      <p:sp>
        <p:nvSpPr>
          <p:cNvPr id="4" name="PlaceHolder 3"/>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gfw5ZxMAAAAlAAAAZAAAAA0AAAAAkAAAAEgAAACQAAAAS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2BgAABonAAAnMgAAWCkAABAAAAAmAAAACAAAAAAAAAAAAAAA"/>
              </a:ext>
            </a:extLst>
          </p:cNvSpPr>
          <p:nvPr>
            <p:ph type="ftr" idx="11"/>
          </p:nvPr>
        </p:nvSpPr>
        <p:spPr/>
        <p:txBody>
          <a:bodyPr/>
          <a:lstStyle/>
          <a:p>
            <a:pPr>
              <a:defRPr lang="en-us"/>
            </a:pPr>
            <a:r>
              <a:t>Footer</a:t>
            </a:r>
          </a:p>
        </p:txBody>
      </p:sp>
      <p:sp>
        <p:nvSpPr>
          <p:cNvPr id="5" name="PlaceHolder 4"/>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gfw5ZxMAAAAlAAAAZAAAAA0AAAAAkAAAAEgAAACQAAAAS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DQAABonAADXRQAAWCkAABAAAAAmAAAACAAAAAAAAAAAAAAA"/>
              </a:ext>
            </a:extLst>
          </p:cNvSpPr>
          <p:nvPr>
            <p:ph type="sldNum" idx="12"/>
          </p:nvPr>
        </p:nvSpPr>
        <p:spPr/>
        <p:txBody>
          <a:bodyPr/>
          <a:lstStyle/>
          <a:p>
            <a:pPr>
              <a:defRPr lang="en-us"/>
            </a:pPr>
            <a:fld id="{15142B09-47F8-41DD-B6AC-B18865E240E4}" type="slidenum">
              <a:t>‹#›</a:t>
            </a:fld>
            <a:endParaRPr/>
          </a:p>
        </p:txBody>
      </p:sp>
      <p:sp>
        <p:nvSpPr>
          <p:cNvPr id="6" name="PlaceHolder 5"/>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gfw5ZxMAAAAlAAAAZAAAAA0AAAAAkAAAAEgAAACQAAAAS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KAUAABonAAAHFgAAWCkAABAAAAAmAAAACAAAAAAAAAAAAAAA"/>
              </a:ext>
            </a:extLst>
          </p:cNvSpPr>
          <p:nvPr>
            <p:ph type="dt" idx="10"/>
          </p:nvPr>
        </p:nvSpPr>
        <p:spPr/>
        <p:txBody>
          <a:bodyPr/>
          <a:lstStyle/>
          <a:p>
            <a:pPr>
              <a:defRPr lang="en-us"/>
            </a:pPr>
            <a:endParaRPr/>
          </a:p>
        </p:txBody>
      </p:sp>
    </p:spTree>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2" name="PlaceHolder 1"/>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gfw5ZxMAAAAlAAAAZAAAAA0AAAAAAAAAAAAAAAAAAAAAA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wAMAAK8BAAA/RwAAuggAABAAAAAmAAAACAAAAD0QAAD/HwAA"/>
              </a:ext>
            </a:extLst>
          </p:cNvSpPr>
          <p:nvPr>
            <p:ph type="title"/>
          </p:nvPr>
        </p:nvSpPr>
        <p:spPr>
          <a:xfrm>
            <a:off x="609600" y="273685"/>
            <a:ext cx="10972165" cy="1144905"/>
          </a:xfrm>
          <a:noFill/>
          <a:ln>
            <a:noFill/>
          </a:ln>
        </p:spPr>
        <p:txBody>
          <a:bodyPr vert="horz" wrap="square" lIns="0" tIns="0" rIns="0" bIns="0" numCol="1" spcCol="215900" anchor="ctr">
            <a:prstTxWarp prst="textNoShape">
              <a:avLst/>
            </a:prstTxWarp>
          </a:bodyPr>
          <a:lstStyle/>
          <a:p>
            <a:pPr indent="0" algn="ctr">
              <a:buNone/>
            </a:pPr>
            <a:endParaRPr lang="en-us" cap="none">
              <a:solidFill>
                <a:srgbClr val="000000"/>
              </a:solidFill>
              <a:latin typeface="Arial" pitchFamily="2" charset="0"/>
              <a:ea typeface="Basic Roman" pitchFamily="1" charset="0"/>
              <a:cs typeface="Basic Roman" pitchFamily="1" charset="0"/>
            </a:endParaRPr>
          </a:p>
        </p:txBody>
      </p:sp>
      <p:sp>
        <p:nvSpPr>
          <p:cNvPr id="3" name="PlaceHolder 2"/>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gfw5ZxMAAAAlAAAAZAAAAA0AAAAAAAAAAAAAAAAAAAAAA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EQAZw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wAMAAN8JAACwJAAAViIAABAAAAAmAAAACAAAAD0QAAD/HwAA"/>
              </a:ext>
            </a:extLst>
          </p:cNvSpPr>
          <p:nvPr>
            <p:ph idx="1"/>
          </p:nvPr>
        </p:nvSpPr>
        <p:spPr>
          <a:xfrm>
            <a:off x="609600" y="1604645"/>
            <a:ext cx="5354320" cy="3977005"/>
          </a:xfrm>
          <a:noFill/>
          <a:ln>
            <a:noFill/>
          </a:ln>
        </p:spPr>
        <p:txBody>
          <a:bodyPr vert="horz" wrap="square" lIns="0" tIns="0" rIns="0" bIns="0" numCol="1" spcCol="215900" anchor="t">
            <a:prstTxWarp prst="textNoShape">
              <a:avLst/>
            </a:prstTxWarp>
          </a:bodyPr>
          <a:lstStyle/>
          <a:p>
            <a:pPr indent="0">
              <a:spcBef>
                <a:spcPts val="1415"/>
              </a:spcBef>
              <a:buNone/>
            </a:pPr>
            <a:endParaRPr lang="en-us" cap="none">
              <a:solidFill>
                <a:srgbClr val="000000"/>
              </a:solidFill>
              <a:latin typeface="Arial" pitchFamily="2" charset="0"/>
              <a:ea typeface="Basic Roman" pitchFamily="1" charset="0"/>
              <a:cs typeface="Basic Roman" pitchFamily="1" charset="0"/>
            </a:endParaRPr>
          </a:p>
        </p:txBody>
      </p:sp>
      <p:sp>
        <p:nvSpPr>
          <p:cNvPr id="4" name="PlaceHolder 3"/>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gfw5ZxMAAAAlAAAAZAAAAA0AAAAAAAAAAAAAAAAAAAAAA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ViYAAN8JAABGRwAAViIAABAAAAAmAAAACAAAAD0QAAD/HwAA"/>
              </a:ext>
            </a:extLst>
          </p:cNvSpPr>
          <p:nvPr>
            <p:ph idx="1"/>
          </p:nvPr>
        </p:nvSpPr>
        <p:spPr>
          <a:xfrm>
            <a:off x="6231890" y="1604645"/>
            <a:ext cx="5354320" cy="3977005"/>
          </a:xfrm>
          <a:noFill/>
          <a:ln>
            <a:noFill/>
          </a:ln>
        </p:spPr>
        <p:txBody>
          <a:bodyPr vert="horz" wrap="square" lIns="0" tIns="0" rIns="0" bIns="0" numCol="1" spcCol="215900" anchor="t">
            <a:prstTxWarp prst="textNoShape">
              <a:avLst/>
            </a:prstTxWarp>
          </a:bodyPr>
          <a:lstStyle/>
          <a:p>
            <a:pPr indent="0">
              <a:spcBef>
                <a:spcPts val="1415"/>
              </a:spcBef>
              <a:buNone/>
            </a:pPr>
            <a:endParaRPr lang="en-us" cap="none">
              <a:solidFill>
                <a:srgbClr val="000000"/>
              </a:solidFill>
              <a:latin typeface="Arial" pitchFamily="2" charset="0"/>
              <a:ea typeface="Basic Roman" pitchFamily="1" charset="0"/>
              <a:cs typeface="Basic Roman" pitchFamily="1" charset="0"/>
            </a:endParaRPr>
          </a:p>
        </p:txBody>
      </p:sp>
      <p:sp>
        <p:nvSpPr>
          <p:cNvPr id="5" name="PlaceHolder 4"/>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gfw5ZxMAAAAlAAAAZAAAAA0AAAAAkAAAAEgAAACQAAAAS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2BgAABonAAAnMgAAWCkAABAAAAAmAAAACAAAAAAAAAAAAAAA"/>
              </a:ext>
            </a:extLst>
          </p:cNvSpPr>
          <p:nvPr>
            <p:ph type="ftr" idx="11"/>
          </p:nvPr>
        </p:nvSpPr>
        <p:spPr/>
        <p:txBody>
          <a:bodyPr/>
          <a:lstStyle/>
          <a:p>
            <a:pPr>
              <a:defRPr lang="en-us"/>
            </a:pPr>
            <a:r>
              <a:t>Footer</a:t>
            </a:r>
          </a:p>
        </p:txBody>
      </p:sp>
      <p:sp>
        <p:nvSpPr>
          <p:cNvPr id="6" name="PlaceHolder 5"/>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gfw5ZxMAAAAlAAAAZAAAAA0AAAAAkAAAAEgAAACQAAAAS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DQAABonAADXRQAAWCkAABAAAAAmAAAACAAAAAAAAAAAAAAA"/>
              </a:ext>
            </a:extLst>
          </p:cNvSpPr>
          <p:nvPr>
            <p:ph type="sldNum" idx="12"/>
          </p:nvPr>
        </p:nvSpPr>
        <p:spPr/>
        <p:txBody>
          <a:bodyPr/>
          <a:lstStyle/>
          <a:p>
            <a:pPr>
              <a:defRPr lang="en-us"/>
            </a:pPr>
            <a:fld id="{34F8CF99-D7D9-AD39-9740-216C810E6174}" type="slidenum">
              <a:t>‹#›</a:t>
            </a:fld>
            <a:endParaRPr/>
          </a:p>
        </p:txBody>
      </p:sp>
      <p:sp>
        <p:nvSpPr>
          <p:cNvPr id="7" name="PlaceHolder 6"/>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gfw5ZxMAAAAlAAAAZAAAAA0AAAAAkAAAAEgAAACQAAAAS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KAUAABonAAAHFgAAWCkAABAAAAAmAAAACAAAAAAAAAAAAAAA"/>
              </a:ext>
            </a:extLst>
          </p:cNvSpPr>
          <p:nvPr>
            <p:ph type="dt" idx="10"/>
          </p:nvPr>
        </p:nvSpPr>
        <p:spPr/>
        <p:txBody>
          <a:bodyPr/>
          <a:lstStyle/>
          <a:p>
            <a:pPr>
              <a:defRPr lang="en-us"/>
            </a:pPr>
            <a:endParaRPr/>
          </a:p>
        </p:txBody>
      </p:sp>
    </p:spTree>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PlaceHolder 1"/>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gfw5ZxMAAAAlAAAAZAAAAA0AAAAAAAAAAAAAAAAAAAAAA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EQAZw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wAMAAK8BAAA/RwAAuggAABAAAAAmAAAACAAAAD0QAAD/HwAA"/>
              </a:ext>
            </a:extLst>
          </p:cNvSpPr>
          <p:nvPr>
            <p:ph type="title"/>
          </p:nvPr>
        </p:nvSpPr>
        <p:spPr>
          <a:xfrm>
            <a:off x="609600" y="273685"/>
            <a:ext cx="10972165" cy="1144905"/>
          </a:xfrm>
          <a:noFill/>
          <a:ln>
            <a:noFill/>
          </a:ln>
        </p:spPr>
        <p:txBody>
          <a:bodyPr vert="horz" wrap="square" lIns="0" tIns="0" rIns="0" bIns="0" numCol="1" spcCol="215900" anchor="ctr">
            <a:prstTxWarp prst="textNoShape">
              <a:avLst/>
            </a:prstTxWarp>
          </a:bodyPr>
          <a:lstStyle/>
          <a:p>
            <a:pPr indent="0" algn="ctr">
              <a:buNone/>
            </a:pPr>
            <a:endParaRPr lang="en-us" cap="none">
              <a:solidFill>
                <a:srgbClr val="000000"/>
              </a:solidFill>
              <a:latin typeface="Arial" pitchFamily="2" charset="0"/>
              <a:ea typeface="Basic Roman" pitchFamily="1" charset="0"/>
              <a:cs typeface="Basic Roman" pitchFamily="1" charset="0"/>
            </a:endParaRPr>
          </a:p>
        </p:txBody>
      </p:sp>
      <p:sp>
        <p:nvSpPr>
          <p:cNvPr id="3" name="PlaceHolder 2"/>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gfw5ZxMAAAAlAAAAZAAAAA0AAAAAkAAAAEgAAACQAAAAS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2BgAABonAAAnMgAAWCkAABAAAAAmAAAACAAAAAAAAAAAAAAA"/>
              </a:ext>
            </a:extLst>
          </p:cNvSpPr>
          <p:nvPr>
            <p:ph type="ftr" idx="11"/>
          </p:nvPr>
        </p:nvSpPr>
        <p:spPr/>
        <p:txBody>
          <a:bodyPr/>
          <a:lstStyle/>
          <a:p>
            <a:pPr>
              <a:defRPr lang="en-us"/>
            </a:pPr>
            <a:r>
              <a:t>Footer</a:t>
            </a:r>
          </a:p>
        </p:txBody>
      </p:sp>
      <p:sp>
        <p:nvSpPr>
          <p:cNvPr id="4" name="PlaceHolder 3"/>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gfw5ZxMAAAAlAAAAZAAAAA0AAAAAkAAAAEgAAACQAAAAS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DQAABonAADXRQAAWCkAABAAAAAmAAAACAAAAAAAAAAAAAAA"/>
              </a:ext>
            </a:extLst>
          </p:cNvSpPr>
          <p:nvPr>
            <p:ph type="sldNum" idx="12"/>
          </p:nvPr>
        </p:nvSpPr>
        <p:spPr/>
        <p:txBody>
          <a:bodyPr/>
          <a:lstStyle/>
          <a:p>
            <a:pPr>
              <a:defRPr lang="en-us"/>
            </a:pPr>
            <a:fld id="{12188D16-58FF-4D7B-B1A0-AE2EC3EE47FB}" type="slidenum">
              <a:t>‹#›</a:t>
            </a:fld>
            <a:endParaRPr/>
          </a:p>
        </p:txBody>
      </p:sp>
      <p:sp>
        <p:nvSpPr>
          <p:cNvPr id="5" name="PlaceHolder 4"/>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gfw5ZxMAAAAlAAAAZAAAAA0AAAAAkAAAAEgAAACQAAAAS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EQAZw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KAUAABonAAAHFgAAWCkAABAAAAAmAAAACAAAAAAAAAAAAAAA"/>
              </a:ext>
            </a:extLst>
          </p:cNvSpPr>
          <p:nvPr>
            <p:ph type="dt" idx="10"/>
          </p:nvPr>
        </p:nvSpPr>
        <p:spPr/>
        <p:txBody>
          <a:bodyPr/>
          <a:lstStyle/>
          <a:p>
            <a:pPr>
              <a:defRPr lang="en-us"/>
            </a:pPr>
            <a:endParaRPr/>
          </a:p>
        </p:txBody>
      </p:sp>
    </p:spTree>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2" name="PlaceHolder 1"/>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gfw5ZxMAAAAlAAAAZAAAAA0AAAAAAAAAAAAAAAAAAAAAA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EEAQQ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wAMAAK8BAAA/RwAAViIAABAAAAAmAAAACAAAAL0QAAD/HwAA"/>
              </a:ext>
            </a:extLst>
          </p:cNvSpPr>
          <p:nvPr>
            <p:ph type="subTitle" idx="1"/>
          </p:nvPr>
        </p:nvSpPr>
        <p:spPr>
          <a:xfrm>
            <a:off x="609600" y="273685"/>
            <a:ext cx="10972165" cy="5307965"/>
          </a:xfrm>
          <a:noFill/>
          <a:ln>
            <a:noFill/>
          </a:ln>
        </p:spPr>
        <p:txBody>
          <a:bodyPr vert="horz" wrap="square" lIns="0" tIns="0" rIns="0" bIns="0" numCol="1" spcCol="215900" anchor="ctr">
            <a:prstTxWarp prst="textNoShape">
              <a:avLst/>
            </a:prstTxWarp>
          </a:bodyPr>
          <a:lstStyle/>
          <a:p>
            <a:pPr algn="ctr"/>
            <a:endParaRPr lang="en-us" cap="none">
              <a:solidFill>
                <a:srgbClr val="000000"/>
              </a:solidFill>
              <a:latin typeface="Arial" pitchFamily="2" charset="0"/>
              <a:ea typeface="Basic Roman" pitchFamily="1" charset="0"/>
              <a:cs typeface="Basic Roman" pitchFamily="1" charset="0"/>
            </a:endParaRPr>
          </a:p>
        </p:txBody>
      </p:sp>
      <p:sp>
        <p:nvSpPr>
          <p:cNvPr id="3" name="PlaceHolder 2"/>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gfw5ZxMAAAAlAAAAZAAAAA0AAAAAkAAAAEgAAACQAAAAS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2BgAABonAAAnMgAAWCkAABAAAAAmAAAACAAAAAAAAAAAAAAA"/>
              </a:ext>
            </a:extLst>
          </p:cNvSpPr>
          <p:nvPr>
            <p:ph type="ftr" idx="11"/>
          </p:nvPr>
        </p:nvSpPr>
        <p:spPr/>
        <p:txBody>
          <a:bodyPr/>
          <a:lstStyle/>
          <a:p>
            <a:pPr>
              <a:defRPr lang="en-us"/>
            </a:pPr>
            <a:r>
              <a:t>Footer</a:t>
            </a:r>
          </a:p>
        </p:txBody>
      </p:sp>
      <p:sp>
        <p:nvSpPr>
          <p:cNvPr id="4" name="PlaceHolder 3"/>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gfw5ZxMAAAAlAAAAZAAAAA0AAAAAkAAAAEgAAACQAAAAS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DQAABonAADXRQAAWCkAABAAAAAmAAAACAAAAAAAAAAAAAAA"/>
              </a:ext>
            </a:extLst>
          </p:cNvSpPr>
          <p:nvPr>
            <p:ph type="sldNum" idx="12"/>
          </p:nvPr>
        </p:nvSpPr>
        <p:spPr/>
        <p:txBody>
          <a:bodyPr/>
          <a:lstStyle/>
          <a:p>
            <a:pPr>
              <a:defRPr lang="en-us"/>
            </a:pPr>
            <a:fld id="{01E26384-CAEC-B795-A25A-3CC02D145469}" type="slidenum">
              <a:t>‹#›</a:t>
            </a:fld>
            <a:endParaRPr/>
          </a:p>
        </p:txBody>
      </p:sp>
      <p:sp>
        <p:nvSpPr>
          <p:cNvPr id="5" name="PlaceHolder 4"/>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gfw5ZxMAAAAlAAAAZAAAAA0AAAAAkAAAAEgAAACQAAAAS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KAUAABonAAAHFgAAWCkAABAAAAAmAAAACAAAAAAAAAAAAAAA"/>
              </a:ext>
            </a:extLst>
          </p:cNvSpPr>
          <p:nvPr>
            <p:ph type="dt" idx="10"/>
          </p:nvPr>
        </p:nvSpPr>
        <p:spPr/>
        <p:txBody>
          <a:bodyPr/>
          <a:lstStyle/>
          <a:p>
            <a:pPr>
              <a:defRPr lang="en-us"/>
            </a:pPr>
            <a:endParaRPr/>
          </a:p>
        </p:txBody>
      </p:sp>
    </p:spTree>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2" name="PlaceHolder 1"/>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gfw5ZxMAAAAlAAAAZAAAAA0AAAAAAAAAAAAAAAAAAAAAA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EQAZw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wAMAAK8BAAA/RwAAuggAABAAAAAmAAAACAAAAD0QAAD/HwAA"/>
              </a:ext>
            </a:extLst>
          </p:cNvSpPr>
          <p:nvPr>
            <p:ph type="title"/>
          </p:nvPr>
        </p:nvSpPr>
        <p:spPr>
          <a:xfrm>
            <a:off x="609600" y="273685"/>
            <a:ext cx="10972165" cy="1144905"/>
          </a:xfrm>
          <a:noFill/>
          <a:ln>
            <a:noFill/>
          </a:ln>
        </p:spPr>
        <p:txBody>
          <a:bodyPr vert="horz" wrap="square" lIns="0" tIns="0" rIns="0" bIns="0" numCol="1" spcCol="215900" anchor="ctr">
            <a:prstTxWarp prst="textNoShape">
              <a:avLst/>
            </a:prstTxWarp>
          </a:bodyPr>
          <a:lstStyle/>
          <a:p>
            <a:pPr indent="0" algn="ctr">
              <a:buNone/>
            </a:pPr>
            <a:endParaRPr lang="en-us" cap="none">
              <a:solidFill>
                <a:srgbClr val="000000"/>
              </a:solidFill>
              <a:latin typeface="Arial" pitchFamily="2" charset="0"/>
              <a:ea typeface="Basic Roman" pitchFamily="1" charset="0"/>
              <a:cs typeface="Basic Roman" pitchFamily="1" charset="0"/>
            </a:endParaRPr>
          </a:p>
        </p:txBody>
      </p:sp>
      <p:sp>
        <p:nvSpPr>
          <p:cNvPr id="3" name="PlaceHolder 2"/>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gfw5ZxMAAAAlAAAAZAAAAA0AAAAAAAAAAAAAAAAAAAAAA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wAMAAN8JAACwJAAAihUAABAAAAAmAAAACAAAAD0QAAD/HwAA"/>
              </a:ext>
            </a:extLst>
          </p:cNvSpPr>
          <p:nvPr>
            <p:ph idx="1"/>
          </p:nvPr>
        </p:nvSpPr>
        <p:spPr>
          <a:xfrm>
            <a:off x="609600" y="1604645"/>
            <a:ext cx="5354320" cy="1896745"/>
          </a:xfrm>
          <a:noFill/>
          <a:ln>
            <a:noFill/>
          </a:ln>
        </p:spPr>
        <p:txBody>
          <a:bodyPr vert="horz" wrap="square" lIns="0" tIns="0" rIns="0" bIns="0" numCol="1" spcCol="215900" anchor="t">
            <a:prstTxWarp prst="textNoShape">
              <a:avLst/>
            </a:prstTxWarp>
          </a:bodyPr>
          <a:lstStyle/>
          <a:p>
            <a:pPr indent="0">
              <a:spcBef>
                <a:spcPts val="1415"/>
              </a:spcBef>
              <a:buNone/>
            </a:pPr>
            <a:endParaRPr lang="en-us" cap="none">
              <a:solidFill>
                <a:srgbClr val="000000"/>
              </a:solidFill>
              <a:latin typeface="Arial" pitchFamily="2" charset="0"/>
              <a:ea typeface="Basic Roman" pitchFamily="1" charset="0"/>
              <a:cs typeface="Basic Roman" pitchFamily="1" charset="0"/>
            </a:endParaRPr>
          </a:p>
        </p:txBody>
      </p:sp>
      <p:sp>
        <p:nvSpPr>
          <p:cNvPr id="4" name="PlaceHolder 3"/>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gfw5ZxMAAAAlAAAAZAAAAA0AAAAAAAAAAAAAAAAAAAAAA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ViYAAN8JAABGRwAAViIAABAAAAAmAAAACAAAAD0QAAD/HwAA"/>
              </a:ext>
            </a:extLst>
          </p:cNvSpPr>
          <p:nvPr>
            <p:ph idx="1"/>
          </p:nvPr>
        </p:nvSpPr>
        <p:spPr>
          <a:xfrm>
            <a:off x="6231890" y="1604645"/>
            <a:ext cx="5354320" cy="3977005"/>
          </a:xfrm>
          <a:noFill/>
          <a:ln>
            <a:noFill/>
          </a:ln>
        </p:spPr>
        <p:txBody>
          <a:bodyPr vert="horz" wrap="square" lIns="0" tIns="0" rIns="0" bIns="0" numCol="1" spcCol="215900" anchor="t">
            <a:prstTxWarp prst="textNoShape">
              <a:avLst/>
            </a:prstTxWarp>
          </a:bodyPr>
          <a:lstStyle/>
          <a:p>
            <a:pPr indent="0">
              <a:spcBef>
                <a:spcPts val="1415"/>
              </a:spcBef>
              <a:buNone/>
            </a:pPr>
            <a:endParaRPr lang="en-us" cap="none">
              <a:solidFill>
                <a:srgbClr val="000000"/>
              </a:solidFill>
              <a:latin typeface="Arial" pitchFamily="2" charset="0"/>
              <a:ea typeface="Basic Roman" pitchFamily="1" charset="0"/>
              <a:cs typeface="Basic Roman" pitchFamily="1" charset="0"/>
            </a:endParaRPr>
          </a:p>
        </p:txBody>
      </p:sp>
      <p:sp>
        <p:nvSpPr>
          <p:cNvPr id="5" name="PlaceHolder 4"/>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gfw5ZxMAAAAlAAAAZAAAAA0AAAAAAAAAAAAAAAAAAAAAA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wAMAAKcWAACwJAAAUiIAABAAAAAmAAAACAAAAD0QAAD/HwAA"/>
              </a:ext>
            </a:extLst>
          </p:cNvSpPr>
          <p:nvPr>
            <p:ph idx="1"/>
          </p:nvPr>
        </p:nvSpPr>
        <p:spPr>
          <a:xfrm>
            <a:off x="609600" y="3682365"/>
            <a:ext cx="5354320" cy="1896745"/>
          </a:xfrm>
          <a:noFill/>
          <a:ln>
            <a:noFill/>
          </a:ln>
        </p:spPr>
        <p:txBody>
          <a:bodyPr vert="horz" wrap="square" lIns="0" tIns="0" rIns="0" bIns="0" numCol="1" spcCol="215900" anchor="t">
            <a:prstTxWarp prst="textNoShape">
              <a:avLst/>
            </a:prstTxWarp>
          </a:bodyPr>
          <a:lstStyle/>
          <a:p>
            <a:pPr indent="0">
              <a:spcBef>
                <a:spcPts val="1415"/>
              </a:spcBef>
              <a:buNone/>
            </a:pPr>
            <a:endParaRPr lang="en-us" cap="none">
              <a:solidFill>
                <a:srgbClr val="000000"/>
              </a:solidFill>
              <a:latin typeface="Arial" pitchFamily="2" charset="0"/>
              <a:ea typeface="Basic Roman" pitchFamily="1" charset="0"/>
              <a:cs typeface="Basic Roman" pitchFamily="1" charset="0"/>
            </a:endParaRPr>
          </a:p>
        </p:txBody>
      </p:sp>
      <p:sp>
        <p:nvSpPr>
          <p:cNvPr id="6" name="PlaceHolder 5"/>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gfw5ZxMAAAAlAAAAZAAAAA0AAAAAkAAAAEgAAACQAAAAS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2BgAABonAAAnMgAAWCkAABAAAAAmAAAACAAAAAAAAAAAAAAA"/>
              </a:ext>
            </a:extLst>
          </p:cNvSpPr>
          <p:nvPr>
            <p:ph type="ftr" idx="11"/>
          </p:nvPr>
        </p:nvSpPr>
        <p:spPr/>
        <p:txBody>
          <a:bodyPr/>
          <a:lstStyle/>
          <a:p>
            <a:pPr>
              <a:defRPr lang="en-us"/>
            </a:pPr>
            <a:r>
              <a:t>Footer</a:t>
            </a:r>
          </a:p>
        </p:txBody>
      </p:sp>
      <p:sp>
        <p:nvSpPr>
          <p:cNvPr id="7" name="PlaceHolder 6"/>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gfw5ZxMAAAAlAAAAZAAAAA0AAAAAkAAAAEgAAACQAAAAS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DQAABonAADXRQAAWCkAABAAAAAmAAAACAAAAAAAAAAAAAAA"/>
              </a:ext>
            </a:extLst>
          </p:cNvSpPr>
          <p:nvPr>
            <p:ph type="sldNum" idx="12"/>
          </p:nvPr>
        </p:nvSpPr>
        <p:spPr/>
        <p:txBody>
          <a:bodyPr/>
          <a:lstStyle/>
          <a:p>
            <a:pPr>
              <a:defRPr lang="en-us"/>
            </a:pPr>
            <a:fld id="{0E1D7C0E-40E3-488A-ADA5-B6DF32EB5BE3}" type="slidenum">
              <a:t>‹#›</a:t>
            </a:fld>
            <a:endParaRPr/>
          </a:p>
        </p:txBody>
      </p:sp>
      <p:sp>
        <p:nvSpPr>
          <p:cNvPr id="8" name="PlaceHolder 7"/>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gfw5ZxMAAAAlAAAAZAAAAA0AAAAAkAAAAEgAAACQAAAAS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KAUAABonAAAHFgAAWCkAABAAAAAmAAAACAAAAAAAAAAAAAAA"/>
              </a:ext>
            </a:extLst>
          </p:cNvSpPr>
          <p:nvPr>
            <p:ph type="dt" idx="10"/>
          </p:nvPr>
        </p:nvSpPr>
        <p:spPr/>
        <p:txBody>
          <a:bodyPr/>
          <a:lstStyle/>
          <a:p>
            <a:pPr>
              <a:defRPr lang="en-us"/>
            </a:pPr>
            <a:endParaRPr/>
          </a:p>
        </p:txBody>
      </p:sp>
    </p:spTree>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2" name="PlaceHolder 1"/>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gfw5ZxMAAAAlAAAAZAAAAA0AAAAAAAAAAAAAAAAAAAAAA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EQAZw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wAMAAK8BAAA/RwAAuggAABAAAAAmAAAACAAAAD0QAAD/HwAA"/>
              </a:ext>
            </a:extLst>
          </p:cNvSpPr>
          <p:nvPr>
            <p:ph type="title"/>
          </p:nvPr>
        </p:nvSpPr>
        <p:spPr>
          <a:xfrm>
            <a:off x="609600" y="273685"/>
            <a:ext cx="10972165" cy="1144905"/>
          </a:xfrm>
          <a:noFill/>
          <a:ln>
            <a:noFill/>
          </a:ln>
        </p:spPr>
        <p:txBody>
          <a:bodyPr vert="horz" wrap="square" lIns="0" tIns="0" rIns="0" bIns="0" numCol="1" spcCol="215900" anchor="ctr">
            <a:prstTxWarp prst="textNoShape">
              <a:avLst/>
            </a:prstTxWarp>
          </a:bodyPr>
          <a:lstStyle/>
          <a:p>
            <a:pPr indent="0" algn="ctr">
              <a:buNone/>
            </a:pPr>
            <a:endParaRPr lang="en-us" cap="none">
              <a:solidFill>
                <a:srgbClr val="000000"/>
              </a:solidFill>
              <a:latin typeface="Arial" pitchFamily="2" charset="0"/>
              <a:ea typeface="Basic Roman" pitchFamily="1" charset="0"/>
              <a:cs typeface="Basic Roman" pitchFamily="1" charset="0"/>
            </a:endParaRPr>
          </a:p>
        </p:txBody>
      </p:sp>
      <p:sp>
        <p:nvSpPr>
          <p:cNvPr id="3" name="PlaceHolder 2"/>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gfw5ZxMAAAAlAAAAZAAAAA0AAAAAAAAAAAAAAAAAAAAAA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wAMAAN8JAACwJAAAViIAABAAAAAmAAAACAAAAD0QAAD/HwAA"/>
              </a:ext>
            </a:extLst>
          </p:cNvSpPr>
          <p:nvPr>
            <p:ph idx="1"/>
          </p:nvPr>
        </p:nvSpPr>
        <p:spPr>
          <a:xfrm>
            <a:off x="609600" y="1604645"/>
            <a:ext cx="5354320" cy="3977005"/>
          </a:xfrm>
          <a:noFill/>
          <a:ln>
            <a:noFill/>
          </a:ln>
        </p:spPr>
        <p:txBody>
          <a:bodyPr vert="horz" wrap="square" lIns="0" tIns="0" rIns="0" bIns="0" numCol="1" spcCol="215900" anchor="t">
            <a:prstTxWarp prst="textNoShape">
              <a:avLst/>
            </a:prstTxWarp>
          </a:bodyPr>
          <a:lstStyle/>
          <a:p>
            <a:pPr indent="0">
              <a:spcBef>
                <a:spcPts val="1415"/>
              </a:spcBef>
              <a:buNone/>
            </a:pPr>
            <a:endParaRPr lang="en-us" cap="none">
              <a:solidFill>
                <a:srgbClr val="000000"/>
              </a:solidFill>
              <a:latin typeface="Arial" pitchFamily="2" charset="0"/>
              <a:ea typeface="Basic Roman" pitchFamily="1" charset="0"/>
              <a:cs typeface="Basic Roman" pitchFamily="1" charset="0"/>
            </a:endParaRPr>
          </a:p>
        </p:txBody>
      </p:sp>
      <p:sp>
        <p:nvSpPr>
          <p:cNvPr id="4" name="PlaceHolder 3"/>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gfw5ZxMAAAAlAAAAZAAAAA0AAAAAAAAAAAAAAAAAAAAAA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ViYAAN8JAABGRwAAihUAABAAAAAmAAAACAAAAD0QAAD/HwAA"/>
              </a:ext>
            </a:extLst>
          </p:cNvSpPr>
          <p:nvPr>
            <p:ph idx="1"/>
          </p:nvPr>
        </p:nvSpPr>
        <p:spPr>
          <a:xfrm>
            <a:off x="6231890" y="1604645"/>
            <a:ext cx="5354320" cy="1896745"/>
          </a:xfrm>
          <a:noFill/>
          <a:ln>
            <a:noFill/>
          </a:ln>
        </p:spPr>
        <p:txBody>
          <a:bodyPr vert="horz" wrap="square" lIns="0" tIns="0" rIns="0" bIns="0" numCol="1" spcCol="215900" anchor="t">
            <a:prstTxWarp prst="textNoShape">
              <a:avLst/>
            </a:prstTxWarp>
          </a:bodyPr>
          <a:lstStyle/>
          <a:p>
            <a:pPr indent="0">
              <a:spcBef>
                <a:spcPts val="1415"/>
              </a:spcBef>
              <a:buNone/>
            </a:pPr>
            <a:endParaRPr lang="en-us" cap="none">
              <a:solidFill>
                <a:srgbClr val="000000"/>
              </a:solidFill>
              <a:latin typeface="Arial" pitchFamily="2" charset="0"/>
              <a:ea typeface="Basic Roman" pitchFamily="1" charset="0"/>
              <a:cs typeface="Basic Roman" pitchFamily="1" charset="0"/>
            </a:endParaRPr>
          </a:p>
        </p:txBody>
      </p:sp>
      <p:sp>
        <p:nvSpPr>
          <p:cNvPr id="5" name="PlaceHolder 4"/>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gfw5ZxMAAAAlAAAAZAAAAA0AAAAAAAAAAAAAAAAAAAAAA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ViYAAKcWAABGRwAAUiIAABAAAAAmAAAACAAAAD0QAAD/HwAA"/>
              </a:ext>
            </a:extLst>
          </p:cNvSpPr>
          <p:nvPr>
            <p:ph idx="1"/>
          </p:nvPr>
        </p:nvSpPr>
        <p:spPr>
          <a:xfrm>
            <a:off x="6231890" y="3682365"/>
            <a:ext cx="5354320" cy="1896745"/>
          </a:xfrm>
          <a:noFill/>
          <a:ln>
            <a:noFill/>
          </a:ln>
        </p:spPr>
        <p:txBody>
          <a:bodyPr vert="horz" wrap="square" lIns="0" tIns="0" rIns="0" bIns="0" numCol="1" spcCol="215900" anchor="t">
            <a:prstTxWarp prst="textNoShape">
              <a:avLst/>
            </a:prstTxWarp>
          </a:bodyPr>
          <a:lstStyle/>
          <a:p>
            <a:pPr indent="0">
              <a:spcBef>
                <a:spcPts val="1415"/>
              </a:spcBef>
              <a:buNone/>
            </a:pPr>
            <a:endParaRPr lang="en-us" cap="none">
              <a:solidFill>
                <a:srgbClr val="000000"/>
              </a:solidFill>
              <a:latin typeface="Arial" pitchFamily="2" charset="0"/>
              <a:ea typeface="Basic Roman" pitchFamily="1" charset="0"/>
              <a:cs typeface="Basic Roman" pitchFamily="1" charset="0"/>
            </a:endParaRPr>
          </a:p>
        </p:txBody>
      </p:sp>
      <p:sp>
        <p:nvSpPr>
          <p:cNvPr id="6" name="PlaceHolder 5"/>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gfw5ZxMAAAAlAAAAZAAAAA0AAAAAkAAAAEgAAACQAAAAS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GMQ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2BgAABonAAAnMgAAWCkAABAAAAAmAAAACAAAAAAAAAAAAAAA"/>
              </a:ext>
            </a:extLst>
          </p:cNvSpPr>
          <p:nvPr>
            <p:ph type="ftr" idx="11"/>
          </p:nvPr>
        </p:nvSpPr>
        <p:spPr/>
        <p:txBody>
          <a:bodyPr/>
          <a:lstStyle/>
          <a:p>
            <a:pPr>
              <a:defRPr lang="en-us"/>
            </a:pPr>
            <a:r>
              <a:t>Footer</a:t>
            </a:r>
          </a:p>
        </p:txBody>
      </p:sp>
      <p:sp>
        <p:nvSpPr>
          <p:cNvPr id="7" name="PlaceHolder 6"/>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gfw5ZxMAAAAlAAAAZAAAAA0AAAAAkAAAAEgAAACQAAAAS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DQAABonAADXRQAAWCkAABAAAAAmAAAACAAAAAAAAAAAAAAA"/>
              </a:ext>
            </a:extLst>
          </p:cNvSpPr>
          <p:nvPr>
            <p:ph type="sldNum" idx="12"/>
          </p:nvPr>
        </p:nvSpPr>
        <p:spPr/>
        <p:txBody>
          <a:bodyPr/>
          <a:lstStyle/>
          <a:p>
            <a:pPr>
              <a:defRPr lang="en-us"/>
            </a:pPr>
            <a:fld id="{43D18D95-DBAE-847B-E069-2D2EC3271678}" type="slidenum">
              <a:t>‹#›</a:t>
            </a:fld>
            <a:endParaRPr/>
          </a:p>
        </p:txBody>
      </p:sp>
      <p:sp>
        <p:nvSpPr>
          <p:cNvPr id="8" name="PlaceHolder 7"/>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gfw5ZxMAAAAlAAAAZAAAAA0AAAAAkAAAAEgAAACQAAAAS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KAUAABonAAAHFgAAWCkAABAAAAAmAAAACAAAAAAAAAAAAAAA"/>
              </a:ext>
            </a:extLst>
          </p:cNvSpPr>
          <p:nvPr>
            <p:ph type="dt" idx="10"/>
          </p:nvPr>
        </p:nvSpPr>
        <p:spPr/>
        <p:txBody>
          <a:bodyPr/>
          <a:lstStyle/>
          <a:p>
            <a:pPr>
              <a:defRPr lang="en-us"/>
            </a:pPr>
            <a:endParaRPr/>
          </a:p>
        </p:txBody>
      </p:sp>
    </p:spTree>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2" name="PlaceHolder 1"/>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gfw5ZxMAAAAlAAAAZAAAAA0AAAAAAAAAAAAAAAAAAAAAA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wAMAAK8BAAA/RwAAuggAABAAAAAmAAAACAAAAD0QAAD/HwAA"/>
              </a:ext>
            </a:extLst>
          </p:cNvSpPr>
          <p:nvPr>
            <p:ph type="title"/>
          </p:nvPr>
        </p:nvSpPr>
        <p:spPr>
          <a:xfrm>
            <a:off x="609600" y="273685"/>
            <a:ext cx="10972165" cy="1144905"/>
          </a:xfrm>
          <a:noFill/>
          <a:ln>
            <a:noFill/>
          </a:ln>
        </p:spPr>
        <p:txBody>
          <a:bodyPr vert="horz" wrap="square" lIns="0" tIns="0" rIns="0" bIns="0" numCol="1" spcCol="215900" anchor="ctr">
            <a:prstTxWarp prst="textNoShape">
              <a:avLst/>
            </a:prstTxWarp>
          </a:bodyPr>
          <a:lstStyle/>
          <a:p>
            <a:pPr indent="0" algn="ctr">
              <a:buNone/>
            </a:pPr>
            <a:endParaRPr lang="en-us" cap="none">
              <a:solidFill>
                <a:srgbClr val="000000"/>
              </a:solidFill>
              <a:latin typeface="Arial" pitchFamily="2" charset="0"/>
              <a:ea typeface="Basic Roman" pitchFamily="1" charset="0"/>
              <a:cs typeface="Basic Roman" pitchFamily="1" charset="0"/>
            </a:endParaRPr>
          </a:p>
        </p:txBody>
      </p:sp>
      <p:sp>
        <p:nvSpPr>
          <p:cNvPr id="3" name="PlaceHolder 2"/>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gfw5ZxMAAAAlAAAAZAAAAA0AAAAAAAAAAAAAAAAAAAAAA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wAMAAN8JAACwJAAAihUAABAAAAAmAAAACAAAAD0QAAD/HwAA"/>
              </a:ext>
            </a:extLst>
          </p:cNvSpPr>
          <p:nvPr>
            <p:ph idx="1"/>
          </p:nvPr>
        </p:nvSpPr>
        <p:spPr>
          <a:xfrm>
            <a:off x="609600" y="1604645"/>
            <a:ext cx="5354320" cy="1896745"/>
          </a:xfrm>
          <a:noFill/>
          <a:ln>
            <a:noFill/>
          </a:ln>
        </p:spPr>
        <p:txBody>
          <a:bodyPr vert="horz" wrap="square" lIns="0" tIns="0" rIns="0" bIns="0" numCol="1" spcCol="215900" anchor="t">
            <a:prstTxWarp prst="textNoShape">
              <a:avLst/>
            </a:prstTxWarp>
          </a:bodyPr>
          <a:lstStyle/>
          <a:p>
            <a:pPr indent="0">
              <a:spcBef>
                <a:spcPts val="1415"/>
              </a:spcBef>
              <a:buNone/>
            </a:pPr>
            <a:endParaRPr lang="en-us" cap="none">
              <a:solidFill>
                <a:srgbClr val="000000"/>
              </a:solidFill>
              <a:latin typeface="Arial" pitchFamily="2" charset="0"/>
              <a:ea typeface="Basic Roman" pitchFamily="1" charset="0"/>
              <a:cs typeface="Basic Roman" pitchFamily="1" charset="0"/>
            </a:endParaRPr>
          </a:p>
        </p:txBody>
      </p:sp>
      <p:sp>
        <p:nvSpPr>
          <p:cNvPr id="4" name="PlaceHolder 3"/>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gfw5ZxMAAAAlAAAAZAAAAA0AAAAAAAAAAAAAAAAAAAAAA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ViYAAN8JAABGRwAAihUAABAAAAAmAAAACAAAAD0QAAD/HwAA"/>
              </a:ext>
            </a:extLst>
          </p:cNvSpPr>
          <p:nvPr>
            <p:ph idx="1"/>
          </p:nvPr>
        </p:nvSpPr>
        <p:spPr>
          <a:xfrm>
            <a:off x="6231890" y="1604645"/>
            <a:ext cx="5354320" cy="1896745"/>
          </a:xfrm>
          <a:noFill/>
          <a:ln>
            <a:noFill/>
          </a:ln>
        </p:spPr>
        <p:txBody>
          <a:bodyPr vert="horz" wrap="square" lIns="0" tIns="0" rIns="0" bIns="0" numCol="1" spcCol="215900" anchor="t">
            <a:prstTxWarp prst="textNoShape">
              <a:avLst/>
            </a:prstTxWarp>
          </a:bodyPr>
          <a:lstStyle/>
          <a:p>
            <a:pPr indent="0">
              <a:spcBef>
                <a:spcPts val="1415"/>
              </a:spcBef>
              <a:buNone/>
            </a:pPr>
            <a:endParaRPr lang="en-us" cap="none">
              <a:solidFill>
                <a:srgbClr val="000000"/>
              </a:solidFill>
              <a:latin typeface="Arial" pitchFamily="2" charset="0"/>
              <a:ea typeface="Basic Roman" pitchFamily="1" charset="0"/>
              <a:cs typeface="Basic Roman" pitchFamily="1" charset="0"/>
            </a:endParaRPr>
          </a:p>
        </p:txBody>
      </p:sp>
      <p:sp>
        <p:nvSpPr>
          <p:cNvPr id="5" name="PlaceHolder 4"/>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gfw5ZxMAAAAlAAAAZAAAAA0AAAAAAAAAAAAAAAAAAAAAA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wAMAAKcWAAA/RwAAUiIAABAAAAAmAAAACAAAAD0QAAD/HwAA"/>
              </a:ext>
            </a:extLst>
          </p:cNvSpPr>
          <p:nvPr>
            <p:ph idx="1"/>
          </p:nvPr>
        </p:nvSpPr>
        <p:spPr>
          <a:xfrm>
            <a:off x="609600" y="3682365"/>
            <a:ext cx="10972165" cy="1896745"/>
          </a:xfrm>
          <a:noFill/>
          <a:ln>
            <a:noFill/>
          </a:ln>
        </p:spPr>
        <p:txBody>
          <a:bodyPr vert="horz" wrap="square" lIns="0" tIns="0" rIns="0" bIns="0" numCol="1" spcCol="215900" anchor="t">
            <a:prstTxWarp prst="textNoShape">
              <a:avLst/>
            </a:prstTxWarp>
          </a:bodyPr>
          <a:lstStyle/>
          <a:p>
            <a:pPr indent="0">
              <a:spcBef>
                <a:spcPts val="1415"/>
              </a:spcBef>
              <a:buNone/>
            </a:pPr>
            <a:endParaRPr lang="en-us" cap="none">
              <a:solidFill>
                <a:srgbClr val="000000"/>
              </a:solidFill>
              <a:latin typeface="Arial" pitchFamily="2" charset="0"/>
              <a:ea typeface="Basic Roman" pitchFamily="1" charset="0"/>
              <a:cs typeface="Basic Roman" pitchFamily="1" charset="0"/>
            </a:endParaRPr>
          </a:p>
        </p:txBody>
      </p:sp>
      <p:sp>
        <p:nvSpPr>
          <p:cNvPr id="6" name="PlaceHolder 5"/>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gfw5ZxMAAAAlAAAAZAAAAA0AAAAAkAAAAEgAAACQAAAAS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2BgAABonAAAnMgAAWCkAABAAAAAmAAAACAAAAAAAAAAAAAAA"/>
              </a:ext>
            </a:extLst>
          </p:cNvSpPr>
          <p:nvPr>
            <p:ph type="ftr" idx="11"/>
          </p:nvPr>
        </p:nvSpPr>
        <p:spPr/>
        <p:txBody>
          <a:bodyPr/>
          <a:lstStyle/>
          <a:p>
            <a:pPr>
              <a:defRPr lang="en-us"/>
            </a:pPr>
            <a:r>
              <a:t>Footer</a:t>
            </a:r>
          </a:p>
        </p:txBody>
      </p:sp>
      <p:sp>
        <p:nvSpPr>
          <p:cNvPr id="7" name="PlaceHolder 6"/>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gfw5ZxMAAAAlAAAAZAAAAA0AAAAAkAAAAEgAAACQAAAAS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EQAZw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DQAABonAADXRQAAWCkAABAAAAAmAAAACAAAAAAAAAAAAAAA"/>
              </a:ext>
            </a:extLst>
          </p:cNvSpPr>
          <p:nvPr>
            <p:ph type="sldNum" idx="12"/>
          </p:nvPr>
        </p:nvSpPr>
        <p:spPr/>
        <p:txBody>
          <a:bodyPr/>
          <a:lstStyle/>
          <a:p>
            <a:pPr>
              <a:defRPr lang="en-us"/>
            </a:pPr>
            <a:fld id="{5BFB4231-7FB6-AEB4-F843-89E10C0D0EDC}" type="slidenum">
              <a:t>‹#›</a:t>
            </a:fld>
            <a:endParaRPr/>
          </a:p>
        </p:txBody>
      </p:sp>
      <p:sp>
        <p:nvSpPr>
          <p:cNvPr id="8" name="PlaceHolder 7"/>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gfw5ZxMAAAAlAAAAZAAAAA0AAAAAkAAAAEgAAACQAAAAS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KAUAABonAAAHFgAAWCkAABAAAAAmAAAACAAAAAAAAAAAAAAA"/>
              </a:ext>
            </a:extLst>
          </p:cNvSpPr>
          <p:nvPr>
            <p:ph type="dt" idx="10"/>
          </p:nvPr>
        </p:nvSpPr>
        <p:spPr/>
        <p:txBody>
          <a:bodyPr/>
          <a:lstStyle/>
          <a:p>
            <a:pPr>
              <a:defRPr lang="en-us"/>
            </a:pPr>
            <a:endParaRPr/>
          </a:p>
        </p:txBody>
      </p:sp>
    </p:spTree>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2" name="PlaceHolder 1"/>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gfw5ZxMAAAAlAAAAZAAAAA0AAAAAAAAAAAAAAAAAAAAAA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wAMAAK8BAAA/RwAAuggAABAAAAAmAAAACAAAAD0QAAD/HwAA"/>
              </a:ext>
            </a:extLst>
          </p:cNvSpPr>
          <p:nvPr>
            <p:ph type="title"/>
          </p:nvPr>
        </p:nvSpPr>
        <p:spPr>
          <a:xfrm>
            <a:off x="609600" y="273685"/>
            <a:ext cx="10972165" cy="1144905"/>
          </a:xfrm>
          <a:noFill/>
          <a:ln>
            <a:noFill/>
          </a:ln>
        </p:spPr>
        <p:txBody>
          <a:bodyPr vert="horz" wrap="square" lIns="0" tIns="0" rIns="0" bIns="0" numCol="1" spcCol="215900" anchor="ctr">
            <a:prstTxWarp prst="textNoShape">
              <a:avLst/>
            </a:prstTxWarp>
          </a:bodyPr>
          <a:lstStyle/>
          <a:p>
            <a:pPr indent="0" algn="ctr">
              <a:buNone/>
            </a:pPr>
            <a:endParaRPr lang="en-us" cap="none">
              <a:solidFill>
                <a:srgbClr val="000000"/>
              </a:solidFill>
              <a:latin typeface="Arial" pitchFamily="2" charset="0"/>
              <a:ea typeface="Basic Roman" pitchFamily="1" charset="0"/>
              <a:cs typeface="Basic Roman" pitchFamily="1" charset="0"/>
            </a:endParaRPr>
          </a:p>
        </p:txBody>
      </p:sp>
      <p:sp>
        <p:nvSpPr>
          <p:cNvPr id="3" name="PlaceHolder 2"/>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gfw5ZxMAAAAlAAAAZAAAAA0AAAAAAAAAAAAAAAAAAAAAA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EQAZw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wAMAAN8JAAA/RwAAihUAABAAAAAmAAAACAAAAD0QAAD/HwAA"/>
              </a:ext>
            </a:extLst>
          </p:cNvSpPr>
          <p:nvPr>
            <p:ph idx="1"/>
          </p:nvPr>
        </p:nvSpPr>
        <p:spPr>
          <a:xfrm>
            <a:off x="609600" y="1604645"/>
            <a:ext cx="10972165" cy="1896745"/>
          </a:xfrm>
          <a:noFill/>
          <a:ln>
            <a:noFill/>
          </a:ln>
        </p:spPr>
        <p:txBody>
          <a:bodyPr vert="horz" wrap="square" lIns="0" tIns="0" rIns="0" bIns="0" numCol="1" spcCol="215900" anchor="t">
            <a:prstTxWarp prst="textNoShape">
              <a:avLst/>
            </a:prstTxWarp>
          </a:bodyPr>
          <a:lstStyle/>
          <a:p>
            <a:pPr indent="0">
              <a:spcBef>
                <a:spcPts val="1415"/>
              </a:spcBef>
              <a:buNone/>
            </a:pPr>
            <a:endParaRPr lang="en-us" cap="none">
              <a:solidFill>
                <a:srgbClr val="000000"/>
              </a:solidFill>
              <a:latin typeface="Arial" pitchFamily="2" charset="0"/>
              <a:ea typeface="Basic Roman" pitchFamily="1" charset="0"/>
              <a:cs typeface="Basic Roman" pitchFamily="1" charset="0"/>
            </a:endParaRPr>
          </a:p>
        </p:txBody>
      </p:sp>
      <p:sp>
        <p:nvSpPr>
          <p:cNvPr id="4" name="PlaceHolder 3"/>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gfw5ZxMAAAAlAAAAZAAAAA0AAAAAAAAAAAAAAAAAAAAAA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wAMAAKcWAAA/RwAAUiIAABAAAAAmAAAACAAAAD0QAAD/HwAA"/>
              </a:ext>
            </a:extLst>
          </p:cNvSpPr>
          <p:nvPr>
            <p:ph idx="1"/>
          </p:nvPr>
        </p:nvSpPr>
        <p:spPr>
          <a:xfrm>
            <a:off x="609600" y="3682365"/>
            <a:ext cx="10972165" cy="1896745"/>
          </a:xfrm>
          <a:noFill/>
          <a:ln>
            <a:noFill/>
          </a:ln>
        </p:spPr>
        <p:txBody>
          <a:bodyPr vert="horz" wrap="square" lIns="0" tIns="0" rIns="0" bIns="0" numCol="1" spcCol="215900" anchor="t">
            <a:prstTxWarp prst="textNoShape">
              <a:avLst/>
            </a:prstTxWarp>
          </a:bodyPr>
          <a:lstStyle/>
          <a:p>
            <a:pPr indent="0">
              <a:spcBef>
                <a:spcPts val="1415"/>
              </a:spcBef>
              <a:buNone/>
            </a:pPr>
            <a:endParaRPr lang="en-us" cap="none">
              <a:solidFill>
                <a:srgbClr val="000000"/>
              </a:solidFill>
              <a:latin typeface="Arial" pitchFamily="2" charset="0"/>
              <a:ea typeface="Basic Roman" pitchFamily="1" charset="0"/>
              <a:cs typeface="Basic Roman" pitchFamily="1" charset="0"/>
            </a:endParaRPr>
          </a:p>
        </p:txBody>
      </p:sp>
      <p:sp>
        <p:nvSpPr>
          <p:cNvPr id="5" name="PlaceHolder 4"/>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gfw5ZxMAAAAlAAAAZAAAAA0AAAAAkAAAAEgAAACQAAAAS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2BgAABonAAAnMgAAWCkAABAAAAAmAAAACAAAAAAAAAAAAAAA"/>
              </a:ext>
            </a:extLst>
          </p:cNvSpPr>
          <p:nvPr>
            <p:ph type="ftr" idx="11"/>
          </p:nvPr>
        </p:nvSpPr>
        <p:spPr/>
        <p:txBody>
          <a:bodyPr/>
          <a:lstStyle/>
          <a:p>
            <a:pPr>
              <a:defRPr lang="en-us"/>
            </a:pPr>
            <a:r>
              <a:t>Footer</a:t>
            </a:r>
          </a:p>
        </p:txBody>
      </p:sp>
      <p:sp>
        <p:nvSpPr>
          <p:cNvPr id="6" name="PlaceHolder 5"/>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gfw5ZxMAAAAlAAAAZAAAAA0AAAAAkAAAAEgAAACQAAAAS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DQAABonAADXRQAAWCkAABAAAAAmAAAACAAAAAAAAAAAAAAA"/>
              </a:ext>
            </a:extLst>
          </p:cNvSpPr>
          <p:nvPr>
            <p:ph type="sldNum" idx="12"/>
          </p:nvPr>
        </p:nvSpPr>
        <p:spPr/>
        <p:txBody>
          <a:bodyPr/>
          <a:lstStyle/>
          <a:p>
            <a:pPr>
              <a:defRPr lang="en-us"/>
            </a:pPr>
            <a:fld id="{68AD3C36-7885-F8CA-CB15-8E9F725B3DDB}" type="slidenum">
              <a:t>‹#›</a:t>
            </a:fld>
            <a:endParaRPr/>
          </a:p>
        </p:txBody>
      </p:sp>
      <p:sp>
        <p:nvSpPr>
          <p:cNvPr id="7" name="PlaceHolder 6"/>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gfw5ZxMAAAAlAAAAZAAAAA0AAAAAkAAAAEgAAACQAAAAS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KAUAABonAAAHFgAAWCkAABAAAAAmAAAACAAAAAAAAAAAAAAA"/>
              </a:ext>
            </a:extLst>
          </p:cNvSpPr>
          <p:nvPr>
            <p:ph type="dt" idx="10"/>
          </p:nvPr>
        </p:nvSpPr>
        <p:spPr/>
        <p:txBody>
          <a:bodyPr/>
          <a:lstStyle/>
          <a:p>
            <a:pPr>
              <a:defRPr lang="en-us"/>
            </a:pPr>
            <a:endParaRPr/>
          </a:p>
        </p:txBody>
      </p:sp>
    </p:spTree>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2" name="PlaceHolder 1"/>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gfw5ZxMAAAAlAAAAZAAAAA0AAAAAAAAAAAAAAAAAAAAAA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EQAZw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wAMAAK8BAAA/RwAAuggAABAAAAAmAAAACAAAAD0QAAD/HwAA"/>
              </a:ext>
            </a:extLst>
          </p:cNvSpPr>
          <p:nvPr>
            <p:ph type="title"/>
          </p:nvPr>
        </p:nvSpPr>
        <p:spPr>
          <a:xfrm>
            <a:off x="609600" y="273685"/>
            <a:ext cx="10972165" cy="1144905"/>
          </a:xfrm>
          <a:noFill/>
          <a:ln>
            <a:noFill/>
          </a:ln>
        </p:spPr>
        <p:txBody>
          <a:bodyPr vert="horz" wrap="square" lIns="0" tIns="0" rIns="0" bIns="0" numCol="1" spcCol="215900" anchor="ctr">
            <a:prstTxWarp prst="textNoShape">
              <a:avLst/>
            </a:prstTxWarp>
          </a:bodyPr>
          <a:lstStyle/>
          <a:p>
            <a:pPr indent="0" algn="ctr">
              <a:buNone/>
            </a:pPr>
            <a:endParaRPr lang="en-us" cap="none">
              <a:solidFill>
                <a:srgbClr val="000000"/>
              </a:solidFill>
              <a:latin typeface="Arial" pitchFamily="2" charset="0"/>
              <a:ea typeface="Basic Roman" pitchFamily="1" charset="0"/>
              <a:cs typeface="Basic Roman" pitchFamily="1" charset="0"/>
            </a:endParaRPr>
          </a:p>
        </p:txBody>
      </p:sp>
      <p:sp>
        <p:nvSpPr>
          <p:cNvPr id="3" name="PlaceHolder 2"/>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gfw5ZxMAAAAlAAAAZAAAAA0AAAAAAAAAAAAAAAAAAAAAA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wAMAAN8JAACwJAAAihUAABAAAAAmAAAACAAAAD0QAAD/HwAA"/>
              </a:ext>
            </a:extLst>
          </p:cNvSpPr>
          <p:nvPr>
            <p:ph idx="1"/>
          </p:nvPr>
        </p:nvSpPr>
        <p:spPr>
          <a:xfrm>
            <a:off x="609600" y="1604645"/>
            <a:ext cx="5354320" cy="1896745"/>
          </a:xfrm>
          <a:noFill/>
          <a:ln>
            <a:noFill/>
          </a:ln>
        </p:spPr>
        <p:txBody>
          <a:bodyPr vert="horz" wrap="square" lIns="0" tIns="0" rIns="0" bIns="0" numCol="1" spcCol="215900" anchor="t">
            <a:prstTxWarp prst="textNoShape">
              <a:avLst/>
            </a:prstTxWarp>
          </a:bodyPr>
          <a:lstStyle/>
          <a:p>
            <a:pPr indent="0">
              <a:spcBef>
                <a:spcPts val="1415"/>
              </a:spcBef>
              <a:buNone/>
            </a:pPr>
            <a:endParaRPr lang="en-us" cap="none">
              <a:solidFill>
                <a:srgbClr val="000000"/>
              </a:solidFill>
              <a:latin typeface="Arial" pitchFamily="2" charset="0"/>
              <a:ea typeface="Basic Roman" pitchFamily="1" charset="0"/>
              <a:cs typeface="Basic Roman" pitchFamily="1" charset="0"/>
            </a:endParaRPr>
          </a:p>
        </p:txBody>
      </p:sp>
      <p:sp>
        <p:nvSpPr>
          <p:cNvPr id="4" name="PlaceHolder 3"/>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gfw5ZxMAAAAlAAAAZAAAAA0AAAAAAAAAAAAAAAAAAAAAA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ViYAAN8JAABGRwAAihUAABAAAAAmAAAACAAAAD0QAAD/HwAA"/>
              </a:ext>
            </a:extLst>
          </p:cNvSpPr>
          <p:nvPr>
            <p:ph idx="1"/>
          </p:nvPr>
        </p:nvSpPr>
        <p:spPr>
          <a:xfrm>
            <a:off x="6231890" y="1604645"/>
            <a:ext cx="5354320" cy="1896745"/>
          </a:xfrm>
          <a:noFill/>
          <a:ln>
            <a:noFill/>
          </a:ln>
        </p:spPr>
        <p:txBody>
          <a:bodyPr vert="horz" wrap="square" lIns="0" tIns="0" rIns="0" bIns="0" numCol="1" spcCol="215900" anchor="t">
            <a:prstTxWarp prst="textNoShape">
              <a:avLst/>
            </a:prstTxWarp>
          </a:bodyPr>
          <a:lstStyle/>
          <a:p>
            <a:pPr indent="0">
              <a:spcBef>
                <a:spcPts val="1415"/>
              </a:spcBef>
              <a:buNone/>
            </a:pPr>
            <a:endParaRPr lang="en-us" cap="none">
              <a:solidFill>
                <a:srgbClr val="000000"/>
              </a:solidFill>
              <a:latin typeface="Arial" pitchFamily="2" charset="0"/>
              <a:ea typeface="Basic Roman" pitchFamily="1" charset="0"/>
              <a:cs typeface="Basic Roman" pitchFamily="1" charset="0"/>
            </a:endParaRPr>
          </a:p>
        </p:txBody>
      </p:sp>
      <p:sp>
        <p:nvSpPr>
          <p:cNvPr id="5" name="PlaceHolder 4"/>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gfw5ZxMAAAAlAAAAZAAAAA0AAAAAAAAAAAAAAAAAAAAAA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wAMAAKcWAACwJAAAUiIAABAAAAAmAAAACAAAAD0QAAD/HwAA"/>
              </a:ext>
            </a:extLst>
          </p:cNvSpPr>
          <p:nvPr>
            <p:ph idx="1"/>
          </p:nvPr>
        </p:nvSpPr>
        <p:spPr>
          <a:xfrm>
            <a:off x="609600" y="3682365"/>
            <a:ext cx="5354320" cy="1896745"/>
          </a:xfrm>
          <a:noFill/>
          <a:ln>
            <a:noFill/>
          </a:ln>
        </p:spPr>
        <p:txBody>
          <a:bodyPr vert="horz" wrap="square" lIns="0" tIns="0" rIns="0" bIns="0" numCol="1" spcCol="215900" anchor="t">
            <a:prstTxWarp prst="textNoShape">
              <a:avLst/>
            </a:prstTxWarp>
          </a:bodyPr>
          <a:lstStyle/>
          <a:p>
            <a:pPr indent="0">
              <a:spcBef>
                <a:spcPts val="1415"/>
              </a:spcBef>
              <a:buNone/>
            </a:pPr>
            <a:endParaRPr lang="en-us" cap="none">
              <a:solidFill>
                <a:srgbClr val="000000"/>
              </a:solidFill>
              <a:latin typeface="Arial" pitchFamily="2" charset="0"/>
              <a:ea typeface="Basic Roman" pitchFamily="1" charset="0"/>
              <a:cs typeface="Basic Roman" pitchFamily="1" charset="0"/>
            </a:endParaRPr>
          </a:p>
        </p:txBody>
      </p:sp>
      <p:sp>
        <p:nvSpPr>
          <p:cNvPr id="6" name="PlaceHolder 5"/>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gfw5ZxMAAAAlAAAAZAAAAA0AAAAAAAAAAAAAAAAAAAAAA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ViYAAKcWAABGRwAAUiIAABAAAAAmAAAACAAAAD0QAAD/HwAA"/>
              </a:ext>
            </a:extLst>
          </p:cNvSpPr>
          <p:nvPr>
            <p:ph idx="1"/>
          </p:nvPr>
        </p:nvSpPr>
        <p:spPr>
          <a:xfrm>
            <a:off x="6231890" y="3682365"/>
            <a:ext cx="5354320" cy="1896745"/>
          </a:xfrm>
          <a:noFill/>
          <a:ln>
            <a:noFill/>
          </a:ln>
        </p:spPr>
        <p:txBody>
          <a:bodyPr vert="horz" wrap="square" lIns="0" tIns="0" rIns="0" bIns="0" numCol="1" spcCol="215900" anchor="t">
            <a:prstTxWarp prst="textNoShape">
              <a:avLst/>
            </a:prstTxWarp>
          </a:bodyPr>
          <a:lstStyle/>
          <a:p>
            <a:pPr indent="0">
              <a:spcBef>
                <a:spcPts val="1415"/>
              </a:spcBef>
              <a:buNone/>
            </a:pPr>
            <a:endParaRPr lang="en-us" cap="none">
              <a:solidFill>
                <a:srgbClr val="000000"/>
              </a:solidFill>
              <a:latin typeface="Arial" pitchFamily="2" charset="0"/>
              <a:ea typeface="Basic Roman" pitchFamily="1" charset="0"/>
              <a:cs typeface="Basic Roman" pitchFamily="1" charset="0"/>
            </a:endParaRPr>
          </a:p>
        </p:txBody>
      </p:sp>
      <p:sp>
        <p:nvSpPr>
          <p:cNvPr id="7" name="PlaceHolder 6"/>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gfw5ZxMAAAAlAAAAZAAAAA0AAAAAkAAAAEgAAACQAAAAS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2BgAABonAAAnMgAAWCkAABAAAAAmAAAACAAAAAAAAAAAAAAA"/>
              </a:ext>
            </a:extLst>
          </p:cNvSpPr>
          <p:nvPr>
            <p:ph type="ftr" idx="11"/>
          </p:nvPr>
        </p:nvSpPr>
        <p:spPr/>
        <p:txBody>
          <a:bodyPr/>
          <a:lstStyle/>
          <a:p>
            <a:pPr>
              <a:defRPr lang="en-us"/>
            </a:pPr>
            <a:r>
              <a:t>Footer</a:t>
            </a:r>
          </a:p>
        </p:txBody>
      </p:sp>
      <p:sp>
        <p:nvSpPr>
          <p:cNvPr id="8" name="PlaceHolder 7"/>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gfw5ZxMAAAAlAAAAZAAAAA0AAAAAkAAAAEgAAACQAAAAS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DQAABonAADXRQAAWCkAABAAAAAmAAAACAAAAAAAAAAAAAAA"/>
              </a:ext>
            </a:extLst>
          </p:cNvSpPr>
          <p:nvPr>
            <p:ph type="sldNum" idx="12"/>
          </p:nvPr>
        </p:nvSpPr>
        <p:spPr/>
        <p:txBody>
          <a:bodyPr/>
          <a:lstStyle/>
          <a:p>
            <a:pPr>
              <a:defRPr lang="en-us"/>
            </a:pPr>
            <a:fld id="{26EBDDE1-AFCB-BE2B-8553-597E931D730C}" type="slidenum">
              <a:t>‹#›</a:t>
            </a:fld>
            <a:endParaRPr/>
          </a:p>
        </p:txBody>
      </p:sp>
      <p:sp>
        <p:nvSpPr>
          <p:cNvPr id="9" name="PlaceHolder 8"/>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gfw5ZxMAAAAlAAAAZAAAAA0AAAAAkAAAAEgAAACQAAAAS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KAUAABonAAAHFgAAWCkAABAAAAAmAAAACAAAAAAAAAAAAAAA"/>
              </a:ext>
            </a:extLst>
          </p:cNvSpPr>
          <p:nvPr>
            <p:ph type="dt" idx="10"/>
          </p:nvPr>
        </p:nvSpPr>
        <p:spPr/>
        <p:txBody>
          <a:bodyPr/>
          <a:lstStyle/>
          <a:p>
            <a:pPr>
              <a:defRPr lang="en-us"/>
            </a:pPr>
            <a:endParaRPr/>
          </a:p>
        </p:txBody>
      </p:sp>
    </p:spTree>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2" name="PlaceHolder 1"/>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gfw5ZxMAAAAlAAAAZAAAAA0AAAAAAAAAAAAAAAAAAAAAA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EQAZw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wAMAAK8BAAA/RwAAuggAABAAAAAmAAAACAAAAD0QAAD/HwAA"/>
              </a:ext>
            </a:extLst>
          </p:cNvSpPr>
          <p:nvPr>
            <p:ph type="title"/>
          </p:nvPr>
        </p:nvSpPr>
        <p:spPr>
          <a:xfrm>
            <a:off x="609600" y="273685"/>
            <a:ext cx="10972165" cy="1144905"/>
          </a:xfrm>
          <a:noFill/>
          <a:ln>
            <a:noFill/>
          </a:ln>
        </p:spPr>
        <p:txBody>
          <a:bodyPr vert="horz" wrap="square" lIns="0" tIns="0" rIns="0" bIns="0" numCol="1" spcCol="215900" anchor="ctr">
            <a:prstTxWarp prst="textNoShape">
              <a:avLst/>
            </a:prstTxWarp>
          </a:bodyPr>
          <a:lstStyle/>
          <a:p>
            <a:pPr indent="0" algn="ctr">
              <a:buNone/>
            </a:pPr>
            <a:endParaRPr lang="en-us" cap="none">
              <a:solidFill>
                <a:srgbClr val="000000"/>
              </a:solidFill>
              <a:latin typeface="Arial" pitchFamily="2" charset="0"/>
              <a:ea typeface="Basic Roman" pitchFamily="1" charset="0"/>
              <a:cs typeface="Basic Roman" pitchFamily="1" charset="0"/>
            </a:endParaRPr>
          </a:p>
        </p:txBody>
      </p:sp>
      <p:sp>
        <p:nvSpPr>
          <p:cNvPr id="3" name="PlaceHolder 2"/>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gfw5ZxMAAAAlAAAAZAAAAA0AAAAAAAAAAAAAAAAAAAAAA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wAMAAN8JAAB8GQAAihUAABAAAAAmAAAACAAAAD0QAAD/HwAA"/>
              </a:ext>
            </a:extLst>
          </p:cNvSpPr>
          <p:nvPr>
            <p:ph idx="6"/>
          </p:nvPr>
        </p:nvSpPr>
        <p:spPr>
          <a:xfrm>
            <a:off x="609600" y="1604645"/>
            <a:ext cx="3533140" cy="1896745"/>
          </a:xfrm>
          <a:noFill/>
          <a:ln>
            <a:noFill/>
          </a:ln>
        </p:spPr>
        <p:txBody>
          <a:bodyPr vert="horz" wrap="square" lIns="0" tIns="0" rIns="0" bIns="0" numCol="1" spcCol="215900" anchor="t">
            <a:prstTxWarp prst="textNoShape">
              <a:avLst/>
            </a:prstTxWarp>
          </a:bodyPr>
          <a:lstStyle/>
          <a:p>
            <a:pPr indent="0">
              <a:spcBef>
                <a:spcPts val="1415"/>
              </a:spcBef>
              <a:buNone/>
            </a:pPr>
            <a:endParaRPr lang="en-us" cap="none">
              <a:solidFill>
                <a:srgbClr val="000000"/>
              </a:solidFill>
              <a:latin typeface="Arial" pitchFamily="2" charset="0"/>
              <a:ea typeface="Basic Roman" pitchFamily="1" charset="0"/>
              <a:cs typeface="Basic Roman" pitchFamily="1" charset="0"/>
            </a:endParaRPr>
          </a:p>
        </p:txBody>
      </p:sp>
      <p:sp>
        <p:nvSpPr>
          <p:cNvPr id="4" name="PlaceHolder 3"/>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gfw5ZxMAAAAlAAAAZAAAAA0AAAAAAAAAAAAAAAAAAAAAA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kxoAAN8JAABOMAAAihUAABAAAAAmAAAACAAAAD0QAAD/HwAA"/>
              </a:ext>
            </a:extLst>
          </p:cNvSpPr>
          <p:nvPr>
            <p:ph idx="5"/>
          </p:nvPr>
        </p:nvSpPr>
        <p:spPr>
          <a:xfrm>
            <a:off x="4319905" y="1604645"/>
            <a:ext cx="3532505" cy="1896745"/>
          </a:xfrm>
          <a:noFill/>
          <a:ln>
            <a:noFill/>
          </a:ln>
        </p:spPr>
        <p:txBody>
          <a:bodyPr vert="horz" wrap="square" lIns="0" tIns="0" rIns="0" bIns="0" numCol="1" spcCol="215900" anchor="t">
            <a:prstTxWarp prst="textNoShape">
              <a:avLst/>
            </a:prstTxWarp>
          </a:bodyPr>
          <a:lstStyle/>
          <a:p>
            <a:pPr indent="0">
              <a:spcBef>
                <a:spcPts val="1415"/>
              </a:spcBef>
              <a:buNone/>
            </a:pPr>
            <a:endParaRPr lang="en-us" cap="none">
              <a:solidFill>
                <a:srgbClr val="000000"/>
              </a:solidFill>
              <a:latin typeface="Arial" pitchFamily="2" charset="0"/>
              <a:ea typeface="Basic Roman" pitchFamily="1" charset="0"/>
              <a:cs typeface="Basic Roman" pitchFamily="1" charset="0"/>
            </a:endParaRPr>
          </a:p>
        </p:txBody>
      </p:sp>
      <p:sp>
        <p:nvSpPr>
          <p:cNvPr id="5" name="PlaceHolder 4"/>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gfw5ZxMAAAAlAAAAZAAAAA0AAAAAAAAAAAAAAAAAAAAAA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ZTEAAN8JAAAhRwAAihUAABAAAAAmAAAACAAAAD0QAAD/HwAA"/>
              </a:ext>
            </a:extLst>
          </p:cNvSpPr>
          <p:nvPr>
            <p:ph idx="4"/>
          </p:nvPr>
        </p:nvSpPr>
        <p:spPr>
          <a:xfrm>
            <a:off x="8029575" y="1604645"/>
            <a:ext cx="3533140" cy="1896745"/>
          </a:xfrm>
          <a:noFill/>
          <a:ln>
            <a:noFill/>
          </a:ln>
        </p:spPr>
        <p:txBody>
          <a:bodyPr vert="horz" wrap="square" lIns="0" tIns="0" rIns="0" bIns="0" numCol="1" spcCol="215900" anchor="t">
            <a:prstTxWarp prst="textNoShape">
              <a:avLst/>
            </a:prstTxWarp>
          </a:bodyPr>
          <a:lstStyle/>
          <a:p>
            <a:pPr indent="0">
              <a:spcBef>
                <a:spcPts val="1415"/>
              </a:spcBef>
              <a:buNone/>
            </a:pPr>
            <a:endParaRPr lang="en-us" cap="none">
              <a:solidFill>
                <a:srgbClr val="000000"/>
              </a:solidFill>
              <a:latin typeface="Arial" pitchFamily="2" charset="0"/>
              <a:ea typeface="Basic Roman" pitchFamily="1" charset="0"/>
              <a:cs typeface="Basic Roman" pitchFamily="1" charset="0"/>
            </a:endParaRPr>
          </a:p>
        </p:txBody>
      </p:sp>
      <p:sp>
        <p:nvSpPr>
          <p:cNvPr id="6" name="PlaceHolder 5"/>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gfw5ZxMAAAAlAAAAZAAAAA0AAAAAAAAAAAAAAAAAAAAAA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wAMAAKcWAAB8GQAAUiIAABAAAAAmAAAACAAAAD0QAAD/HwAA"/>
              </a:ext>
            </a:extLst>
          </p:cNvSpPr>
          <p:nvPr>
            <p:ph idx="3"/>
          </p:nvPr>
        </p:nvSpPr>
        <p:spPr>
          <a:xfrm>
            <a:off x="609600" y="3682365"/>
            <a:ext cx="3533140" cy="1896745"/>
          </a:xfrm>
          <a:noFill/>
          <a:ln>
            <a:noFill/>
          </a:ln>
        </p:spPr>
        <p:txBody>
          <a:bodyPr vert="horz" wrap="square" lIns="0" tIns="0" rIns="0" bIns="0" numCol="1" spcCol="215900" anchor="t">
            <a:prstTxWarp prst="textNoShape">
              <a:avLst/>
            </a:prstTxWarp>
          </a:bodyPr>
          <a:lstStyle/>
          <a:p>
            <a:pPr indent="0">
              <a:spcBef>
                <a:spcPts val="1415"/>
              </a:spcBef>
              <a:buNone/>
            </a:pPr>
            <a:endParaRPr lang="en-us" cap="none">
              <a:solidFill>
                <a:srgbClr val="000000"/>
              </a:solidFill>
              <a:latin typeface="Arial" pitchFamily="2" charset="0"/>
              <a:ea typeface="Basic Roman" pitchFamily="1" charset="0"/>
              <a:cs typeface="Basic Roman" pitchFamily="1" charset="0"/>
            </a:endParaRPr>
          </a:p>
        </p:txBody>
      </p:sp>
      <p:sp>
        <p:nvSpPr>
          <p:cNvPr id="7" name="PlaceHolder 6"/>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gfw5ZxMAAAAlAAAAZAAAAA0AAAAAAAAAAAAAAAAAAAAAA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kxoAAKcWAABOMAAAUiIAABAAAAAmAAAACAAAAD0QAAD/HwAA"/>
              </a:ext>
            </a:extLst>
          </p:cNvSpPr>
          <p:nvPr>
            <p:ph idx="2"/>
          </p:nvPr>
        </p:nvSpPr>
        <p:spPr>
          <a:xfrm>
            <a:off x="4319905" y="3682365"/>
            <a:ext cx="3532505" cy="1896745"/>
          </a:xfrm>
          <a:noFill/>
          <a:ln>
            <a:noFill/>
          </a:ln>
        </p:spPr>
        <p:txBody>
          <a:bodyPr vert="horz" wrap="square" lIns="0" tIns="0" rIns="0" bIns="0" numCol="1" spcCol="215900" anchor="t">
            <a:prstTxWarp prst="textNoShape">
              <a:avLst/>
            </a:prstTxWarp>
          </a:bodyPr>
          <a:lstStyle/>
          <a:p>
            <a:pPr indent="0">
              <a:spcBef>
                <a:spcPts val="1415"/>
              </a:spcBef>
              <a:buNone/>
            </a:pPr>
            <a:endParaRPr lang="en-us" cap="none">
              <a:solidFill>
                <a:srgbClr val="000000"/>
              </a:solidFill>
              <a:latin typeface="Arial" pitchFamily="2" charset="0"/>
              <a:ea typeface="Basic Roman" pitchFamily="1" charset="0"/>
              <a:cs typeface="Basic Roman" pitchFamily="1" charset="0"/>
            </a:endParaRPr>
          </a:p>
        </p:txBody>
      </p:sp>
      <p:sp>
        <p:nvSpPr>
          <p:cNvPr id="8" name="PlaceHolder 7"/>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gfw5ZxMAAAAlAAAAZAAAAA0AAAAAAAAAAAAAAAAAAAAAA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ZTEAAKcWAAAhRwAAUiIAABAAAAAmAAAACAAAAD0QAAD/HwAA"/>
              </a:ext>
            </a:extLst>
          </p:cNvSpPr>
          <p:nvPr>
            <p:ph idx="1"/>
          </p:nvPr>
        </p:nvSpPr>
        <p:spPr>
          <a:xfrm>
            <a:off x="8029575" y="3682365"/>
            <a:ext cx="3533140" cy="1896745"/>
          </a:xfrm>
          <a:noFill/>
          <a:ln>
            <a:noFill/>
          </a:ln>
        </p:spPr>
        <p:txBody>
          <a:bodyPr vert="horz" wrap="square" lIns="0" tIns="0" rIns="0" bIns="0" numCol="1" spcCol="215900" anchor="t">
            <a:prstTxWarp prst="textNoShape">
              <a:avLst/>
            </a:prstTxWarp>
          </a:bodyPr>
          <a:lstStyle/>
          <a:p>
            <a:pPr indent="0">
              <a:spcBef>
                <a:spcPts val="1415"/>
              </a:spcBef>
              <a:buNone/>
            </a:pPr>
            <a:endParaRPr lang="en-us" cap="none">
              <a:solidFill>
                <a:srgbClr val="000000"/>
              </a:solidFill>
              <a:latin typeface="Arial" pitchFamily="2" charset="0"/>
              <a:ea typeface="Basic Roman" pitchFamily="1" charset="0"/>
              <a:cs typeface="Basic Roman" pitchFamily="1" charset="0"/>
            </a:endParaRPr>
          </a:p>
        </p:txBody>
      </p:sp>
      <p:sp>
        <p:nvSpPr>
          <p:cNvPr id="9" name="PlaceHolder 8"/>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gfw5ZxMAAAAlAAAAZAAAAA0AAAAAkAAAAEgAAACQAAAAS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2BgAABonAAAnMgAAWCkAABAAAAAmAAAACAAAAAAAAAAAAAAA"/>
              </a:ext>
            </a:extLst>
          </p:cNvSpPr>
          <p:nvPr>
            <p:ph type="ftr" idx="11"/>
          </p:nvPr>
        </p:nvSpPr>
        <p:spPr/>
        <p:txBody>
          <a:bodyPr/>
          <a:lstStyle/>
          <a:p>
            <a:pPr>
              <a:defRPr lang="en-us"/>
            </a:pPr>
            <a:r>
              <a:t>Footer</a:t>
            </a:r>
          </a:p>
        </p:txBody>
      </p:sp>
      <p:sp>
        <p:nvSpPr>
          <p:cNvPr id="10" name="PlaceHolder 9"/>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gfw5ZxMAAAAlAAAAZAAAAA0AAAAAkAAAAEgAAACQAAAAS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DQAABonAADXRQAAWCkAABAAAAAmAAAACAAAAAAAAAAAAAAA"/>
              </a:ext>
            </a:extLst>
          </p:cNvSpPr>
          <p:nvPr>
            <p:ph type="sldNum" idx="12"/>
          </p:nvPr>
        </p:nvSpPr>
        <p:spPr/>
        <p:txBody>
          <a:bodyPr/>
          <a:lstStyle/>
          <a:p>
            <a:pPr>
              <a:defRPr lang="en-us"/>
            </a:pPr>
            <a:fld id="{528FCFBC-F2BF-DA39-F137-046C81790751}" type="slidenum">
              <a:t>‹#›</a:t>
            </a:fld>
            <a:endParaRPr/>
          </a:p>
        </p:txBody>
      </p:sp>
      <p:sp>
        <p:nvSpPr>
          <p:cNvPr id="11" name="PlaceHolder 10"/>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gfw5ZxMAAAAlAAAAZAAAAA0AAAAAkAAAAEgAAACQAAAAS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KAUAABonAAAHFgAAWCkAABAAAAAmAAAACAAAAAAAAAAAAAAA"/>
              </a:ext>
            </a:extLst>
          </p:cNvSpPr>
          <p:nvPr>
            <p:ph type="dt" idx="10"/>
          </p:nvPr>
        </p:nvSpPr>
        <p:spPr/>
        <p:txBody>
          <a:bodyPr/>
          <a:lstStyle/>
          <a:p>
            <a:pPr>
              <a:defRPr lang="en-us"/>
            </a:pPr>
            <a:endParaRPr/>
          </a:p>
        </p:txBody>
      </p:sp>
    </p:spTree>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
        <p:nvSpPr>
          <p:cNvPr id="2" name="PlaceHolder 1"/>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gfw5ZxMAAAAlAAAAZAAAAA0AAAAAkAAAAEgAAACQAAAAS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EQAZw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2BgAABonAAAnMgAAWCkAABAAAAAmAAAACAAAAAAAAAAAAAAA"/>
              </a:ext>
            </a:extLst>
          </p:cNvSpPr>
          <p:nvPr>
            <p:ph type="ftr" idx="11"/>
          </p:nvPr>
        </p:nvSpPr>
        <p:spPr/>
        <p:txBody>
          <a:bodyPr/>
          <a:lstStyle/>
          <a:p>
            <a:pPr>
              <a:defRPr lang="en-us"/>
            </a:pPr>
            <a:r>
              <a:t>Footer</a:t>
            </a:r>
          </a:p>
        </p:txBody>
      </p:sp>
      <p:sp>
        <p:nvSpPr>
          <p:cNvPr id="3" name="PlaceHolder 2"/>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gfw5ZxMAAAAlAAAAZAAAAA0AAAAAkAAAAEgAAACQAAAAS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DQAABonAADXRQAAWCkAABAAAAAmAAAACAAAAAAAAAAAAAAA"/>
              </a:ext>
            </a:extLst>
          </p:cNvSpPr>
          <p:nvPr>
            <p:ph type="sldNum" idx="12"/>
          </p:nvPr>
        </p:nvSpPr>
        <p:spPr/>
        <p:txBody>
          <a:bodyPr/>
          <a:lstStyle/>
          <a:p>
            <a:pPr>
              <a:defRPr lang="en-us"/>
            </a:pPr>
            <a:fld id="{71F6AA1D-539C-A35C-D24E-A509E40024F0}" type="slidenum">
              <a:t>‹#›</a:t>
            </a:fld>
            <a:endParaRPr/>
          </a:p>
        </p:txBody>
      </p:sp>
      <p:sp>
        <p:nvSpPr>
          <p:cNvPr id="4" name="PlaceHolder 3"/>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gfw5ZxMAAAAlAAAAZAAAAA0AAAAAkAAAAEgAAACQAAAAS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KAUAABonAAAHFgAAWCkAABAAAAAmAAAACAAAAAAAAAAAAAAA"/>
              </a:ext>
            </a:extLst>
          </p:cNvSpPr>
          <p:nvPr>
            <p:ph type="dt" idx="10"/>
          </p:nvPr>
        </p:nvSpPr>
        <p:spPr/>
        <p:txBody>
          <a:bodyPr/>
          <a:lstStyle/>
          <a:p>
            <a:pPr>
              <a:defRPr lang="en-us"/>
            </a:pPr>
            <a:endParaRPr/>
          </a:p>
        </p:txBody>
      </p:sp>
    </p:spTree>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2" name="PlaceHolder 1"/>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gfw5ZxMAAAAlAAAAZAAAAA0AAAAAAAAAAAAAAAAAAAAAA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EQAZw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wAMAAK8BAAA/RwAAuggAABAAAAAmAAAACAAAADwQAAD/HwAA"/>
              </a:ext>
            </a:extLst>
          </p:cNvSpPr>
          <p:nvPr>
            <p:ph type="title"/>
          </p:nvPr>
        </p:nvSpPr>
        <p:spPr>
          <a:noFill/>
          <a:ln>
            <a:noFill/>
          </a:ln>
        </p:spPr>
        <p:txBody>
          <a:bodyPr vert="horz" wrap="square" lIns="0" tIns="0" rIns="0" bIns="0" numCol="1" spcCol="215900" anchor="ctr">
            <a:prstTxWarp prst="textNoShape">
              <a:avLst/>
            </a:prstTxWarp>
          </a:bodyPr>
          <a:lstStyle/>
          <a:p>
            <a:pPr indent="0" algn="ctr">
              <a:buNone/>
            </a:pPr>
            <a:endParaRPr lang="en-us" cap="none">
              <a:solidFill>
                <a:srgbClr val="000000"/>
              </a:solidFill>
              <a:latin typeface="Arial" pitchFamily="2" charset="0"/>
              <a:ea typeface="Basic Roman" pitchFamily="1" charset="0"/>
              <a:cs typeface="Basic Roman" pitchFamily="1" charset="0"/>
            </a:endParaRPr>
          </a:p>
        </p:txBody>
      </p:sp>
      <p:sp>
        <p:nvSpPr>
          <p:cNvPr id="3" name="PlaceHolder 2"/>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gfw5ZxMAAAAlAAAAZAAAAA0AAAAAAAAAAAAAAAAAAAAAA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EQAZw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wAMAAN8JAAA/RwAAViIAABAAAAAmAAAACAAAALwQAAD/HwAA"/>
              </a:ext>
            </a:extLst>
          </p:cNvSpPr>
          <p:nvPr>
            <p:ph type="subTitle" idx="1"/>
          </p:nvPr>
        </p:nvSpPr>
        <p:spPr>
          <a:noFill/>
          <a:ln>
            <a:noFill/>
          </a:ln>
        </p:spPr>
        <p:txBody>
          <a:bodyPr vert="horz" wrap="square" lIns="0" tIns="0" rIns="0" bIns="0" numCol="1" spcCol="215900" anchor="ctr">
            <a:prstTxWarp prst="textNoShape">
              <a:avLst/>
            </a:prstTxWarp>
          </a:bodyPr>
          <a:lstStyle/>
          <a:p>
            <a:pPr indent="0" algn="ctr">
              <a:buNone/>
            </a:pPr>
            <a:endParaRPr lang="en-us" cap="none">
              <a:solidFill>
                <a:srgbClr val="000000"/>
              </a:solidFill>
              <a:latin typeface="Arial" pitchFamily="2" charset="0"/>
              <a:ea typeface="Basic Roman" pitchFamily="1" charset="0"/>
              <a:cs typeface="Basic Roman" pitchFamily="1" charset="0"/>
            </a:endParaRPr>
          </a:p>
        </p:txBody>
      </p:sp>
      <p:sp>
        <p:nvSpPr>
          <p:cNvPr id="4" name="PlaceHolder 3"/>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gfw5ZxMAAAAlAAAAZAAAAA0AAAAAkAAAAEgAAACQAAAAS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V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2BgAABonAAAnMgAAWCkAABAAAAAmAAAACAAAAAAAAAAAAAAA"/>
              </a:ext>
            </a:extLst>
          </p:cNvSpPr>
          <p:nvPr>
            <p:ph type="ftr" idx="11"/>
          </p:nvPr>
        </p:nvSpPr>
        <p:spPr/>
        <p:txBody>
          <a:bodyPr/>
          <a:lstStyle/>
          <a:p>
            <a:pPr>
              <a:defRPr lang="en-us"/>
            </a:pPr>
            <a:r>
              <a:t>Footer</a:t>
            </a:r>
          </a:p>
        </p:txBody>
      </p:sp>
      <p:sp>
        <p:nvSpPr>
          <p:cNvPr id="5" name="PlaceHolder 4"/>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gfw5ZxMAAAAlAAAAZAAAAA0AAAAAkAAAAEgAAACQAAAAS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DQAABonAADXRQAAWCkAABAAAAAmAAAACAAAAAAAAAAAAAAA"/>
              </a:ext>
            </a:extLst>
          </p:cNvSpPr>
          <p:nvPr>
            <p:ph type="sldNum" idx="12"/>
          </p:nvPr>
        </p:nvSpPr>
        <p:spPr/>
        <p:txBody>
          <a:bodyPr/>
          <a:lstStyle/>
          <a:p>
            <a:pPr>
              <a:defRPr lang="en-us"/>
            </a:pPr>
            <a:fld id="{750B3949-0798-5ECF-D6B3-F19A77FD20A4}" type="slidenum">
              <a:t>‹#›</a:t>
            </a:fld>
            <a:endParaRPr/>
          </a:p>
        </p:txBody>
      </p:sp>
      <p:sp>
        <p:nvSpPr>
          <p:cNvPr id="6" name="PlaceHolder 5"/>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gfw5ZxMAAAAlAAAAZAAAAA0AAAAAkAAAAEgAAACQAAAAS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KAUAABonAAAHFgAAWCkAABAAAAAmAAAACAAAAAAAAAAAAAAA"/>
              </a:ext>
            </a:extLst>
          </p:cNvSpPr>
          <p:nvPr>
            <p:ph type="dt" idx="10"/>
          </p:nvPr>
        </p:nvSpPr>
        <p:spPr/>
        <p:txBody>
          <a:bodyPr/>
          <a:lstStyle/>
          <a:p>
            <a:pPr>
              <a:defRPr lang="en-us"/>
            </a:pPr>
            <a:endParaRPr/>
          </a:p>
        </p:txBody>
      </p:sp>
    </p:spTree>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2" name="PlaceHolder 1"/>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gfw5ZxMAAAAlAAAAZAAAAA0AAAAAAAAAAAAAAAAAAAAAA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EQAZw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wAMAAK8BAAA/RwAAuggAABAAAAAmAAAACAAAADwQAAD/HwAA"/>
              </a:ext>
            </a:extLst>
          </p:cNvSpPr>
          <p:nvPr>
            <p:ph type="title"/>
          </p:nvPr>
        </p:nvSpPr>
        <p:spPr>
          <a:noFill/>
          <a:ln>
            <a:noFill/>
          </a:ln>
        </p:spPr>
        <p:txBody>
          <a:bodyPr vert="horz" wrap="square" lIns="0" tIns="0" rIns="0" bIns="0" numCol="1" spcCol="215900" anchor="ctr">
            <a:prstTxWarp prst="textNoShape">
              <a:avLst/>
            </a:prstTxWarp>
          </a:bodyPr>
          <a:lstStyle/>
          <a:p>
            <a:pPr indent="0" algn="ctr">
              <a:buNone/>
            </a:pPr>
            <a:endParaRPr lang="en-us" cap="none">
              <a:solidFill>
                <a:srgbClr val="000000"/>
              </a:solidFill>
              <a:latin typeface="Arial" pitchFamily="2" charset="0"/>
              <a:ea typeface="Basic Roman" pitchFamily="1" charset="0"/>
              <a:cs typeface="Basic Roman" pitchFamily="1" charset="0"/>
            </a:endParaRPr>
          </a:p>
        </p:txBody>
      </p:sp>
      <p:sp>
        <p:nvSpPr>
          <p:cNvPr id="3" name="PlaceHolder 2"/>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gfw5ZxMAAAAlAAAAZAAAAA0AAAAAAAAAAAAAAAAAAAAAA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wAMAAN8JAAA/RwAAViIAABAAAAAmAAAACAAAADwQAAD/HwAA"/>
              </a:ext>
            </a:extLst>
          </p:cNvSpPr>
          <p:nvPr>
            <p:ph idx="1"/>
          </p:nvPr>
        </p:nvSpPr>
        <p:spPr>
          <a:noFill/>
          <a:ln>
            <a:noFill/>
          </a:ln>
        </p:spPr>
        <p:txBody>
          <a:bodyPr vert="horz" wrap="square" lIns="0" tIns="0" rIns="0" bIns="0" numCol="1" spcCol="215900" anchor="t">
            <a:prstTxWarp prst="textNoShape">
              <a:avLst/>
            </a:prstTxWarp>
          </a:bodyPr>
          <a:lstStyle/>
          <a:p>
            <a:pPr indent="0">
              <a:spcBef>
                <a:spcPts val="1415"/>
              </a:spcBef>
              <a:buNone/>
            </a:pPr>
            <a:endParaRPr lang="en-us" cap="none">
              <a:solidFill>
                <a:srgbClr val="000000"/>
              </a:solidFill>
              <a:latin typeface="Arial" pitchFamily="2" charset="0"/>
              <a:ea typeface="Basic Roman" pitchFamily="1" charset="0"/>
              <a:cs typeface="Basic Roman" pitchFamily="1" charset="0"/>
            </a:endParaRPr>
          </a:p>
        </p:txBody>
      </p:sp>
      <p:sp>
        <p:nvSpPr>
          <p:cNvPr id="4" name="PlaceHolder 3"/>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gfw5ZxMAAAAlAAAAZAAAAA0AAAAAkAAAAEgAAACQAAAAS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2BgAABonAAAnMgAAWCkAABAAAAAmAAAACAAAAAAAAAAAAAAA"/>
              </a:ext>
            </a:extLst>
          </p:cNvSpPr>
          <p:nvPr>
            <p:ph type="ftr" idx="11"/>
          </p:nvPr>
        </p:nvSpPr>
        <p:spPr/>
        <p:txBody>
          <a:bodyPr/>
          <a:lstStyle/>
          <a:p>
            <a:pPr>
              <a:defRPr lang="en-us"/>
            </a:pPr>
            <a:r>
              <a:t>Footer</a:t>
            </a:r>
          </a:p>
        </p:txBody>
      </p:sp>
      <p:sp>
        <p:nvSpPr>
          <p:cNvPr id="5" name="PlaceHolder 4"/>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gfw5ZxMAAAAlAAAAZAAAAA0AAAAAkAAAAEgAAACQAAAAS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EiuWhY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DQAABonAADXRQAAWCkAABAAAAAmAAAACAAAAAAAAAAAAAAA"/>
              </a:ext>
            </a:extLst>
          </p:cNvSpPr>
          <p:nvPr>
            <p:ph type="sldNum" idx="12"/>
          </p:nvPr>
        </p:nvSpPr>
        <p:spPr/>
        <p:txBody>
          <a:bodyPr/>
          <a:lstStyle/>
          <a:p>
            <a:pPr>
              <a:defRPr lang="en-us"/>
            </a:pPr>
            <a:fld id="{0177B927-69EC-224F-A2CF-9F1AF78154CA}" type="slidenum">
              <a:t>‹#›</a:t>
            </a:fld>
            <a:endParaRPr/>
          </a:p>
        </p:txBody>
      </p:sp>
      <p:sp>
        <p:nvSpPr>
          <p:cNvPr id="6" name="PlaceHolder 5"/>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gfw5ZxMAAAAlAAAAZAAAAA0AAAAAkAAAAEgAAACQAAAAS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KAUAABonAAAHFgAAWCkAABAAAAAmAAAACAAAAAAAAAAAAAAA"/>
              </a:ext>
            </a:extLst>
          </p:cNvSpPr>
          <p:nvPr>
            <p:ph type="dt" idx="10"/>
          </p:nvPr>
        </p:nvSpPr>
        <p:spPr/>
        <p:txBody>
          <a:bodyPr/>
          <a:lstStyle/>
          <a:p>
            <a:pPr>
              <a:defRPr lang="en-us"/>
            </a:pPr>
            <a:endParaRPr/>
          </a:p>
        </p:txBody>
      </p:sp>
    </p:spTree>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2" name="PlaceHolder 1"/>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gfw5ZxMAAAAlAAAAZAAAAA0AAAAAAAAAAAAAAAAAAAAAA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EQAZw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wAMAAK8BAAA/RwAAuggAABAAAAAmAAAACAAAADwQAAD/HwAA"/>
              </a:ext>
            </a:extLst>
          </p:cNvSpPr>
          <p:nvPr>
            <p:ph type="title"/>
          </p:nvPr>
        </p:nvSpPr>
        <p:spPr>
          <a:noFill/>
          <a:ln>
            <a:noFill/>
          </a:ln>
        </p:spPr>
        <p:txBody>
          <a:bodyPr vert="horz" wrap="square" lIns="0" tIns="0" rIns="0" bIns="0" numCol="1" spcCol="215900" anchor="ctr">
            <a:prstTxWarp prst="textNoShape">
              <a:avLst/>
            </a:prstTxWarp>
          </a:bodyPr>
          <a:lstStyle/>
          <a:p>
            <a:pPr indent="0" algn="ctr">
              <a:buNone/>
            </a:pPr>
            <a:endParaRPr lang="en-us" cap="none">
              <a:solidFill>
                <a:srgbClr val="000000"/>
              </a:solidFill>
              <a:latin typeface="Arial" pitchFamily="2" charset="0"/>
              <a:ea typeface="Basic Roman" pitchFamily="1" charset="0"/>
              <a:cs typeface="Basic Roman" pitchFamily="1" charset="0"/>
            </a:endParaRPr>
          </a:p>
        </p:txBody>
      </p:sp>
      <p:sp>
        <p:nvSpPr>
          <p:cNvPr id="3" name="PlaceHolder 2"/>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gfw5ZxMAAAAlAAAAZAAAAA0AAAAAAAAAAAAAAAAAAAAAA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EQAbg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wAMAAN8JAACwJAAAViIAABAAAAAmAAAACAAAAD0QAAD/HwAA"/>
              </a:ext>
            </a:extLst>
          </p:cNvSpPr>
          <p:nvPr>
            <p:ph idx="1"/>
          </p:nvPr>
        </p:nvSpPr>
        <p:spPr>
          <a:xfrm>
            <a:off x="609600" y="1604645"/>
            <a:ext cx="5354320" cy="3977005"/>
          </a:xfrm>
          <a:noFill/>
          <a:ln>
            <a:noFill/>
          </a:ln>
        </p:spPr>
        <p:txBody>
          <a:bodyPr vert="horz" wrap="square" lIns="0" tIns="0" rIns="0" bIns="0" numCol="1" spcCol="215900" anchor="t">
            <a:prstTxWarp prst="textNoShape">
              <a:avLst/>
            </a:prstTxWarp>
          </a:bodyPr>
          <a:lstStyle/>
          <a:p>
            <a:pPr indent="0">
              <a:spcBef>
                <a:spcPts val="1415"/>
              </a:spcBef>
              <a:buNone/>
            </a:pPr>
            <a:endParaRPr lang="en-us" cap="none">
              <a:solidFill>
                <a:srgbClr val="000000"/>
              </a:solidFill>
              <a:latin typeface="Arial" pitchFamily="2" charset="0"/>
              <a:ea typeface="Basic Roman" pitchFamily="1" charset="0"/>
              <a:cs typeface="Basic Roman" pitchFamily="1" charset="0"/>
            </a:endParaRPr>
          </a:p>
        </p:txBody>
      </p:sp>
      <p:sp>
        <p:nvSpPr>
          <p:cNvPr id="4" name="PlaceHolder 3"/>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gfw5ZxMAAAAlAAAAZAAAAA0AAAAAAAAAAAAAAAAAAAAAA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EEAQQ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ViYAAN8JAABGRwAAViIAABAAAAAmAAAACAAAAD0QAAD/HwAA"/>
              </a:ext>
            </a:extLst>
          </p:cNvSpPr>
          <p:nvPr>
            <p:ph idx="1"/>
          </p:nvPr>
        </p:nvSpPr>
        <p:spPr>
          <a:xfrm>
            <a:off x="6231890" y="1604645"/>
            <a:ext cx="5354320" cy="3977005"/>
          </a:xfrm>
          <a:noFill/>
          <a:ln>
            <a:noFill/>
          </a:ln>
        </p:spPr>
        <p:txBody>
          <a:bodyPr vert="horz" wrap="square" lIns="0" tIns="0" rIns="0" bIns="0" numCol="1" spcCol="215900" anchor="t">
            <a:prstTxWarp prst="textNoShape">
              <a:avLst/>
            </a:prstTxWarp>
          </a:bodyPr>
          <a:lstStyle/>
          <a:p>
            <a:pPr indent="0">
              <a:spcBef>
                <a:spcPts val="1415"/>
              </a:spcBef>
              <a:buNone/>
            </a:pPr>
            <a:endParaRPr lang="en-us" cap="none">
              <a:solidFill>
                <a:srgbClr val="000000"/>
              </a:solidFill>
              <a:latin typeface="Arial" pitchFamily="2" charset="0"/>
              <a:ea typeface="Basic Roman" pitchFamily="1" charset="0"/>
              <a:cs typeface="Basic Roman" pitchFamily="1" charset="0"/>
            </a:endParaRPr>
          </a:p>
        </p:txBody>
      </p:sp>
      <p:sp>
        <p:nvSpPr>
          <p:cNvPr id="5" name="PlaceHolder 4"/>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gfw5ZxMAAAAlAAAAZAAAAA0AAAAAkAAAAEgAAACQAAAAS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EEAQQ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2BgAABonAAAnMgAAWCkAABAAAAAmAAAACAAAAAAAAAAAAAAA"/>
              </a:ext>
            </a:extLst>
          </p:cNvSpPr>
          <p:nvPr>
            <p:ph type="ftr" idx="11"/>
          </p:nvPr>
        </p:nvSpPr>
        <p:spPr/>
        <p:txBody>
          <a:bodyPr/>
          <a:lstStyle/>
          <a:p>
            <a:pPr>
              <a:defRPr lang="en-us"/>
            </a:pPr>
            <a:r>
              <a:t>Footer</a:t>
            </a:r>
          </a:p>
        </p:txBody>
      </p:sp>
      <p:sp>
        <p:nvSpPr>
          <p:cNvPr id="6" name="PlaceHolder 5"/>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gfw5ZxMAAAAlAAAAZAAAAA0AAAAAkAAAAEgAAACQAAAAS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kU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DQAABonAADXRQAAWCkAABAAAAAmAAAACAAAAAAAAAAAAAAA"/>
              </a:ext>
            </a:extLst>
          </p:cNvSpPr>
          <p:nvPr>
            <p:ph type="sldNum" idx="12"/>
          </p:nvPr>
        </p:nvSpPr>
        <p:spPr/>
        <p:txBody>
          <a:bodyPr/>
          <a:lstStyle/>
          <a:p>
            <a:pPr>
              <a:defRPr lang="en-us"/>
            </a:pPr>
            <a:fld id="{2883C1F7-B9C5-D637-8B3B-4F628F757D1A}" type="slidenum">
              <a:t>‹#›</a:t>
            </a:fld>
            <a:endParaRPr/>
          </a:p>
        </p:txBody>
      </p:sp>
      <p:sp>
        <p:nvSpPr>
          <p:cNvPr id="7" name="PlaceHolder 6"/>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gfw5ZxMAAAAlAAAAZAAAAA0AAAAAkAAAAEgAAACQAAAAS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KAUAABonAAAHFgAAWCkAABAAAAAmAAAACAAAAAAAAAAAAAAA"/>
              </a:ext>
            </a:extLst>
          </p:cNvSpPr>
          <p:nvPr>
            <p:ph type="dt" idx="10"/>
          </p:nvPr>
        </p:nvSpPr>
        <p:spPr/>
        <p:txBody>
          <a:bodyPr/>
          <a:lstStyle/>
          <a:p>
            <a:pPr>
              <a:defRPr lang="en-us"/>
            </a:pPr>
            <a:endParaRPr/>
          </a:p>
        </p:txBody>
      </p:sp>
    </p:spTree>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PlaceHolder 1"/>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gfw5ZxMAAAAlAAAAZAAAAA0AAAAAAAAAAAAAAAAAAAAAA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EQAZw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wAMAAK8BAAA/RwAAuggAABAAAAAmAAAACAAAADwQAAD/HwAA"/>
              </a:ext>
            </a:extLst>
          </p:cNvSpPr>
          <p:nvPr>
            <p:ph type="title"/>
          </p:nvPr>
        </p:nvSpPr>
        <p:spPr>
          <a:noFill/>
          <a:ln>
            <a:noFill/>
          </a:ln>
        </p:spPr>
        <p:txBody>
          <a:bodyPr vert="horz" wrap="square" lIns="0" tIns="0" rIns="0" bIns="0" numCol="1" spcCol="215900" anchor="ctr">
            <a:prstTxWarp prst="textNoShape">
              <a:avLst/>
            </a:prstTxWarp>
          </a:bodyPr>
          <a:lstStyle/>
          <a:p>
            <a:pPr indent="0" algn="ctr">
              <a:buNone/>
            </a:pPr>
            <a:endParaRPr lang="en-us" cap="none">
              <a:solidFill>
                <a:srgbClr val="000000"/>
              </a:solidFill>
              <a:latin typeface="Arial" pitchFamily="2" charset="0"/>
              <a:ea typeface="Basic Roman" pitchFamily="1" charset="0"/>
              <a:cs typeface="Basic Roman" pitchFamily="1" charset="0"/>
            </a:endParaRPr>
          </a:p>
        </p:txBody>
      </p:sp>
      <p:sp>
        <p:nvSpPr>
          <p:cNvPr id="3" name="PlaceHolder 2"/>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gfw5ZxMAAAAlAAAAZAAAAA0AAAAAkAAAAEgAAACQAAAAS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2BgAABonAAAnMgAAWCkAABAAAAAmAAAACAAAAAAAAAAAAAAA"/>
              </a:ext>
            </a:extLst>
          </p:cNvSpPr>
          <p:nvPr>
            <p:ph type="ftr" idx="11"/>
          </p:nvPr>
        </p:nvSpPr>
        <p:spPr/>
        <p:txBody>
          <a:bodyPr/>
          <a:lstStyle/>
          <a:p>
            <a:pPr>
              <a:defRPr lang="en-us"/>
            </a:pPr>
            <a:r>
              <a:t>Footer</a:t>
            </a:r>
          </a:p>
        </p:txBody>
      </p:sp>
      <p:sp>
        <p:nvSpPr>
          <p:cNvPr id="4" name="PlaceHolder 3"/>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gfw5ZxMAAAAlAAAAZAAAAA0AAAAAkAAAAEgAAACQAAAAS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DQAABonAADXRQAAWCkAABAAAAAmAAAACAAAAAAAAAAAAAAA"/>
              </a:ext>
            </a:extLst>
          </p:cNvSpPr>
          <p:nvPr>
            <p:ph type="sldNum" idx="12"/>
          </p:nvPr>
        </p:nvSpPr>
        <p:spPr/>
        <p:txBody>
          <a:bodyPr/>
          <a:lstStyle/>
          <a:p>
            <a:pPr>
              <a:defRPr lang="en-us"/>
            </a:pPr>
            <a:fld id="{1DEE1CE3-ADF0-BBEA-BE56-5BBF5218480E}" type="slidenum">
              <a:t>‹#›</a:t>
            </a:fld>
            <a:endParaRPr/>
          </a:p>
        </p:txBody>
      </p:sp>
      <p:sp>
        <p:nvSpPr>
          <p:cNvPr id="5" name="PlaceHolder 4"/>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gfw5ZxMAAAAlAAAAZAAAAA0AAAAAkAAAAEgAAACQAAAAS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KAUAABonAAAHFgAAWCkAABAAAAAmAAAACAAAAAAAAAAAAAAA"/>
              </a:ext>
            </a:extLst>
          </p:cNvSpPr>
          <p:nvPr>
            <p:ph type="dt" idx="10"/>
          </p:nvPr>
        </p:nvSpPr>
        <p:spPr/>
        <p:txBody>
          <a:bodyPr/>
          <a:lstStyle/>
          <a:p>
            <a:pPr>
              <a:defRPr lang="en-us"/>
            </a:pPr>
            <a:endParaRPr/>
          </a:p>
        </p:txBody>
      </p:sp>
    </p:spTree>
  </p:cSld>
  <p:clrMapOvr>
    <a:masterClrMapping/>
  </p:clrMapOvr>
  <p:hf hdr="0" ftr="0" dt="0"/>
</p:sldLayout>
</file>

<file path=ppt/slideLayouts/slideLayout18.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2" name="PlaceHolder 1"/>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gfw5ZxMAAAAlAAAAZAAAAA0AAAAAAAAAAAAAAAAAAAAAA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EQAZw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wAMAAK8BAAA/RwAAViIAABAAAAAmAAAACAAAAL0QAAD/HwAA"/>
              </a:ext>
            </a:extLst>
          </p:cNvSpPr>
          <p:nvPr>
            <p:ph type="subTitle" idx="1"/>
          </p:nvPr>
        </p:nvSpPr>
        <p:spPr>
          <a:xfrm>
            <a:off x="609600" y="273685"/>
            <a:ext cx="10972165" cy="5307965"/>
          </a:xfrm>
          <a:noFill/>
          <a:ln>
            <a:noFill/>
          </a:ln>
        </p:spPr>
        <p:txBody>
          <a:bodyPr vert="horz" wrap="square" lIns="0" tIns="0" rIns="0" bIns="0" numCol="1" spcCol="215900" anchor="ctr">
            <a:prstTxWarp prst="textNoShape">
              <a:avLst/>
            </a:prstTxWarp>
          </a:bodyPr>
          <a:lstStyle/>
          <a:p>
            <a:pPr algn="ctr"/>
            <a:endParaRPr lang="en-us" cap="none">
              <a:solidFill>
                <a:srgbClr val="000000"/>
              </a:solidFill>
              <a:latin typeface="Arial" pitchFamily="2" charset="0"/>
              <a:ea typeface="Basic Roman" pitchFamily="1" charset="0"/>
              <a:cs typeface="Basic Roman" pitchFamily="1" charset="0"/>
            </a:endParaRPr>
          </a:p>
        </p:txBody>
      </p:sp>
      <p:sp>
        <p:nvSpPr>
          <p:cNvPr id="3" name="PlaceHolder 2"/>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gfw5ZxMAAAAlAAAAZAAAAA0AAAAAkAAAAEgAAACQAAAAS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2BgAABonAAAnMgAAWCkAABAAAAAmAAAACAAAAAAAAAAAAAAA"/>
              </a:ext>
            </a:extLst>
          </p:cNvSpPr>
          <p:nvPr>
            <p:ph type="ftr" idx="11"/>
          </p:nvPr>
        </p:nvSpPr>
        <p:spPr/>
        <p:txBody>
          <a:bodyPr/>
          <a:lstStyle/>
          <a:p>
            <a:pPr>
              <a:defRPr lang="en-us"/>
            </a:pPr>
            <a:r>
              <a:t>Footer</a:t>
            </a:r>
          </a:p>
        </p:txBody>
      </p:sp>
      <p:sp>
        <p:nvSpPr>
          <p:cNvPr id="4" name="PlaceHolder 3"/>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gfw5ZxMAAAAlAAAAZAAAAA0AAAAAkAAAAEgAAACQAAAAS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DQAABonAADXRQAAWCkAABAAAAAmAAAACAAAAAAAAAAAAAAA"/>
              </a:ext>
            </a:extLst>
          </p:cNvSpPr>
          <p:nvPr>
            <p:ph type="sldNum" idx="12"/>
          </p:nvPr>
        </p:nvSpPr>
        <p:spPr/>
        <p:txBody>
          <a:bodyPr/>
          <a:lstStyle/>
          <a:p>
            <a:pPr>
              <a:defRPr lang="en-us"/>
            </a:pPr>
            <a:fld id="{2A02C960-2EC7-573F-89BA-D86A87F47F8D}" type="slidenum">
              <a:t>‹#›</a:t>
            </a:fld>
            <a:endParaRPr/>
          </a:p>
        </p:txBody>
      </p:sp>
      <p:sp>
        <p:nvSpPr>
          <p:cNvPr id="5" name="PlaceHolder 4"/>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gfw5ZxMAAAAlAAAAZAAAAA0AAAAAkAAAAEgAAACQAAAAS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KAUAABonAAAHFgAAWCkAABAAAAAmAAAACAAAAAAAAAAAAAAA"/>
              </a:ext>
            </a:extLst>
          </p:cNvSpPr>
          <p:nvPr>
            <p:ph type="dt" idx="10"/>
          </p:nvPr>
        </p:nvSpPr>
        <p:spPr/>
        <p:txBody>
          <a:bodyPr/>
          <a:lstStyle/>
          <a:p>
            <a:pPr>
              <a:defRPr lang="en-us"/>
            </a:pPr>
            <a:endParaRPr/>
          </a:p>
        </p:txBody>
      </p:sp>
    </p:spTree>
  </p:cSld>
  <p:clrMapOvr>
    <a:masterClrMapping/>
  </p:clrMapOvr>
  <p:hf hdr="0" ftr="0" dt="0"/>
</p:sldLayout>
</file>

<file path=ppt/slideLayouts/slideLayout19.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2" name="PlaceHolder 1"/>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gfw5ZxMAAAAlAAAAZAAAAA0AAAAAAAAAAAAAAAAAAAAAA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EQAZw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wAMAAK8BAAA/RwAAuggAABAAAAAmAAAACAAAADwQAAD/HwAA"/>
              </a:ext>
            </a:extLst>
          </p:cNvSpPr>
          <p:nvPr>
            <p:ph type="title"/>
          </p:nvPr>
        </p:nvSpPr>
        <p:spPr>
          <a:noFill/>
          <a:ln>
            <a:noFill/>
          </a:ln>
        </p:spPr>
        <p:txBody>
          <a:bodyPr vert="horz" wrap="square" lIns="0" tIns="0" rIns="0" bIns="0" numCol="1" spcCol="215900" anchor="ctr">
            <a:prstTxWarp prst="textNoShape">
              <a:avLst/>
            </a:prstTxWarp>
          </a:bodyPr>
          <a:lstStyle/>
          <a:p>
            <a:pPr indent="0" algn="ctr">
              <a:buNone/>
            </a:pPr>
            <a:endParaRPr lang="en-us" cap="none">
              <a:solidFill>
                <a:srgbClr val="000000"/>
              </a:solidFill>
              <a:latin typeface="Arial" pitchFamily="2" charset="0"/>
              <a:ea typeface="Basic Roman" pitchFamily="1" charset="0"/>
              <a:cs typeface="Basic Roman" pitchFamily="1" charset="0"/>
            </a:endParaRPr>
          </a:p>
        </p:txBody>
      </p:sp>
      <p:sp>
        <p:nvSpPr>
          <p:cNvPr id="3" name="PlaceHolder 2"/>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gfw5ZxMAAAAlAAAAZAAAAA0AAAAAAAAAAAAAAAAAAAAAA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wAMAAN8JAACwJAAAihUAABAAAAAmAAAACAAAAD0QAAD/HwAA"/>
              </a:ext>
            </a:extLst>
          </p:cNvSpPr>
          <p:nvPr>
            <p:ph idx="1"/>
          </p:nvPr>
        </p:nvSpPr>
        <p:spPr>
          <a:xfrm>
            <a:off x="609600" y="1604645"/>
            <a:ext cx="5354320" cy="1896745"/>
          </a:xfrm>
          <a:noFill/>
          <a:ln>
            <a:noFill/>
          </a:ln>
        </p:spPr>
        <p:txBody>
          <a:bodyPr vert="horz" wrap="square" lIns="0" tIns="0" rIns="0" bIns="0" numCol="1" spcCol="215900" anchor="t">
            <a:prstTxWarp prst="textNoShape">
              <a:avLst/>
            </a:prstTxWarp>
          </a:bodyPr>
          <a:lstStyle/>
          <a:p>
            <a:pPr indent="0">
              <a:spcBef>
                <a:spcPts val="1415"/>
              </a:spcBef>
              <a:buNone/>
            </a:pPr>
            <a:endParaRPr lang="en-us" cap="none">
              <a:solidFill>
                <a:srgbClr val="000000"/>
              </a:solidFill>
              <a:latin typeface="Arial" pitchFamily="2" charset="0"/>
              <a:ea typeface="Basic Roman" pitchFamily="1" charset="0"/>
              <a:cs typeface="Basic Roman" pitchFamily="1" charset="0"/>
            </a:endParaRPr>
          </a:p>
        </p:txBody>
      </p:sp>
      <p:sp>
        <p:nvSpPr>
          <p:cNvPr id="4" name="PlaceHolder 3"/>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gfw5ZxMAAAAlAAAAZAAAAA0AAAAAAAAAAAAAAAAAAAAAA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EQAZw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ViYAAN8JAABGRwAAViIAABAAAAAmAAAACAAAAD0QAAD/HwAA"/>
              </a:ext>
            </a:extLst>
          </p:cNvSpPr>
          <p:nvPr>
            <p:ph idx="1"/>
          </p:nvPr>
        </p:nvSpPr>
        <p:spPr>
          <a:xfrm>
            <a:off x="6231890" y="1604645"/>
            <a:ext cx="5354320" cy="3977005"/>
          </a:xfrm>
          <a:noFill/>
          <a:ln>
            <a:noFill/>
          </a:ln>
        </p:spPr>
        <p:txBody>
          <a:bodyPr vert="horz" wrap="square" lIns="0" tIns="0" rIns="0" bIns="0" numCol="1" spcCol="215900" anchor="t">
            <a:prstTxWarp prst="textNoShape">
              <a:avLst/>
            </a:prstTxWarp>
          </a:bodyPr>
          <a:lstStyle/>
          <a:p>
            <a:pPr indent="0">
              <a:spcBef>
                <a:spcPts val="1415"/>
              </a:spcBef>
              <a:buNone/>
            </a:pPr>
            <a:endParaRPr lang="en-us" cap="none">
              <a:solidFill>
                <a:srgbClr val="000000"/>
              </a:solidFill>
              <a:latin typeface="Arial" pitchFamily="2" charset="0"/>
              <a:ea typeface="Basic Roman" pitchFamily="1" charset="0"/>
              <a:cs typeface="Basic Roman" pitchFamily="1" charset="0"/>
            </a:endParaRPr>
          </a:p>
        </p:txBody>
      </p:sp>
      <p:sp>
        <p:nvSpPr>
          <p:cNvPr id="5" name="PlaceHolder 4"/>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gfw5ZxMAAAAlAAAAZAAAAA0AAAAAAAAAAAAAAAAAAAAAA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wAMAAKcWAACwJAAAUiIAABAAAAAmAAAACAAAAD0QAAD/HwAA"/>
              </a:ext>
            </a:extLst>
          </p:cNvSpPr>
          <p:nvPr>
            <p:ph idx="1"/>
          </p:nvPr>
        </p:nvSpPr>
        <p:spPr>
          <a:xfrm>
            <a:off x="609600" y="3682365"/>
            <a:ext cx="5354320" cy="1896745"/>
          </a:xfrm>
          <a:noFill/>
          <a:ln>
            <a:noFill/>
          </a:ln>
        </p:spPr>
        <p:txBody>
          <a:bodyPr vert="horz" wrap="square" lIns="0" tIns="0" rIns="0" bIns="0" numCol="1" spcCol="215900" anchor="t">
            <a:prstTxWarp prst="textNoShape">
              <a:avLst/>
            </a:prstTxWarp>
          </a:bodyPr>
          <a:lstStyle/>
          <a:p>
            <a:pPr indent="0">
              <a:spcBef>
                <a:spcPts val="1415"/>
              </a:spcBef>
              <a:buNone/>
            </a:pPr>
            <a:endParaRPr lang="en-us" cap="none">
              <a:solidFill>
                <a:srgbClr val="000000"/>
              </a:solidFill>
              <a:latin typeface="Arial" pitchFamily="2" charset="0"/>
              <a:ea typeface="Basic Roman" pitchFamily="1" charset="0"/>
              <a:cs typeface="Basic Roman" pitchFamily="1" charset="0"/>
            </a:endParaRPr>
          </a:p>
        </p:txBody>
      </p:sp>
      <p:sp>
        <p:nvSpPr>
          <p:cNvPr id="6" name="PlaceHolder 5"/>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gfw5ZxMAAAAlAAAAZAAAAA0AAAAAkAAAAEgAAACQAAAAS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2BgAABonAAAnMgAAWCkAABAAAAAmAAAACAAAAAAAAAAAAAAA"/>
              </a:ext>
            </a:extLst>
          </p:cNvSpPr>
          <p:nvPr>
            <p:ph type="ftr" idx="11"/>
          </p:nvPr>
        </p:nvSpPr>
        <p:spPr/>
        <p:txBody>
          <a:bodyPr/>
          <a:lstStyle/>
          <a:p>
            <a:pPr>
              <a:defRPr lang="en-us"/>
            </a:pPr>
            <a:r>
              <a:t>Footer</a:t>
            </a:r>
          </a:p>
        </p:txBody>
      </p:sp>
      <p:sp>
        <p:nvSpPr>
          <p:cNvPr id="7" name="PlaceHolder 6"/>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gfw5ZxMAAAAlAAAAZAAAAA0AAAAAkAAAAEgAAACQAAAAS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DQAABonAADXRQAAWCkAABAAAAAmAAAACAAAAAAAAAAAAAAA"/>
              </a:ext>
            </a:extLst>
          </p:cNvSpPr>
          <p:nvPr>
            <p:ph type="sldNum" idx="12"/>
          </p:nvPr>
        </p:nvSpPr>
        <p:spPr/>
        <p:txBody>
          <a:bodyPr/>
          <a:lstStyle/>
          <a:p>
            <a:pPr>
              <a:defRPr lang="en-us"/>
            </a:pPr>
            <a:fld id="{61326277-398C-6794-C28A-CFC12CC4349A}" type="slidenum">
              <a:t>‹#›</a:t>
            </a:fld>
            <a:endParaRPr/>
          </a:p>
        </p:txBody>
      </p:sp>
      <p:sp>
        <p:nvSpPr>
          <p:cNvPr id="8" name="PlaceHolder 7"/>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gfw5ZxMAAAAlAAAAZAAAAA0AAAAAkAAAAEgAAACQAAAAS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KAUAABonAAAHFgAAWCkAABAAAAAmAAAACAAAAAAAAAAAAAAA"/>
              </a:ext>
            </a:extLst>
          </p:cNvSpPr>
          <p:nvPr>
            <p:ph type="dt" idx="10"/>
          </p:nvPr>
        </p:nvSpPr>
        <p:spPr/>
        <p:txBody>
          <a:bodyPr/>
          <a:lstStyle/>
          <a:p>
            <a:pPr>
              <a:defRPr lang="en-us"/>
            </a:pPr>
            <a:endParaRPr/>
          </a:p>
        </p:txBody>
      </p:sp>
    </p:spTree>
  </p:cSld>
  <p:clrMapOvr>
    <a:masterClrMapping/>
  </p:clrMapOvr>
  <p:hf hdr="0" ftr="0" dt="0"/>
</p:sldLayout>
</file>

<file path=ppt/slideLayouts/slideLayout20.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2" name="PlaceHolder 1"/>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gfw5ZxMAAAAlAAAAZAAAAA0AAAAAAAAAAAAAAAAAAAAAA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EQAZw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wAMAAK8BAAA/RwAAuggAABAAAAAmAAAACAAAADwQAAD/HwAA"/>
              </a:ext>
            </a:extLst>
          </p:cNvSpPr>
          <p:nvPr>
            <p:ph type="title"/>
          </p:nvPr>
        </p:nvSpPr>
        <p:spPr>
          <a:noFill/>
          <a:ln>
            <a:noFill/>
          </a:ln>
        </p:spPr>
        <p:txBody>
          <a:bodyPr vert="horz" wrap="square" lIns="0" tIns="0" rIns="0" bIns="0" numCol="1" spcCol="215900" anchor="ctr">
            <a:prstTxWarp prst="textNoShape">
              <a:avLst/>
            </a:prstTxWarp>
          </a:bodyPr>
          <a:lstStyle/>
          <a:p>
            <a:pPr indent="0" algn="ctr">
              <a:buNone/>
            </a:pPr>
            <a:endParaRPr lang="en-us" cap="none">
              <a:solidFill>
                <a:srgbClr val="000000"/>
              </a:solidFill>
              <a:latin typeface="Arial" pitchFamily="2" charset="0"/>
              <a:ea typeface="Basic Roman" pitchFamily="1" charset="0"/>
              <a:cs typeface="Basic Roman" pitchFamily="1" charset="0"/>
            </a:endParaRPr>
          </a:p>
        </p:txBody>
      </p:sp>
      <p:sp>
        <p:nvSpPr>
          <p:cNvPr id="3" name="PlaceHolder 2"/>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gfw5ZxMAAAAlAAAAZAAAAA0AAAAAAAAAAAAAAAAAAAAAA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wAMAAN8JAACwJAAAViIAABAAAAAmAAAACAAAAD0QAAD/HwAA"/>
              </a:ext>
            </a:extLst>
          </p:cNvSpPr>
          <p:nvPr>
            <p:ph idx="1"/>
          </p:nvPr>
        </p:nvSpPr>
        <p:spPr>
          <a:xfrm>
            <a:off x="609600" y="1604645"/>
            <a:ext cx="5354320" cy="3977005"/>
          </a:xfrm>
          <a:noFill/>
          <a:ln>
            <a:noFill/>
          </a:ln>
        </p:spPr>
        <p:txBody>
          <a:bodyPr vert="horz" wrap="square" lIns="0" tIns="0" rIns="0" bIns="0" numCol="1" spcCol="215900" anchor="t">
            <a:prstTxWarp prst="textNoShape">
              <a:avLst/>
            </a:prstTxWarp>
          </a:bodyPr>
          <a:lstStyle/>
          <a:p>
            <a:pPr indent="0">
              <a:spcBef>
                <a:spcPts val="1415"/>
              </a:spcBef>
              <a:buNone/>
            </a:pPr>
            <a:endParaRPr lang="en-us" cap="none">
              <a:solidFill>
                <a:srgbClr val="000000"/>
              </a:solidFill>
              <a:latin typeface="Arial" pitchFamily="2" charset="0"/>
              <a:ea typeface="Basic Roman" pitchFamily="1" charset="0"/>
              <a:cs typeface="Basic Roman" pitchFamily="1" charset="0"/>
            </a:endParaRPr>
          </a:p>
        </p:txBody>
      </p:sp>
      <p:sp>
        <p:nvSpPr>
          <p:cNvPr id="4" name="PlaceHolder 3"/>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gfw5ZxMAAAAlAAAAZAAAAA0AAAAAAAAAAAAAAAAAAAAAA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ViYAAN8JAABGRwAAihUAABAAAAAmAAAACAAAAD0QAAD/HwAA"/>
              </a:ext>
            </a:extLst>
          </p:cNvSpPr>
          <p:nvPr>
            <p:ph idx="1"/>
          </p:nvPr>
        </p:nvSpPr>
        <p:spPr>
          <a:xfrm>
            <a:off x="6231890" y="1604645"/>
            <a:ext cx="5354320" cy="1896745"/>
          </a:xfrm>
          <a:noFill/>
          <a:ln>
            <a:noFill/>
          </a:ln>
        </p:spPr>
        <p:txBody>
          <a:bodyPr vert="horz" wrap="square" lIns="0" tIns="0" rIns="0" bIns="0" numCol="1" spcCol="215900" anchor="t">
            <a:prstTxWarp prst="textNoShape">
              <a:avLst/>
            </a:prstTxWarp>
          </a:bodyPr>
          <a:lstStyle/>
          <a:p>
            <a:pPr indent="0">
              <a:spcBef>
                <a:spcPts val="1415"/>
              </a:spcBef>
              <a:buNone/>
            </a:pPr>
            <a:endParaRPr lang="en-us" cap="none">
              <a:solidFill>
                <a:srgbClr val="000000"/>
              </a:solidFill>
              <a:latin typeface="Arial" pitchFamily="2" charset="0"/>
              <a:ea typeface="Basic Roman" pitchFamily="1" charset="0"/>
              <a:cs typeface="Basic Roman" pitchFamily="1" charset="0"/>
            </a:endParaRPr>
          </a:p>
        </p:txBody>
      </p:sp>
      <p:sp>
        <p:nvSpPr>
          <p:cNvPr id="5" name="PlaceHolder 4"/>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gfw5ZxMAAAAlAAAAZAAAAA0AAAAAAAAAAAAAAAAAAAAAA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ViYAAKcWAABGRwAAUiIAABAAAAAmAAAACAAAAD0QAAD/HwAA"/>
              </a:ext>
            </a:extLst>
          </p:cNvSpPr>
          <p:nvPr>
            <p:ph idx="1"/>
          </p:nvPr>
        </p:nvSpPr>
        <p:spPr>
          <a:xfrm>
            <a:off x="6231890" y="3682365"/>
            <a:ext cx="5354320" cy="1896745"/>
          </a:xfrm>
          <a:noFill/>
          <a:ln>
            <a:noFill/>
          </a:ln>
        </p:spPr>
        <p:txBody>
          <a:bodyPr vert="horz" wrap="square" lIns="0" tIns="0" rIns="0" bIns="0" numCol="1" spcCol="215900" anchor="t">
            <a:prstTxWarp prst="textNoShape">
              <a:avLst/>
            </a:prstTxWarp>
          </a:bodyPr>
          <a:lstStyle/>
          <a:p>
            <a:pPr indent="0">
              <a:spcBef>
                <a:spcPts val="1415"/>
              </a:spcBef>
              <a:buNone/>
            </a:pPr>
            <a:endParaRPr lang="en-us" cap="none">
              <a:solidFill>
                <a:srgbClr val="000000"/>
              </a:solidFill>
              <a:latin typeface="Arial" pitchFamily="2" charset="0"/>
              <a:ea typeface="Basic Roman" pitchFamily="1" charset="0"/>
              <a:cs typeface="Basic Roman" pitchFamily="1" charset="0"/>
            </a:endParaRPr>
          </a:p>
        </p:txBody>
      </p:sp>
      <p:sp>
        <p:nvSpPr>
          <p:cNvPr id="6" name="PlaceHolder 5"/>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gfw5ZxMAAAAlAAAAZAAAAA0AAAAAkAAAAEgAAACQAAAAS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2BgAABonAAAnMgAAWCkAABAAAAAmAAAACAAAAAAAAAAAAAAA"/>
              </a:ext>
            </a:extLst>
          </p:cNvSpPr>
          <p:nvPr>
            <p:ph type="ftr" idx="11"/>
          </p:nvPr>
        </p:nvSpPr>
        <p:spPr/>
        <p:txBody>
          <a:bodyPr/>
          <a:lstStyle/>
          <a:p>
            <a:pPr>
              <a:defRPr lang="en-us"/>
            </a:pPr>
            <a:r>
              <a:t>Footer</a:t>
            </a:r>
          </a:p>
        </p:txBody>
      </p:sp>
      <p:sp>
        <p:nvSpPr>
          <p:cNvPr id="7" name="PlaceHolder 6"/>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gfw5ZxMAAAAlAAAAZAAAAA0AAAAAkAAAAEgAAACQAAAAS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DQAABonAADXRQAAWCkAABAAAAAmAAAACAAAAAAAAAAAAAAA"/>
              </a:ext>
            </a:extLst>
          </p:cNvSpPr>
          <p:nvPr>
            <p:ph type="sldNum" idx="12"/>
          </p:nvPr>
        </p:nvSpPr>
        <p:spPr/>
        <p:txBody>
          <a:bodyPr/>
          <a:lstStyle/>
          <a:p>
            <a:pPr>
              <a:defRPr lang="en-us"/>
            </a:pPr>
            <a:fld id="{411EED3A-74AC-4B1B-E2A6-824EA3E814D7}" type="slidenum">
              <a:t>‹#›</a:t>
            </a:fld>
            <a:endParaRPr/>
          </a:p>
        </p:txBody>
      </p:sp>
      <p:sp>
        <p:nvSpPr>
          <p:cNvPr id="8" name="PlaceHolder 7"/>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gfw5ZxMAAAAlAAAAZAAAAA0AAAAAkAAAAEgAAACQAAAAS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KAUAABonAAAHFgAAWCkAABAAAAAmAAAACAAAAAAAAAAAAAAA"/>
              </a:ext>
            </a:extLst>
          </p:cNvSpPr>
          <p:nvPr>
            <p:ph type="dt" idx="10"/>
          </p:nvPr>
        </p:nvSpPr>
        <p:spPr/>
        <p:txBody>
          <a:bodyPr/>
          <a:lstStyle/>
          <a:p>
            <a:pPr>
              <a:defRPr lang="en-us"/>
            </a:pPr>
            <a:endParaRPr/>
          </a:p>
        </p:txBody>
      </p:sp>
    </p:spTree>
  </p:cSld>
  <p:clrMapOvr>
    <a:masterClrMapping/>
  </p:clrMapOvr>
  <p:hf hdr="0" ftr="0" dt="0"/>
</p:sldLayout>
</file>

<file path=ppt/slideLayouts/slideLayout21.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2" name="PlaceHolder 1"/>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gfw5ZxMAAAAlAAAAZAAAAA0AAAAAAAAAAAAAAAAAAAAAA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EQAZw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wAMAAK8BAAA/RwAAuggAABAAAAAmAAAACAAAADwQAAD/HwAA"/>
              </a:ext>
            </a:extLst>
          </p:cNvSpPr>
          <p:nvPr>
            <p:ph type="title"/>
          </p:nvPr>
        </p:nvSpPr>
        <p:spPr>
          <a:noFill/>
          <a:ln>
            <a:noFill/>
          </a:ln>
        </p:spPr>
        <p:txBody>
          <a:bodyPr vert="horz" wrap="square" lIns="0" tIns="0" rIns="0" bIns="0" numCol="1" spcCol="215900" anchor="ctr">
            <a:prstTxWarp prst="textNoShape">
              <a:avLst/>
            </a:prstTxWarp>
          </a:bodyPr>
          <a:lstStyle/>
          <a:p>
            <a:pPr indent="0" algn="ctr">
              <a:buNone/>
            </a:pPr>
            <a:endParaRPr lang="en-us" cap="none">
              <a:solidFill>
                <a:srgbClr val="000000"/>
              </a:solidFill>
              <a:latin typeface="Arial" pitchFamily="2" charset="0"/>
              <a:ea typeface="Basic Roman" pitchFamily="1" charset="0"/>
              <a:cs typeface="Basic Roman" pitchFamily="1" charset="0"/>
            </a:endParaRPr>
          </a:p>
        </p:txBody>
      </p:sp>
      <p:sp>
        <p:nvSpPr>
          <p:cNvPr id="3" name="PlaceHolder 2"/>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gfw5ZxMAAAAlAAAAZAAAAA0AAAAAAAAAAAAAAAAAAAAAA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wAMAAN8JAACwJAAAihUAABAAAAAmAAAACAAAAD0QAAD/HwAA"/>
              </a:ext>
            </a:extLst>
          </p:cNvSpPr>
          <p:nvPr>
            <p:ph idx="1"/>
          </p:nvPr>
        </p:nvSpPr>
        <p:spPr>
          <a:xfrm>
            <a:off x="609600" y="1604645"/>
            <a:ext cx="5354320" cy="1896745"/>
          </a:xfrm>
          <a:noFill/>
          <a:ln>
            <a:noFill/>
          </a:ln>
        </p:spPr>
        <p:txBody>
          <a:bodyPr vert="horz" wrap="square" lIns="0" tIns="0" rIns="0" bIns="0" numCol="1" spcCol="215900" anchor="t">
            <a:prstTxWarp prst="textNoShape">
              <a:avLst/>
            </a:prstTxWarp>
          </a:bodyPr>
          <a:lstStyle/>
          <a:p>
            <a:pPr indent="0">
              <a:spcBef>
                <a:spcPts val="1415"/>
              </a:spcBef>
              <a:buNone/>
            </a:pPr>
            <a:endParaRPr lang="en-us" cap="none">
              <a:solidFill>
                <a:srgbClr val="000000"/>
              </a:solidFill>
              <a:latin typeface="Arial" pitchFamily="2" charset="0"/>
              <a:ea typeface="Basic Roman" pitchFamily="1" charset="0"/>
              <a:cs typeface="Basic Roman" pitchFamily="1" charset="0"/>
            </a:endParaRPr>
          </a:p>
        </p:txBody>
      </p:sp>
      <p:sp>
        <p:nvSpPr>
          <p:cNvPr id="4" name="PlaceHolder 3"/>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gfw5ZxMAAAAlAAAAZAAAAA0AAAAAAAAAAAAAAAAAAAAAA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ViYAAN8JAABGRwAAihUAABAAAAAmAAAACAAAAD0QAAD/HwAA"/>
              </a:ext>
            </a:extLst>
          </p:cNvSpPr>
          <p:nvPr>
            <p:ph idx="1"/>
          </p:nvPr>
        </p:nvSpPr>
        <p:spPr>
          <a:xfrm>
            <a:off x="6231890" y="1604645"/>
            <a:ext cx="5354320" cy="1896745"/>
          </a:xfrm>
          <a:noFill/>
          <a:ln>
            <a:noFill/>
          </a:ln>
        </p:spPr>
        <p:txBody>
          <a:bodyPr vert="horz" wrap="square" lIns="0" tIns="0" rIns="0" bIns="0" numCol="1" spcCol="215900" anchor="t">
            <a:prstTxWarp prst="textNoShape">
              <a:avLst/>
            </a:prstTxWarp>
          </a:bodyPr>
          <a:lstStyle/>
          <a:p>
            <a:pPr indent="0">
              <a:spcBef>
                <a:spcPts val="1415"/>
              </a:spcBef>
              <a:buNone/>
            </a:pPr>
            <a:endParaRPr lang="en-us" cap="none">
              <a:solidFill>
                <a:srgbClr val="000000"/>
              </a:solidFill>
              <a:latin typeface="Arial" pitchFamily="2" charset="0"/>
              <a:ea typeface="Basic Roman" pitchFamily="1" charset="0"/>
              <a:cs typeface="Basic Roman" pitchFamily="1" charset="0"/>
            </a:endParaRPr>
          </a:p>
        </p:txBody>
      </p:sp>
      <p:sp>
        <p:nvSpPr>
          <p:cNvPr id="5" name="PlaceHolder 4"/>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gfw5ZxMAAAAlAAAAZAAAAA0AAAAAAAAAAAAAAAAAAAAAA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wAMAAKcWAAA/RwAAUiIAABAAAAAmAAAACAAAAD0QAAD/HwAA"/>
              </a:ext>
            </a:extLst>
          </p:cNvSpPr>
          <p:nvPr>
            <p:ph idx="1"/>
          </p:nvPr>
        </p:nvSpPr>
        <p:spPr>
          <a:xfrm>
            <a:off x="609600" y="3682365"/>
            <a:ext cx="10972165" cy="1896745"/>
          </a:xfrm>
          <a:noFill/>
          <a:ln>
            <a:noFill/>
          </a:ln>
        </p:spPr>
        <p:txBody>
          <a:bodyPr vert="horz" wrap="square" lIns="0" tIns="0" rIns="0" bIns="0" numCol="1" spcCol="215900" anchor="t">
            <a:prstTxWarp prst="textNoShape">
              <a:avLst/>
            </a:prstTxWarp>
          </a:bodyPr>
          <a:lstStyle/>
          <a:p>
            <a:pPr indent="0">
              <a:spcBef>
                <a:spcPts val="1415"/>
              </a:spcBef>
              <a:buNone/>
            </a:pPr>
            <a:endParaRPr lang="en-us" cap="none">
              <a:solidFill>
                <a:srgbClr val="000000"/>
              </a:solidFill>
              <a:latin typeface="Arial" pitchFamily="2" charset="0"/>
              <a:ea typeface="Basic Roman" pitchFamily="1" charset="0"/>
              <a:cs typeface="Basic Roman" pitchFamily="1" charset="0"/>
            </a:endParaRPr>
          </a:p>
        </p:txBody>
      </p:sp>
      <p:sp>
        <p:nvSpPr>
          <p:cNvPr id="6" name="PlaceHolder 5"/>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gfw5ZxMAAAAlAAAAZAAAAA0AAAAAkAAAAEgAAACQAAAAS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2BgAABonAAAnMgAAWCkAABAAAAAmAAAACAAAAAAAAAAAAAAA"/>
              </a:ext>
            </a:extLst>
          </p:cNvSpPr>
          <p:nvPr>
            <p:ph type="ftr" idx="11"/>
          </p:nvPr>
        </p:nvSpPr>
        <p:spPr/>
        <p:txBody>
          <a:bodyPr/>
          <a:lstStyle/>
          <a:p>
            <a:pPr>
              <a:defRPr lang="en-us"/>
            </a:pPr>
            <a:r>
              <a:t>Footer</a:t>
            </a:r>
          </a:p>
        </p:txBody>
      </p:sp>
      <p:sp>
        <p:nvSpPr>
          <p:cNvPr id="7" name="PlaceHolder 6"/>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gfw5ZxMAAAAlAAAAZAAAAA0AAAAAkAAAAEgAAACQAAAAS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DQAABonAADXRQAAWCkAABAAAAAmAAAACAAAAAAAAAAAAAAA"/>
              </a:ext>
            </a:extLst>
          </p:cNvSpPr>
          <p:nvPr>
            <p:ph type="sldNum" idx="12"/>
          </p:nvPr>
        </p:nvSpPr>
        <p:spPr/>
        <p:txBody>
          <a:bodyPr/>
          <a:lstStyle/>
          <a:p>
            <a:pPr>
              <a:defRPr lang="en-us"/>
            </a:pPr>
            <a:fld id="{5D9DD356-18B0-C825-FE25-EE709D6B08BB}" type="slidenum">
              <a:t>‹#›</a:t>
            </a:fld>
            <a:endParaRPr/>
          </a:p>
        </p:txBody>
      </p:sp>
      <p:sp>
        <p:nvSpPr>
          <p:cNvPr id="8" name="PlaceHolder 7"/>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gfw5ZxMAAAAlAAAAZAAAAA0AAAAAkAAAAEgAAACQAAAAS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KAUAABonAAAHFgAAWCkAABAAAAAmAAAACAAAAAAAAAAAAAAA"/>
              </a:ext>
            </a:extLst>
          </p:cNvSpPr>
          <p:nvPr>
            <p:ph type="dt" idx="10"/>
          </p:nvPr>
        </p:nvSpPr>
        <p:spPr/>
        <p:txBody>
          <a:bodyPr/>
          <a:lstStyle/>
          <a:p>
            <a:pPr>
              <a:defRPr lang="en-us"/>
            </a:pPr>
            <a:endParaRPr/>
          </a:p>
        </p:txBody>
      </p:sp>
    </p:spTree>
  </p:cSld>
  <p:clrMapOvr>
    <a:masterClrMapping/>
  </p:clrMapOvr>
  <p:hf hdr="0" ftr="0" dt="0"/>
</p:sldLayout>
</file>

<file path=ppt/slideLayouts/slideLayout22.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2" name="PlaceHolder 1"/>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gfw5ZxMAAAAlAAAAZAAAAA0AAAAAAAAAAAAAAAAAAAAAA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EQAZw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wAMAAK8BAAA/RwAAuggAABAAAAAmAAAACAAAADwQAAD/HwAA"/>
              </a:ext>
            </a:extLst>
          </p:cNvSpPr>
          <p:nvPr>
            <p:ph type="title"/>
          </p:nvPr>
        </p:nvSpPr>
        <p:spPr>
          <a:noFill/>
          <a:ln>
            <a:noFill/>
          </a:ln>
        </p:spPr>
        <p:txBody>
          <a:bodyPr vert="horz" wrap="square" lIns="0" tIns="0" rIns="0" bIns="0" numCol="1" spcCol="215900" anchor="ctr">
            <a:prstTxWarp prst="textNoShape">
              <a:avLst/>
            </a:prstTxWarp>
          </a:bodyPr>
          <a:lstStyle/>
          <a:p>
            <a:pPr indent="0" algn="ctr">
              <a:buNone/>
            </a:pPr>
            <a:endParaRPr lang="en-us" cap="none">
              <a:solidFill>
                <a:srgbClr val="000000"/>
              </a:solidFill>
              <a:latin typeface="Arial" pitchFamily="2" charset="0"/>
              <a:ea typeface="Basic Roman" pitchFamily="1" charset="0"/>
              <a:cs typeface="Basic Roman" pitchFamily="1" charset="0"/>
            </a:endParaRPr>
          </a:p>
        </p:txBody>
      </p:sp>
      <p:sp>
        <p:nvSpPr>
          <p:cNvPr id="3" name="PlaceHolder 2"/>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gfw5ZxMAAAAlAAAAZAAAAA0AAAAAAAAAAAAAAAAAAAAAA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wAMAAN8JAAA/RwAAihUAABAAAAAmAAAACAAAAD0QAAD/HwAA"/>
              </a:ext>
            </a:extLst>
          </p:cNvSpPr>
          <p:nvPr>
            <p:ph idx="1"/>
          </p:nvPr>
        </p:nvSpPr>
        <p:spPr>
          <a:xfrm>
            <a:off x="609600" y="1604645"/>
            <a:ext cx="10972165" cy="1896745"/>
          </a:xfrm>
          <a:noFill/>
          <a:ln>
            <a:noFill/>
          </a:ln>
        </p:spPr>
        <p:txBody>
          <a:bodyPr vert="horz" wrap="square" lIns="0" tIns="0" rIns="0" bIns="0" numCol="1" spcCol="215900" anchor="t">
            <a:prstTxWarp prst="textNoShape">
              <a:avLst/>
            </a:prstTxWarp>
          </a:bodyPr>
          <a:lstStyle/>
          <a:p>
            <a:pPr indent="0">
              <a:spcBef>
                <a:spcPts val="1415"/>
              </a:spcBef>
              <a:buNone/>
            </a:pPr>
            <a:endParaRPr lang="en-us" cap="none">
              <a:solidFill>
                <a:srgbClr val="000000"/>
              </a:solidFill>
              <a:latin typeface="Arial" pitchFamily="2" charset="0"/>
              <a:ea typeface="Basic Roman" pitchFamily="1" charset="0"/>
              <a:cs typeface="Basic Roman" pitchFamily="1" charset="0"/>
            </a:endParaRPr>
          </a:p>
        </p:txBody>
      </p:sp>
      <p:sp>
        <p:nvSpPr>
          <p:cNvPr id="4" name="PlaceHolder 3"/>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gfw5ZxMAAAAlAAAAZAAAAA0AAAAAAAAAAAAAAAAAAAAAA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wAMAAKcWAAA/RwAAUiIAABAAAAAmAAAACAAAAD0QAAD/HwAA"/>
              </a:ext>
            </a:extLst>
          </p:cNvSpPr>
          <p:nvPr>
            <p:ph idx="1"/>
          </p:nvPr>
        </p:nvSpPr>
        <p:spPr>
          <a:xfrm>
            <a:off x="609600" y="3682365"/>
            <a:ext cx="10972165" cy="1896745"/>
          </a:xfrm>
          <a:noFill/>
          <a:ln>
            <a:noFill/>
          </a:ln>
        </p:spPr>
        <p:txBody>
          <a:bodyPr vert="horz" wrap="square" lIns="0" tIns="0" rIns="0" bIns="0" numCol="1" spcCol="215900" anchor="t">
            <a:prstTxWarp prst="textNoShape">
              <a:avLst/>
            </a:prstTxWarp>
          </a:bodyPr>
          <a:lstStyle/>
          <a:p>
            <a:pPr indent="0">
              <a:spcBef>
                <a:spcPts val="1415"/>
              </a:spcBef>
              <a:buNone/>
            </a:pPr>
            <a:endParaRPr lang="en-us" cap="none">
              <a:solidFill>
                <a:srgbClr val="000000"/>
              </a:solidFill>
              <a:latin typeface="Arial" pitchFamily="2" charset="0"/>
              <a:ea typeface="Basic Roman" pitchFamily="1" charset="0"/>
              <a:cs typeface="Basic Roman" pitchFamily="1" charset="0"/>
            </a:endParaRPr>
          </a:p>
        </p:txBody>
      </p:sp>
      <p:sp>
        <p:nvSpPr>
          <p:cNvPr id="5" name="PlaceHolder 4"/>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gfw5ZxMAAAAlAAAAZAAAAA0AAAAAkAAAAEgAAACQAAAAS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2BgAABonAAAnMgAAWCkAABAAAAAmAAAACAAAAAAAAAAAAAAA"/>
              </a:ext>
            </a:extLst>
          </p:cNvSpPr>
          <p:nvPr>
            <p:ph type="ftr" idx="11"/>
          </p:nvPr>
        </p:nvSpPr>
        <p:spPr/>
        <p:txBody>
          <a:bodyPr/>
          <a:lstStyle/>
          <a:p>
            <a:pPr>
              <a:defRPr lang="en-us"/>
            </a:pPr>
            <a:r>
              <a:t>Footer</a:t>
            </a:r>
          </a:p>
        </p:txBody>
      </p:sp>
      <p:sp>
        <p:nvSpPr>
          <p:cNvPr id="6" name="PlaceHolder 5"/>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gfw5ZxMAAAAlAAAAZAAAAA0AAAAAkAAAAEgAAACQAAAAS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kU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DQAABonAADXRQAAWCkAABAAAAAmAAAACAAAAAAAAAAAAAAA"/>
              </a:ext>
            </a:extLst>
          </p:cNvSpPr>
          <p:nvPr>
            <p:ph type="sldNum" idx="12"/>
          </p:nvPr>
        </p:nvSpPr>
        <p:spPr/>
        <p:txBody>
          <a:bodyPr/>
          <a:lstStyle/>
          <a:p>
            <a:pPr>
              <a:defRPr lang="en-us"/>
            </a:pPr>
            <a:fld id="{2BD230B7-F9C6-87C6-886A-0F937E247E5A}" type="slidenum">
              <a:t>‹#›</a:t>
            </a:fld>
            <a:endParaRPr/>
          </a:p>
        </p:txBody>
      </p:sp>
      <p:sp>
        <p:nvSpPr>
          <p:cNvPr id="7" name="PlaceHolder 6"/>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gfw5ZxMAAAAlAAAAZAAAAA0AAAAAkAAAAEgAAACQAAAAS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KAUAABonAAAHFgAAWCkAABAAAAAmAAAACAAAAAAAAAAAAAAA"/>
              </a:ext>
            </a:extLst>
          </p:cNvSpPr>
          <p:nvPr>
            <p:ph type="dt" idx="10"/>
          </p:nvPr>
        </p:nvSpPr>
        <p:spPr/>
        <p:txBody>
          <a:bodyPr/>
          <a:lstStyle/>
          <a:p>
            <a:pPr>
              <a:defRPr lang="en-us"/>
            </a:pPr>
            <a:endParaRPr/>
          </a:p>
        </p:txBody>
      </p:sp>
    </p:spTree>
  </p:cSld>
  <p:clrMapOvr>
    <a:masterClrMapping/>
  </p:clrMapOvr>
  <p:hf hdr="0" ftr="0" dt="0"/>
</p:sldLayout>
</file>

<file path=ppt/slideLayouts/slideLayout23.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2" name="PlaceHolder 1"/>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gfw5ZxMAAAAlAAAAZAAAAA0AAAAAAAAAAAAAAAAAAAAAA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wAMAAK8BAAA/RwAAuggAABAAAAAmAAAACAAAADwQAAD/HwAA"/>
              </a:ext>
            </a:extLst>
          </p:cNvSpPr>
          <p:nvPr>
            <p:ph type="title"/>
          </p:nvPr>
        </p:nvSpPr>
        <p:spPr>
          <a:noFill/>
          <a:ln>
            <a:noFill/>
          </a:ln>
        </p:spPr>
        <p:txBody>
          <a:bodyPr vert="horz" wrap="square" lIns="0" tIns="0" rIns="0" bIns="0" numCol="1" spcCol="215900" anchor="ctr">
            <a:prstTxWarp prst="textNoShape">
              <a:avLst/>
            </a:prstTxWarp>
          </a:bodyPr>
          <a:lstStyle/>
          <a:p>
            <a:pPr indent="0" algn="ctr">
              <a:buNone/>
            </a:pPr>
            <a:endParaRPr lang="en-us" cap="none">
              <a:solidFill>
                <a:srgbClr val="000000"/>
              </a:solidFill>
              <a:latin typeface="Arial" pitchFamily="2" charset="0"/>
              <a:ea typeface="Basic Roman" pitchFamily="1" charset="0"/>
              <a:cs typeface="Basic Roman" pitchFamily="1" charset="0"/>
            </a:endParaRPr>
          </a:p>
        </p:txBody>
      </p:sp>
      <p:sp>
        <p:nvSpPr>
          <p:cNvPr id="3" name="PlaceHolder 2"/>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gfw5ZxMAAAAlAAAAZAAAAA0AAAAAAAAAAAAAAAAAAAAAA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wAMAAN8JAACwJAAAihUAABAAAAAmAAAACAAAAD0QAAD/HwAA"/>
              </a:ext>
            </a:extLst>
          </p:cNvSpPr>
          <p:nvPr>
            <p:ph idx="1"/>
          </p:nvPr>
        </p:nvSpPr>
        <p:spPr>
          <a:xfrm>
            <a:off x="609600" y="1604645"/>
            <a:ext cx="5354320" cy="1896745"/>
          </a:xfrm>
          <a:noFill/>
          <a:ln>
            <a:noFill/>
          </a:ln>
        </p:spPr>
        <p:txBody>
          <a:bodyPr vert="horz" wrap="square" lIns="0" tIns="0" rIns="0" bIns="0" numCol="1" spcCol="215900" anchor="t">
            <a:prstTxWarp prst="textNoShape">
              <a:avLst/>
            </a:prstTxWarp>
          </a:bodyPr>
          <a:lstStyle/>
          <a:p>
            <a:pPr indent="0">
              <a:spcBef>
                <a:spcPts val="1415"/>
              </a:spcBef>
              <a:buNone/>
            </a:pPr>
            <a:endParaRPr lang="en-us" cap="none">
              <a:solidFill>
                <a:srgbClr val="000000"/>
              </a:solidFill>
              <a:latin typeface="Arial" pitchFamily="2" charset="0"/>
              <a:ea typeface="Basic Roman" pitchFamily="1" charset="0"/>
              <a:cs typeface="Basic Roman" pitchFamily="1" charset="0"/>
            </a:endParaRPr>
          </a:p>
        </p:txBody>
      </p:sp>
      <p:sp>
        <p:nvSpPr>
          <p:cNvPr id="4" name="PlaceHolder 3"/>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gfw5ZxMAAAAlAAAAZAAAAA0AAAAAAAAAAAAAAAAAAAAAA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ViYAAN8JAABGRwAAihUAABAAAAAmAAAACAAAAD0QAAD/HwAA"/>
              </a:ext>
            </a:extLst>
          </p:cNvSpPr>
          <p:nvPr>
            <p:ph idx="1"/>
          </p:nvPr>
        </p:nvSpPr>
        <p:spPr>
          <a:xfrm>
            <a:off x="6231890" y="1604645"/>
            <a:ext cx="5354320" cy="1896745"/>
          </a:xfrm>
          <a:noFill/>
          <a:ln>
            <a:noFill/>
          </a:ln>
        </p:spPr>
        <p:txBody>
          <a:bodyPr vert="horz" wrap="square" lIns="0" tIns="0" rIns="0" bIns="0" numCol="1" spcCol="215900" anchor="t">
            <a:prstTxWarp prst="textNoShape">
              <a:avLst/>
            </a:prstTxWarp>
          </a:bodyPr>
          <a:lstStyle/>
          <a:p>
            <a:pPr indent="0">
              <a:spcBef>
                <a:spcPts val="1415"/>
              </a:spcBef>
              <a:buNone/>
            </a:pPr>
            <a:endParaRPr lang="en-us" cap="none">
              <a:solidFill>
                <a:srgbClr val="000000"/>
              </a:solidFill>
              <a:latin typeface="Arial" pitchFamily="2" charset="0"/>
              <a:ea typeface="Basic Roman" pitchFamily="1" charset="0"/>
              <a:cs typeface="Basic Roman" pitchFamily="1" charset="0"/>
            </a:endParaRPr>
          </a:p>
        </p:txBody>
      </p:sp>
      <p:sp>
        <p:nvSpPr>
          <p:cNvPr id="5" name="PlaceHolder 4"/>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gfw5ZxMAAAAlAAAAZAAAAA0AAAAAAAAAAAAAAAAAAAAAA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EQAZw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wAMAAKcWAACwJAAAUiIAABAAAAAmAAAACAAAAD0QAAD/HwAA"/>
              </a:ext>
            </a:extLst>
          </p:cNvSpPr>
          <p:nvPr>
            <p:ph idx="1"/>
          </p:nvPr>
        </p:nvSpPr>
        <p:spPr>
          <a:xfrm>
            <a:off x="609600" y="3682365"/>
            <a:ext cx="5354320" cy="1896745"/>
          </a:xfrm>
          <a:noFill/>
          <a:ln>
            <a:noFill/>
          </a:ln>
        </p:spPr>
        <p:txBody>
          <a:bodyPr vert="horz" wrap="square" lIns="0" tIns="0" rIns="0" bIns="0" numCol="1" spcCol="215900" anchor="t">
            <a:prstTxWarp prst="textNoShape">
              <a:avLst/>
            </a:prstTxWarp>
          </a:bodyPr>
          <a:lstStyle/>
          <a:p>
            <a:pPr indent="0">
              <a:spcBef>
                <a:spcPts val="1415"/>
              </a:spcBef>
              <a:buNone/>
            </a:pPr>
            <a:endParaRPr lang="en-us" cap="none">
              <a:solidFill>
                <a:srgbClr val="000000"/>
              </a:solidFill>
              <a:latin typeface="Arial" pitchFamily="2" charset="0"/>
              <a:ea typeface="Basic Roman" pitchFamily="1" charset="0"/>
              <a:cs typeface="Basic Roman" pitchFamily="1" charset="0"/>
            </a:endParaRPr>
          </a:p>
        </p:txBody>
      </p:sp>
      <p:sp>
        <p:nvSpPr>
          <p:cNvPr id="6" name="PlaceHolder 5"/>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gfw5ZxMAAAAlAAAAZAAAAA0AAAAAAAAAAAAAAAAAAAAAA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ViYAAKcWAABGRwAAUiIAABAAAAAmAAAACAAAAD0QAAD/HwAA"/>
              </a:ext>
            </a:extLst>
          </p:cNvSpPr>
          <p:nvPr>
            <p:ph idx="1"/>
          </p:nvPr>
        </p:nvSpPr>
        <p:spPr>
          <a:xfrm>
            <a:off x="6231890" y="3682365"/>
            <a:ext cx="5354320" cy="1896745"/>
          </a:xfrm>
          <a:noFill/>
          <a:ln>
            <a:noFill/>
          </a:ln>
        </p:spPr>
        <p:txBody>
          <a:bodyPr vert="horz" wrap="square" lIns="0" tIns="0" rIns="0" bIns="0" numCol="1" spcCol="215900" anchor="t">
            <a:prstTxWarp prst="textNoShape">
              <a:avLst/>
            </a:prstTxWarp>
          </a:bodyPr>
          <a:lstStyle/>
          <a:p>
            <a:pPr indent="0">
              <a:spcBef>
                <a:spcPts val="1415"/>
              </a:spcBef>
              <a:buNone/>
            </a:pPr>
            <a:endParaRPr lang="en-us" cap="none">
              <a:solidFill>
                <a:srgbClr val="000000"/>
              </a:solidFill>
              <a:latin typeface="Arial" pitchFamily="2" charset="0"/>
              <a:ea typeface="Basic Roman" pitchFamily="1" charset="0"/>
              <a:cs typeface="Basic Roman" pitchFamily="1" charset="0"/>
            </a:endParaRPr>
          </a:p>
        </p:txBody>
      </p:sp>
      <p:sp>
        <p:nvSpPr>
          <p:cNvPr id="7" name="PlaceHolder 6"/>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gfw5ZxMAAAAlAAAAZAAAAA0AAAAAkAAAAEgAAACQAAAAS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2BgAABonAAAnMgAAWCkAABAAAAAmAAAACAAAAAAAAAAAAAAA"/>
              </a:ext>
            </a:extLst>
          </p:cNvSpPr>
          <p:nvPr>
            <p:ph type="ftr" idx="11"/>
          </p:nvPr>
        </p:nvSpPr>
        <p:spPr/>
        <p:txBody>
          <a:bodyPr/>
          <a:lstStyle/>
          <a:p>
            <a:pPr>
              <a:defRPr lang="en-us"/>
            </a:pPr>
            <a:r>
              <a:t>Footer</a:t>
            </a:r>
          </a:p>
        </p:txBody>
      </p:sp>
      <p:sp>
        <p:nvSpPr>
          <p:cNvPr id="8" name="PlaceHolder 7"/>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gfw5ZxMAAAAlAAAAZAAAAA0AAAAAkAAAAEgAAACQAAAAS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DQAABonAADXRQAAWCkAABAAAAAmAAAACAAAAAAAAAAAAAAA"/>
              </a:ext>
            </a:extLst>
          </p:cNvSpPr>
          <p:nvPr>
            <p:ph type="sldNum" idx="12"/>
          </p:nvPr>
        </p:nvSpPr>
        <p:spPr/>
        <p:txBody>
          <a:bodyPr/>
          <a:lstStyle/>
          <a:p>
            <a:pPr>
              <a:defRPr lang="en-us"/>
            </a:pPr>
            <a:fld id="{759BE569-2798-CE13-D623-D146AB6D2084}" type="slidenum">
              <a:t>‹#›</a:t>
            </a:fld>
            <a:endParaRPr/>
          </a:p>
        </p:txBody>
      </p:sp>
      <p:sp>
        <p:nvSpPr>
          <p:cNvPr id="9" name="PlaceHolder 8"/>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gfw5ZxMAAAAlAAAAZAAAAA0AAAAAkAAAAEgAAACQAAAAS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KAUAABonAAAHFgAAWCkAABAAAAAmAAAACAAAAAAAAAAAAAAA"/>
              </a:ext>
            </a:extLst>
          </p:cNvSpPr>
          <p:nvPr>
            <p:ph type="dt" idx="10"/>
          </p:nvPr>
        </p:nvSpPr>
        <p:spPr/>
        <p:txBody>
          <a:bodyPr/>
          <a:lstStyle/>
          <a:p>
            <a:pPr>
              <a:defRPr lang="en-us"/>
            </a:pPr>
            <a:endParaRPr/>
          </a:p>
        </p:txBody>
      </p:sp>
    </p:spTree>
  </p:cSld>
  <p:clrMapOvr>
    <a:masterClrMapping/>
  </p:clrMapOvr>
  <p:hf hdr="0" ftr="0" dt="0"/>
</p:sldLayout>
</file>

<file path=ppt/slideLayouts/slideLayout24.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2" name="PlaceHolder 1"/>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gfw5ZxMAAAAlAAAAZAAAAA0AAAAAAAAAAAAAAAAAAAAAA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EQAZw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wAMAAK8BAAA/RwAAuggAABAAAAAmAAAACAAAADwQAAD/HwAA"/>
              </a:ext>
            </a:extLst>
          </p:cNvSpPr>
          <p:nvPr>
            <p:ph type="title"/>
          </p:nvPr>
        </p:nvSpPr>
        <p:spPr>
          <a:noFill/>
          <a:ln>
            <a:noFill/>
          </a:ln>
        </p:spPr>
        <p:txBody>
          <a:bodyPr vert="horz" wrap="square" lIns="0" tIns="0" rIns="0" bIns="0" numCol="1" spcCol="215900" anchor="ctr">
            <a:prstTxWarp prst="textNoShape">
              <a:avLst/>
            </a:prstTxWarp>
          </a:bodyPr>
          <a:lstStyle/>
          <a:p>
            <a:pPr indent="0" algn="ctr">
              <a:buNone/>
            </a:pPr>
            <a:endParaRPr lang="en-us" cap="none">
              <a:solidFill>
                <a:srgbClr val="000000"/>
              </a:solidFill>
              <a:latin typeface="Arial" pitchFamily="2" charset="0"/>
              <a:ea typeface="Basic Roman" pitchFamily="1" charset="0"/>
              <a:cs typeface="Basic Roman" pitchFamily="1" charset="0"/>
            </a:endParaRPr>
          </a:p>
        </p:txBody>
      </p:sp>
      <p:sp>
        <p:nvSpPr>
          <p:cNvPr id="3" name="PlaceHolder 2"/>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gfw5ZxMAAAAlAAAAZAAAAA0AAAAAAAAAAAAAAAAAAAAAA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wAMAAN8JAAB8GQAAihUAABAAAAAmAAAACAAAAD0QAAD/HwAA"/>
              </a:ext>
            </a:extLst>
          </p:cNvSpPr>
          <p:nvPr>
            <p:ph idx="6"/>
          </p:nvPr>
        </p:nvSpPr>
        <p:spPr>
          <a:xfrm>
            <a:off x="609600" y="1604645"/>
            <a:ext cx="3533140" cy="1896745"/>
          </a:xfrm>
          <a:noFill/>
          <a:ln>
            <a:noFill/>
          </a:ln>
        </p:spPr>
        <p:txBody>
          <a:bodyPr vert="horz" wrap="square" lIns="0" tIns="0" rIns="0" bIns="0" numCol="1" spcCol="215900" anchor="t">
            <a:prstTxWarp prst="textNoShape">
              <a:avLst/>
            </a:prstTxWarp>
          </a:bodyPr>
          <a:lstStyle/>
          <a:p>
            <a:pPr indent="0">
              <a:spcBef>
                <a:spcPts val="1415"/>
              </a:spcBef>
              <a:buNone/>
            </a:pPr>
            <a:endParaRPr lang="en-us" cap="none">
              <a:solidFill>
                <a:srgbClr val="000000"/>
              </a:solidFill>
              <a:latin typeface="Arial" pitchFamily="2" charset="0"/>
              <a:ea typeface="Basic Roman" pitchFamily="1" charset="0"/>
              <a:cs typeface="Basic Roman" pitchFamily="1" charset="0"/>
            </a:endParaRPr>
          </a:p>
        </p:txBody>
      </p:sp>
      <p:sp>
        <p:nvSpPr>
          <p:cNvPr id="4" name="PlaceHolder 3"/>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gfw5ZxMAAAAlAAAAZAAAAA0AAAAAAAAAAAAAAAAAAAAAA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CBbaWU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kxoAAN8JAABOMAAAihUAABAAAAAmAAAACAAAAD0QAAD/HwAA"/>
              </a:ext>
            </a:extLst>
          </p:cNvSpPr>
          <p:nvPr>
            <p:ph idx="5"/>
          </p:nvPr>
        </p:nvSpPr>
        <p:spPr>
          <a:xfrm>
            <a:off x="4319905" y="1604645"/>
            <a:ext cx="3532505" cy="1896745"/>
          </a:xfrm>
          <a:noFill/>
          <a:ln>
            <a:noFill/>
          </a:ln>
        </p:spPr>
        <p:txBody>
          <a:bodyPr vert="horz" wrap="square" lIns="0" tIns="0" rIns="0" bIns="0" numCol="1" spcCol="215900" anchor="t">
            <a:prstTxWarp prst="textNoShape">
              <a:avLst/>
            </a:prstTxWarp>
          </a:bodyPr>
          <a:lstStyle/>
          <a:p>
            <a:pPr indent="0">
              <a:spcBef>
                <a:spcPts val="1415"/>
              </a:spcBef>
              <a:buNone/>
            </a:pPr>
            <a:endParaRPr lang="en-us" cap="none">
              <a:solidFill>
                <a:srgbClr val="000000"/>
              </a:solidFill>
              <a:latin typeface="Arial" pitchFamily="2" charset="0"/>
              <a:ea typeface="Basic Roman" pitchFamily="1" charset="0"/>
              <a:cs typeface="Basic Roman" pitchFamily="1" charset="0"/>
            </a:endParaRPr>
          </a:p>
        </p:txBody>
      </p:sp>
      <p:sp>
        <p:nvSpPr>
          <p:cNvPr id="5" name="PlaceHolder 4"/>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gfw5ZxMAAAAlAAAAZAAAAA0AAAAAAAAAAAAAAAAAAAAAA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ZTEAAN8JAAAhRwAAihUAABAAAAAmAAAACAAAAD0QAAD/HwAA"/>
              </a:ext>
            </a:extLst>
          </p:cNvSpPr>
          <p:nvPr>
            <p:ph idx="4"/>
          </p:nvPr>
        </p:nvSpPr>
        <p:spPr>
          <a:xfrm>
            <a:off x="8029575" y="1604645"/>
            <a:ext cx="3533140" cy="1896745"/>
          </a:xfrm>
          <a:noFill/>
          <a:ln>
            <a:noFill/>
          </a:ln>
        </p:spPr>
        <p:txBody>
          <a:bodyPr vert="horz" wrap="square" lIns="0" tIns="0" rIns="0" bIns="0" numCol="1" spcCol="215900" anchor="t">
            <a:prstTxWarp prst="textNoShape">
              <a:avLst/>
            </a:prstTxWarp>
          </a:bodyPr>
          <a:lstStyle/>
          <a:p>
            <a:pPr indent="0">
              <a:spcBef>
                <a:spcPts val="1415"/>
              </a:spcBef>
              <a:buNone/>
            </a:pPr>
            <a:endParaRPr lang="en-us" cap="none">
              <a:solidFill>
                <a:srgbClr val="000000"/>
              </a:solidFill>
              <a:latin typeface="Arial" pitchFamily="2" charset="0"/>
              <a:ea typeface="Basic Roman" pitchFamily="1" charset="0"/>
              <a:cs typeface="Basic Roman" pitchFamily="1" charset="0"/>
            </a:endParaRPr>
          </a:p>
        </p:txBody>
      </p:sp>
      <p:sp>
        <p:nvSpPr>
          <p:cNvPr id="6" name="PlaceHolder 5"/>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gfw5ZxMAAAAlAAAAZAAAAA0AAAAAAAAAAAAAAAAAAAAAA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wAMAAKcWAAB8GQAAUiIAABAAAAAmAAAACAAAAD0QAAD/HwAA"/>
              </a:ext>
            </a:extLst>
          </p:cNvSpPr>
          <p:nvPr>
            <p:ph idx="3"/>
          </p:nvPr>
        </p:nvSpPr>
        <p:spPr>
          <a:xfrm>
            <a:off x="609600" y="3682365"/>
            <a:ext cx="3533140" cy="1896745"/>
          </a:xfrm>
          <a:noFill/>
          <a:ln>
            <a:noFill/>
          </a:ln>
        </p:spPr>
        <p:txBody>
          <a:bodyPr vert="horz" wrap="square" lIns="0" tIns="0" rIns="0" bIns="0" numCol="1" spcCol="215900" anchor="t">
            <a:prstTxWarp prst="textNoShape">
              <a:avLst/>
            </a:prstTxWarp>
          </a:bodyPr>
          <a:lstStyle/>
          <a:p>
            <a:pPr indent="0">
              <a:spcBef>
                <a:spcPts val="1415"/>
              </a:spcBef>
              <a:buNone/>
            </a:pPr>
            <a:endParaRPr lang="en-us" cap="none">
              <a:solidFill>
                <a:srgbClr val="000000"/>
              </a:solidFill>
              <a:latin typeface="Arial" pitchFamily="2" charset="0"/>
              <a:ea typeface="Basic Roman" pitchFamily="1" charset="0"/>
              <a:cs typeface="Basic Roman" pitchFamily="1" charset="0"/>
            </a:endParaRPr>
          </a:p>
        </p:txBody>
      </p:sp>
      <p:sp>
        <p:nvSpPr>
          <p:cNvPr id="7" name="PlaceHolder 6"/>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gfw5ZxMAAAAlAAAAZAAAAA0AAAAAAAAAAAAAAAAAAAAAA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kxoAAKcWAABOMAAAUiIAABAAAAAmAAAACAAAAD0QAAD/HwAA"/>
              </a:ext>
            </a:extLst>
          </p:cNvSpPr>
          <p:nvPr>
            <p:ph idx="2"/>
          </p:nvPr>
        </p:nvSpPr>
        <p:spPr>
          <a:xfrm>
            <a:off x="4319905" y="3682365"/>
            <a:ext cx="3532505" cy="1896745"/>
          </a:xfrm>
          <a:noFill/>
          <a:ln>
            <a:noFill/>
          </a:ln>
        </p:spPr>
        <p:txBody>
          <a:bodyPr vert="horz" wrap="square" lIns="0" tIns="0" rIns="0" bIns="0" numCol="1" spcCol="215900" anchor="t">
            <a:prstTxWarp prst="textNoShape">
              <a:avLst/>
            </a:prstTxWarp>
          </a:bodyPr>
          <a:lstStyle/>
          <a:p>
            <a:pPr indent="0">
              <a:spcBef>
                <a:spcPts val="1415"/>
              </a:spcBef>
              <a:buNone/>
            </a:pPr>
            <a:endParaRPr lang="en-us" cap="none">
              <a:solidFill>
                <a:srgbClr val="000000"/>
              </a:solidFill>
              <a:latin typeface="Arial" pitchFamily="2" charset="0"/>
              <a:ea typeface="Basic Roman" pitchFamily="1" charset="0"/>
              <a:cs typeface="Basic Roman" pitchFamily="1" charset="0"/>
            </a:endParaRPr>
          </a:p>
        </p:txBody>
      </p:sp>
      <p:sp>
        <p:nvSpPr>
          <p:cNvPr id="8" name="PlaceHolder 7"/>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gfw5ZxMAAAAlAAAAZAAAAA0AAAAAAAAAAAAAAAAAAAAAA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ZTEAAKcWAAAhRwAAUiIAABAAAAAmAAAACAAAAD0QAAD/HwAA"/>
              </a:ext>
            </a:extLst>
          </p:cNvSpPr>
          <p:nvPr>
            <p:ph idx="1"/>
          </p:nvPr>
        </p:nvSpPr>
        <p:spPr>
          <a:xfrm>
            <a:off x="8029575" y="3682365"/>
            <a:ext cx="3533140" cy="1896745"/>
          </a:xfrm>
          <a:noFill/>
          <a:ln>
            <a:noFill/>
          </a:ln>
        </p:spPr>
        <p:txBody>
          <a:bodyPr vert="horz" wrap="square" lIns="0" tIns="0" rIns="0" bIns="0" numCol="1" spcCol="215900" anchor="t">
            <a:prstTxWarp prst="textNoShape">
              <a:avLst/>
            </a:prstTxWarp>
          </a:bodyPr>
          <a:lstStyle/>
          <a:p>
            <a:pPr indent="0">
              <a:spcBef>
                <a:spcPts val="1415"/>
              </a:spcBef>
              <a:buNone/>
            </a:pPr>
            <a:endParaRPr lang="en-us" cap="none">
              <a:solidFill>
                <a:srgbClr val="000000"/>
              </a:solidFill>
              <a:latin typeface="Arial" pitchFamily="2" charset="0"/>
              <a:ea typeface="Basic Roman" pitchFamily="1" charset="0"/>
              <a:cs typeface="Basic Roman" pitchFamily="1" charset="0"/>
            </a:endParaRPr>
          </a:p>
        </p:txBody>
      </p:sp>
      <p:sp>
        <p:nvSpPr>
          <p:cNvPr id="9" name="PlaceHolder 8"/>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gfw5ZxMAAAAlAAAAZAAAAA0AAAAAkAAAAEgAAACQAAAAS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2BgAABonAAAnMgAAWCkAABAAAAAmAAAACAAAAAAAAAAAAAAA"/>
              </a:ext>
            </a:extLst>
          </p:cNvSpPr>
          <p:nvPr>
            <p:ph type="ftr" idx="11"/>
          </p:nvPr>
        </p:nvSpPr>
        <p:spPr/>
        <p:txBody>
          <a:bodyPr/>
          <a:lstStyle/>
          <a:p>
            <a:pPr>
              <a:defRPr lang="en-us"/>
            </a:pPr>
            <a:r>
              <a:t>Footer</a:t>
            </a:r>
          </a:p>
        </p:txBody>
      </p:sp>
      <p:sp>
        <p:nvSpPr>
          <p:cNvPr id="10" name="PlaceHolder 9"/>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gfw5ZxMAAAAlAAAAZAAAAA0AAAAAkAAAAEgAAACQAAAAS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DQAABonAADXRQAAWCkAABAAAAAmAAAACAAAAAAAAAAAAAAA"/>
              </a:ext>
            </a:extLst>
          </p:cNvSpPr>
          <p:nvPr>
            <p:ph type="sldNum" idx="12"/>
          </p:nvPr>
        </p:nvSpPr>
        <p:spPr/>
        <p:txBody>
          <a:bodyPr/>
          <a:lstStyle/>
          <a:p>
            <a:pPr>
              <a:defRPr lang="en-us"/>
            </a:pPr>
            <a:fld id="{5ACE3D12-5CB7-9BCB-F976-AA9E73380FFF}" type="slidenum">
              <a:t>‹#›</a:t>
            </a:fld>
            <a:endParaRPr/>
          </a:p>
        </p:txBody>
      </p:sp>
      <p:sp>
        <p:nvSpPr>
          <p:cNvPr id="11" name="PlaceHolder 10"/>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gfw5ZxMAAAAlAAAAZAAAAA0AAAAAkAAAAEgAAACQAAAAS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KAUAABonAAAHFgAAWCkAABAAAAAmAAAACAAAAAAAAAAAAAAA"/>
              </a:ext>
            </a:extLst>
          </p:cNvSpPr>
          <p:nvPr>
            <p:ph type="dt" idx="10"/>
          </p:nvPr>
        </p:nvSpPr>
        <p:spPr/>
        <p:txBody>
          <a:bodyPr/>
          <a:lstStyle/>
          <a:p>
            <a:pPr>
              <a:defRPr lang="en-us"/>
            </a:pPr>
            <a:endParaRPr/>
          </a:p>
        </p:txBody>
      </p:sp>
    </p:spTree>
  </p:cSld>
  <p:clrMapOvr>
    <a:masterClrMapping/>
  </p:clrMapOvr>
  <p:hf hdr="0" ftr="0" dt="0"/>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
        <p:nvSpPr>
          <p:cNvPr id="2" name="PlaceHolder 1"/>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gfw5ZxMAAAAlAAAAZAAAAA0AAAAAkAAAAEgAAACQAAAAS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EQAZw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2BgAABonAAAnMgAAWCkAABAAAAAmAAAACAAAAAAAAAAAAAAA"/>
              </a:ext>
            </a:extLst>
          </p:cNvSpPr>
          <p:nvPr>
            <p:ph type="ftr" idx="11"/>
          </p:nvPr>
        </p:nvSpPr>
        <p:spPr/>
        <p:txBody>
          <a:bodyPr/>
          <a:lstStyle/>
          <a:p>
            <a:pPr>
              <a:defRPr lang="en-us"/>
            </a:pPr>
            <a:r>
              <a:t>Footer</a:t>
            </a:r>
          </a:p>
        </p:txBody>
      </p:sp>
      <p:sp>
        <p:nvSpPr>
          <p:cNvPr id="3" name="PlaceHolder 2"/>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gfw5ZxMAAAAlAAAAZAAAAA0AAAAAkAAAAEgAAACQAAAAS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DQAABonAADXRQAAWCkAABAAAAAmAAAACAAAAAAAAAAAAAAA"/>
              </a:ext>
            </a:extLst>
          </p:cNvSpPr>
          <p:nvPr>
            <p:ph type="sldNum" idx="12"/>
          </p:nvPr>
        </p:nvSpPr>
        <p:spPr/>
        <p:txBody>
          <a:bodyPr/>
          <a:lstStyle/>
          <a:p>
            <a:pPr>
              <a:defRPr lang="en-us"/>
            </a:pPr>
            <a:fld id="{6567277D-3388-32D1-C6DF-C58469913090}" type="slidenum">
              <a:t>‹#›</a:t>
            </a:fld>
            <a:endParaRPr/>
          </a:p>
        </p:txBody>
      </p:sp>
      <p:sp>
        <p:nvSpPr>
          <p:cNvPr id="4" name="PlaceHolder 3"/>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gfw5ZxMAAAAlAAAAZAAAAA0AAAAAkAAAAEgAAACQAAAAS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KAUAABonAAAHFgAAWCkAABAAAAAmAAAACAAAAAAAAAAAAAAA"/>
              </a:ext>
            </a:extLst>
          </p:cNvSpPr>
          <p:nvPr>
            <p:ph type="dt" idx="10"/>
          </p:nvPr>
        </p:nvSpPr>
        <p:spPr/>
        <p:txBody>
          <a:bodyPr/>
          <a:lstStyle/>
          <a:p>
            <a:pPr>
              <a:defRPr lang="en-us"/>
            </a:pPr>
            <a:endParaRPr/>
          </a:p>
        </p:txBody>
      </p:sp>
    </p:spTree>
  </p:cSld>
  <p:clrMapOvr>
    <a:masterClrMapping/>
  </p:clrMapOvr>
  <p:hf hdr="0" ftr="0" dt="0"/>
</p:sldLayout>
</file>

<file path=ppt/slideLayouts/slideLayout26.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2" name="PlaceHolder 1"/>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gfw5ZxMAAAAlAAAAZAAAAA0AAAAAAAAAAAAAAAAAAAAAA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EQAZw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wAMAAK8BAAA/RwAAuggAABAAAAAmAAAACAAAADwQAAD/HwAA"/>
              </a:ext>
            </a:extLst>
          </p:cNvSpPr>
          <p:nvPr>
            <p:ph type="title"/>
          </p:nvPr>
        </p:nvSpPr>
        <p:spPr>
          <a:noFill/>
          <a:ln>
            <a:noFill/>
          </a:ln>
        </p:spPr>
        <p:txBody>
          <a:bodyPr vert="horz" wrap="square" lIns="0" tIns="0" rIns="0" bIns="0" numCol="1" spcCol="215900" anchor="ctr">
            <a:prstTxWarp prst="textNoShape">
              <a:avLst/>
            </a:prstTxWarp>
          </a:bodyPr>
          <a:lstStyle/>
          <a:p>
            <a:pPr indent="0" algn="ctr">
              <a:buNone/>
            </a:pPr>
            <a:endParaRPr lang="en-us" cap="none">
              <a:solidFill>
                <a:srgbClr val="000000"/>
              </a:solidFill>
              <a:latin typeface="Arial" pitchFamily="2" charset="0"/>
              <a:ea typeface="Basic Roman" pitchFamily="1" charset="0"/>
              <a:cs typeface="Basic Roman" pitchFamily="1" charset="0"/>
            </a:endParaRPr>
          </a:p>
        </p:txBody>
      </p:sp>
      <p:sp>
        <p:nvSpPr>
          <p:cNvPr id="3" name="PlaceHolder 2"/>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gfw5ZxMAAAAlAAAAZAAAAA0AAAAAAAAAAAAAAAAAAAAAA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EQAZw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wAMAAN8JAAA/RwAAViIAABAAAAAmAAAACAAAALwQAAD/HwAA"/>
              </a:ext>
            </a:extLst>
          </p:cNvSpPr>
          <p:nvPr>
            <p:ph type="subTitle" idx="1"/>
          </p:nvPr>
        </p:nvSpPr>
        <p:spPr>
          <a:noFill/>
          <a:ln>
            <a:noFill/>
          </a:ln>
        </p:spPr>
        <p:txBody>
          <a:bodyPr vert="horz" wrap="square" lIns="0" tIns="0" rIns="0" bIns="0" numCol="1" spcCol="215900" anchor="ctr">
            <a:prstTxWarp prst="textNoShape">
              <a:avLst/>
            </a:prstTxWarp>
          </a:bodyPr>
          <a:lstStyle/>
          <a:p>
            <a:pPr indent="0" algn="ctr">
              <a:buNone/>
            </a:pPr>
            <a:endParaRPr lang="en-us" cap="none">
              <a:solidFill>
                <a:srgbClr val="000000"/>
              </a:solidFill>
              <a:latin typeface="Arial" pitchFamily="2" charset="0"/>
              <a:ea typeface="Basic Roman" pitchFamily="1" charset="0"/>
              <a:cs typeface="Basic Roman" pitchFamily="1" charset="0"/>
            </a:endParaRPr>
          </a:p>
        </p:txBody>
      </p:sp>
      <p:sp>
        <p:nvSpPr>
          <p:cNvPr id="4" name="PlaceHolder 3"/>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gfw5ZxMAAAAlAAAAZAAAAA0AAAAAkAAAAEgAAACQAAAAS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V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2BgAABonAAAnMgAAWCkAABAAAAAmAAAACAAAAAAAAAAAAAAA"/>
              </a:ext>
            </a:extLst>
          </p:cNvSpPr>
          <p:nvPr>
            <p:ph type="ftr" idx="11"/>
          </p:nvPr>
        </p:nvSpPr>
        <p:spPr/>
        <p:txBody>
          <a:bodyPr/>
          <a:lstStyle/>
          <a:p>
            <a:pPr>
              <a:defRPr lang="en-us"/>
            </a:pPr>
            <a:r>
              <a:t>Footer</a:t>
            </a:r>
          </a:p>
        </p:txBody>
      </p:sp>
      <p:sp>
        <p:nvSpPr>
          <p:cNvPr id="5" name="PlaceHolder 4"/>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gfw5ZxMAAAAlAAAAZAAAAA0AAAAAkAAAAEgAAACQAAAAS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DQAABonAADXRQAAWCkAABAAAAAmAAAACAAAAAAAAAAAAAAA"/>
              </a:ext>
            </a:extLst>
          </p:cNvSpPr>
          <p:nvPr>
            <p:ph type="sldNum" idx="12"/>
          </p:nvPr>
        </p:nvSpPr>
        <p:spPr/>
        <p:txBody>
          <a:bodyPr/>
          <a:lstStyle/>
          <a:p>
            <a:pPr>
              <a:defRPr lang="en-us"/>
            </a:pPr>
            <a:fld id="{45B64611-5FA8-E3B0-E60E-A9E5084010FC}" type="slidenum">
              <a:t>‹#›</a:t>
            </a:fld>
            <a:endParaRPr/>
          </a:p>
        </p:txBody>
      </p:sp>
      <p:sp>
        <p:nvSpPr>
          <p:cNvPr id="6" name="PlaceHolder 5"/>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gfw5ZxMAAAAlAAAAZAAAAA0AAAAAkAAAAEgAAACQAAAAS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KAUAABonAAAHFgAAWCkAABAAAAAmAAAACAAAAAAAAAAAAAAA"/>
              </a:ext>
            </a:extLst>
          </p:cNvSpPr>
          <p:nvPr>
            <p:ph type="dt" idx="10"/>
          </p:nvPr>
        </p:nvSpPr>
        <p:spPr/>
        <p:txBody>
          <a:bodyPr/>
          <a:lstStyle/>
          <a:p>
            <a:pPr>
              <a:defRPr lang="en-us"/>
            </a:pPr>
            <a:endParaRPr/>
          </a:p>
        </p:txBody>
      </p:sp>
    </p:spTree>
  </p:cSld>
  <p:clrMapOvr>
    <a:masterClrMapping/>
  </p:clrMapOvr>
  <p:hf hdr="0" ftr="0" dt="0"/>
</p:sldLayout>
</file>

<file path=ppt/slideLayouts/slideLayout27.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2" name="PlaceHolder 1"/>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gfw5ZxMAAAAlAAAAZAAAAA0AAAAAAAAAAAAAAAAAAAAAA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EQAZw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wAMAAK8BAAA/RwAAuggAABAAAAAmAAAACAAAADwQAAD/HwAA"/>
              </a:ext>
            </a:extLst>
          </p:cNvSpPr>
          <p:nvPr>
            <p:ph type="title"/>
          </p:nvPr>
        </p:nvSpPr>
        <p:spPr>
          <a:noFill/>
          <a:ln>
            <a:noFill/>
          </a:ln>
        </p:spPr>
        <p:txBody>
          <a:bodyPr vert="horz" wrap="square" lIns="0" tIns="0" rIns="0" bIns="0" numCol="1" spcCol="215900" anchor="ctr">
            <a:prstTxWarp prst="textNoShape">
              <a:avLst/>
            </a:prstTxWarp>
          </a:bodyPr>
          <a:lstStyle/>
          <a:p>
            <a:pPr indent="0" algn="ctr">
              <a:buNone/>
            </a:pPr>
            <a:endParaRPr lang="en-us" cap="none">
              <a:solidFill>
                <a:srgbClr val="000000"/>
              </a:solidFill>
              <a:latin typeface="Arial" pitchFamily="2" charset="0"/>
              <a:ea typeface="Basic Roman" pitchFamily="1" charset="0"/>
              <a:cs typeface="Basic Roman" pitchFamily="1" charset="0"/>
            </a:endParaRPr>
          </a:p>
        </p:txBody>
      </p:sp>
      <p:sp>
        <p:nvSpPr>
          <p:cNvPr id="3" name="PlaceHolder 2"/>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gfw5ZxMAAAAlAAAAZAAAAA0AAAAAAAAAAAAAAAAAAAAAA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wAMAAN8JAAA/RwAAViIAABAAAAAmAAAACAAAADwQAAD/HwAA"/>
              </a:ext>
            </a:extLst>
          </p:cNvSpPr>
          <p:nvPr>
            <p:ph idx="1"/>
          </p:nvPr>
        </p:nvSpPr>
        <p:spPr>
          <a:noFill/>
          <a:ln>
            <a:noFill/>
          </a:ln>
        </p:spPr>
        <p:txBody>
          <a:bodyPr vert="horz" wrap="square" lIns="0" tIns="0" rIns="0" bIns="0" numCol="1" spcCol="215900" anchor="t">
            <a:prstTxWarp prst="textNoShape">
              <a:avLst/>
            </a:prstTxWarp>
          </a:bodyPr>
          <a:lstStyle/>
          <a:p>
            <a:pPr indent="0">
              <a:spcBef>
                <a:spcPts val="1415"/>
              </a:spcBef>
              <a:buNone/>
            </a:pPr>
            <a:endParaRPr lang="en-us" cap="none">
              <a:solidFill>
                <a:srgbClr val="000000"/>
              </a:solidFill>
              <a:latin typeface="Arial" pitchFamily="2" charset="0"/>
              <a:ea typeface="Basic Roman" pitchFamily="1" charset="0"/>
              <a:cs typeface="Basic Roman" pitchFamily="1" charset="0"/>
            </a:endParaRPr>
          </a:p>
        </p:txBody>
      </p:sp>
      <p:sp>
        <p:nvSpPr>
          <p:cNvPr id="4" name="PlaceHolder 3"/>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gfw5ZxMAAAAlAAAAZAAAAA0AAAAAkAAAAEgAAACQAAAAS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2BgAABonAAAnMgAAWCkAABAAAAAmAAAACAAAAAAAAAAAAAAA"/>
              </a:ext>
            </a:extLst>
          </p:cNvSpPr>
          <p:nvPr>
            <p:ph type="ftr" idx="11"/>
          </p:nvPr>
        </p:nvSpPr>
        <p:spPr/>
        <p:txBody>
          <a:bodyPr/>
          <a:lstStyle/>
          <a:p>
            <a:pPr>
              <a:defRPr lang="en-us"/>
            </a:pPr>
            <a:r>
              <a:t>Footer</a:t>
            </a:r>
          </a:p>
        </p:txBody>
      </p:sp>
      <p:sp>
        <p:nvSpPr>
          <p:cNvPr id="5" name="PlaceHolder 4"/>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gfw5ZxMAAAAlAAAAZAAAAA0AAAAAkAAAAEgAAACQAAAAS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DQAABonAADXRQAAWCkAABAAAAAmAAAACAAAAAAAAAAAAAAA"/>
              </a:ext>
            </a:extLst>
          </p:cNvSpPr>
          <p:nvPr>
            <p:ph type="sldNum" idx="12"/>
          </p:nvPr>
        </p:nvSpPr>
        <p:spPr/>
        <p:txBody>
          <a:bodyPr/>
          <a:lstStyle/>
          <a:p>
            <a:pPr>
              <a:defRPr lang="en-us"/>
            </a:pPr>
            <a:fld id="{7000AB09-479D-555D-D3B8-B108E5F625E4}" type="slidenum">
              <a:t>‹#›</a:t>
            </a:fld>
            <a:endParaRPr/>
          </a:p>
        </p:txBody>
      </p:sp>
      <p:sp>
        <p:nvSpPr>
          <p:cNvPr id="6" name="PlaceHolder 5"/>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gfw5ZxMAAAAlAAAAZAAAAA0AAAAAkAAAAEgAAACQAAAAS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EQAZw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KAUAABonAAAHFgAAWCkAABAAAAAmAAAACAAAAAAAAAAAAAAA"/>
              </a:ext>
            </a:extLst>
          </p:cNvSpPr>
          <p:nvPr>
            <p:ph type="dt" idx="10"/>
          </p:nvPr>
        </p:nvSpPr>
        <p:spPr/>
        <p:txBody>
          <a:bodyPr/>
          <a:lstStyle/>
          <a:p>
            <a:pPr>
              <a:defRPr lang="en-us"/>
            </a:pPr>
            <a:endParaRPr/>
          </a:p>
        </p:txBody>
      </p:sp>
    </p:spTree>
  </p:cSld>
  <p:clrMapOvr>
    <a:masterClrMapping/>
  </p:clrMapOvr>
  <p:hf hdr="0" ftr="0" dt="0"/>
</p:sldLayout>
</file>

<file path=ppt/slideLayouts/slideLayout28.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2" name="PlaceHolder 1"/>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gfw5ZxMAAAAlAAAAZAAAAA0AAAAAAAAAAAAAAAAAAAAAA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EEAQQ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wAMAAK8BAAA/RwAAuggAABAAAAAmAAAACAAAADwQAAD/HwAA"/>
              </a:ext>
            </a:extLst>
          </p:cNvSpPr>
          <p:nvPr>
            <p:ph type="title"/>
          </p:nvPr>
        </p:nvSpPr>
        <p:spPr>
          <a:noFill/>
          <a:ln>
            <a:noFill/>
          </a:ln>
        </p:spPr>
        <p:txBody>
          <a:bodyPr vert="horz" wrap="square" lIns="0" tIns="0" rIns="0" bIns="0" numCol="1" spcCol="215900" anchor="ctr">
            <a:prstTxWarp prst="textNoShape">
              <a:avLst/>
            </a:prstTxWarp>
          </a:bodyPr>
          <a:lstStyle/>
          <a:p>
            <a:pPr indent="0" algn="ctr">
              <a:buNone/>
            </a:pPr>
            <a:endParaRPr lang="en-us" cap="none">
              <a:solidFill>
                <a:srgbClr val="000000"/>
              </a:solidFill>
              <a:latin typeface="Arial" pitchFamily="2" charset="0"/>
              <a:ea typeface="Basic Roman" pitchFamily="1" charset="0"/>
              <a:cs typeface="Basic Roman" pitchFamily="1" charset="0"/>
            </a:endParaRPr>
          </a:p>
        </p:txBody>
      </p:sp>
      <p:sp>
        <p:nvSpPr>
          <p:cNvPr id="3" name="PlaceHolder 2"/>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gfw5ZxMAAAAlAAAAZAAAAA0AAAAAAAAAAAAAAAAAAAAAA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wAMAAN8JAACwJAAAViIAABAAAAAmAAAACAAAAD0QAAD/HwAA"/>
              </a:ext>
            </a:extLst>
          </p:cNvSpPr>
          <p:nvPr>
            <p:ph idx="1"/>
          </p:nvPr>
        </p:nvSpPr>
        <p:spPr>
          <a:xfrm>
            <a:off x="609600" y="1604645"/>
            <a:ext cx="5354320" cy="3977005"/>
          </a:xfrm>
          <a:noFill/>
          <a:ln>
            <a:noFill/>
          </a:ln>
        </p:spPr>
        <p:txBody>
          <a:bodyPr vert="horz" wrap="square" lIns="0" tIns="0" rIns="0" bIns="0" numCol="1" spcCol="215900" anchor="t">
            <a:prstTxWarp prst="textNoShape">
              <a:avLst/>
            </a:prstTxWarp>
          </a:bodyPr>
          <a:lstStyle/>
          <a:p>
            <a:pPr indent="0">
              <a:spcBef>
                <a:spcPts val="1415"/>
              </a:spcBef>
              <a:buNone/>
            </a:pPr>
            <a:endParaRPr lang="en-us" cap="none">
              <a:solidFill>
                <a:srgbClr val="000000"/>
              </a:solidFill>
              <a:latin typeface="Arial" pitchFamily="2" charset="0"/>
              <a:ea typeface="Basic Roman" pitchFamily="1" charset="0"/>
              <a:cs typeface="Basic Roman" pitchFamily="1" charset="0"/>
            </a:endParaRPr>
          </a:p>
        </p:txBody>
      </p:sp>
      <p:sp>
        <p:nvSpPr>
          <p:cNvPr id="4" name="PlaceHolder 3"/>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gfw5ZxMAAAAlAAAAZAAAAA0AAAAAAAAAAAAAAAAAAAAAA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ViYAAN8JAABGRwAAViIAABAAAAAmAAAACAAAAD0QAAD/HwAA"/>
              </a:ext>
            </a:extLst>
          </p:cNvSpPr>
          <p:nvPr>
            <p:ph idx="1"/>
          </p:nvPr>
        </p:nvSpPr>
        <p:spPr>
          <a:xfrm>
            <a:off x="6231890" y="1604645"/>
            <a:ext cx="5354320" cy="3977005"/>
          </a:xfrm>
          <a:noFill/>
          <a:ln>
            <a:noFill/>
          </a:ln>
        </p:spPr>
        <p:txBody>
          <a:bodyPr vert="horz" wrap="square" lIns="0" tIns="0" rIns="0" bIns="0" numCol="1" spcCol="215900" anchor="t">
            <a:prstTxWarp prst="textNoShape">
              <a:avLst/>
            </a:prstTxWarp>
          </a:bodyPr>
          <a:lstStyle/>
          <a:p>
            <a:pPr indent="0">
              <a:spcBef>
                <a:spcPts val="1415"/>
              </a:spcBef>
              <a:buNone/>
            </a:pPr>
            <a:endParaRPr lang="en-us" cap="none">
              <a:solidFill>
                <a:srgbClr val="000000"/>
              </a:solidFill>
              <a:latin typeface="Arial" pitchFamily="2" charset="0"/>
              <a:ea typeface="Basic Roman" pitchFamily="1" charset="0"/>
              <a:cs typeface="Basic Roman" pitchFamily="1" charset="0"/>
            </a:endParaRPr>
          </a:p>
        </p:txBody>
      </p:sp>
      <p:sp>
        <p:nvSpPr>
          <p:cNvPr id="5" name="PlaceHolder 4"/>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gfw5ZxMAAAAlAAAAZAAAAA0AAAAAkAAAAEgAAACQAAAAS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2BgAABonAAAnMgAAWCkAABAAAAAmAAAACAAAAAAAAAAAAAAA"/>
              </a:ext>
            </a:extLst>
          </p:cNvSpPr>
          <p:nvPr>
            <p:ph type="ftr" idx="11"/>
          </p:nvPr>
        </p:nvSpPr>
        <p:spPr/>
        <p:txBody>
          <a:bodyPr/>
          <a:lstStyle/>
          <a:p>
            <a:pPr>
              <a:defRPr lang="en-us"/>
            </a:pPr>
            <a:r>
              <a:t>Footer</a:t>
            </a:r>
          </a:p>
        </p:txBody>
      </p:sp>
      <p:sp>
        <p:nvSpPr>
          <p:cNvPr id="6" name="PlaceHolder 5"/>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gfw5ZxMAAAAlAAAAZAAAAA0AAAAAkAAAAEgAAACQAAAAS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DQAABonAADXRQAAWCkAABAAAAAmAAAACAAAAAAAAAAAAAAA"/>
              </a:ext>
            </a:extLst>
          </p:cNvSpPr>
          <p:nvPr>
            <p:ph type="sldNum" idx="12"/>
          </p:nvPr>
        </p:nvSpPr>
        <p:spPr/>
        <p:txBody>
          <a:bodyPr/>
          <a:lstStyle/>
          <a:p>
            <a:pPr>
              <a:defRPr lang="en-us"/>
            </a:pPr>
            <a:fld id="{3D5DA4C6-88D0-0852-9EE5-7E07EAAB682B}" type="slidenum">
              <a:t>‹#›</a:t>
            </a:fld>
            <a:endParaRPr/>
          </a:p>
        </p:txBody>
      </p:sp>
      <p:sp>
        <p:nvSpPr>
          <p:cNvPr id="7" name="PlaceHolder 6"/>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gfw5ZxMAAAAlAAAAZAAAAA0AAAAAkAAAAEgAAACQAAAAS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KAUAABonAAAHFgAAWCkAABAAAAAmAAAACAAAAAAAAAAAAAAA"/>
              </a:ext>
            </a:extLst>
          </p:cNvSpPr>
          <p:nvPr>
            <p:ph type="dt" idx="10"/>
          </p:nvPr>
        </p:nvSpPr>
        <p:spPr/>
        <p:txBody>
          <a:bodyPr/>
          <a:lstStyle/>
          <a:p>
            <a:pPr>
              <a:defRPr lang="en-us"/>
            </a:pPr>
            <a:endParaRPr/>
          </a:p>
        </p:txBody>
      </p:sp>
    </p:spTree>
  </p:cSld>
  <p:clrMapOvr>
    <a:masterClrMapping/>
  </p:clrMapOvr>
  <p:hf hdr="0" ftr="0" dt="0"/>
</p:sldLayout>
</file>

<file path=ppt/slideLayouts/slideLayout2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PlaceHolder 1"/>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gfw5ZxMAAAAlAAAAZAAAAA0AAAAAAAAAAAAAAAAAAAAAA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EQAZw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wAMAAK8BAAA/RwAAuggAABAAAAAmAAAACAAAADwQAAD/HwAA"/>
              </a:ext>
            </a:extLst>
          </p:cNvSpPr>
          <p:nvPr>
            <p:ph type="title"/>
          </p:nvPr>
        </p:nvSpPr>
        <p:spPr>
          <a:noFill/>
          <a:ln>
            <a:noFill/>
          </a:ln>
        </p:spPr>
        <p:txBody>
          <a:bodyPr vert="horz" wrap="square" lIns="0" tIns="0" rIns="0" bIns="0" numCol="1" spcCol="215900" anchor="ctr">
            <a:prstTxWarp prst="textNoShape">
              <a:avLst/>
            </a:prstTxWarp>
          </a:bodyPr>
          <a:lstStyle/>
          <a:p>
            <a:pPr indent="0" algn="ctr">
              <a:buNone/>
            </a:pPr>
            <a:endParaRPr lang="en-us" cap="none">
              <a:solidFill>
                <a:srgbClr val="000000"/>
              </a:solidFill>
              <a:latin typeface="Arial" pitchFamily="2" charset="0"/>
              <a:ea typeface="Basic Roman" pitchFamily="1" charset="0"/>
              <a:cs typeface="Basic Roman" pitchFamily="1" charset="0"/>
            </a:endParaRPr>
          </a:p>
        </p:txBody>
      </p:sp>
      <p:sp>
        <p:nvSpPr>
          <p:cNvPr id="3" name="PlaceHolder 2"/>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gfw5ZxMAAAAlAAAAZAAAAA0AAAAAkAAAAEgAAACQAAAAS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2BgAABonAAAnMgAAWCkAABAAAAAmAAAACAAAAAAAAAAAAAAA"/>
              </a:ext>
            </a:extLst>
          </p:cNvSpPr>
          <p:nvPr>
            <p:ph type="ftr" idx="11"/>
          </p:nvPr>
        </p:nvSpPr>
        <p:spPr/>
        <p:txBody>
          <a:bodyPr/>
          <a:lstStyle/>
          <a:p>
            <a:pPr>
              <a:defRPr lang="en-us"/>
            </a:pPr>
            <a:r>
              <a:t>Footer</a:t>
            </a:r>
          </a:p>
        </p:txBody>
      </p:sp>
      <p:sp>
        <p:nvSpPr>
          <p:cNvPr id="4" name="PlaceHolder 3"/>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gfw5ZxMAAAAlAAAAZAAAAA0AAAAAkAAAAEgAAACQAAAAS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DQAABonAADXRQAAWCkAABAAAAAmAAAACAAAAAAAAAAAAAAA"/>
              </a:ext>
            </a:extLst>
          </p:cNvSpPr>
          <p:nvPr>
            <p:ph type="sldNum" idx="12"/>
          </p:nvPr>
        </p:nvSpPr>
        <p:spPr/>
        <p:txBody>
          <a:bodyPr/>
          <a:lstStyle/>
          <a:p>
            <a:pPr>
              <a:defRPr lang="en-us"/>
            </a:pPr>
            <a:fld id="{36138BA1-EFDB-467D-95AB-1928C5E5634C}" type="slidenum">
              <a:t>‹#›</a:t>
            </a:fld>
            <a:endParaRPr/>
          </a:p>
        </p:txBody>
      </p:sp>
      <p:sp>
        <p:nvSpPr>
          <p:cNvPr id="5" name="PlaceHolder 4"/>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gfw5ZxMAAAAlAAAAZAAAAA0AAAAAkAAAAEgAAACQAAAAS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KAUAABonAAAHFgAAWCkAABAAAAAmAAAACAAAAAAAAAAAAAAA"/>
              </a:ext>
            </a:extLst>
          </p:cNvSpPr>
          <p:nvPr>
            <p:ph type="dt" idx="10"/>
          </p:nvPr>
        </p:nvSpPr>
        <p:spPr/>
        <p:txBody>
          <a:bodyPr/>
          <a:lstStyle/>
          <a:p>
            <a:pPr>
              <a:defRPr lang="en-us"/>
            </a:pPr>
            <a:endParaRPr/>
          </a:p>
        </p:txBody>
      </p:sp>
    </p:spTree>
  </p:cSld>
  <p:clrMapOvr>
    <a:masterClrMapping/>
  </p:clrMapOvr>
  <p:hf hdr="0" ftr="0" dt="0"/>
</p:sldLayout>
</file>

<file path=ppt/slideLayouts/slideLayout30.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2" name="PlaceHolder 1"/>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gfw5ZxMAAAAlAAAAZAAAAA0AAAAAAAAAAAAAAAAAAAAAA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EQAZw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wAMAAK8BAAA/RwAAViIAABAAAAAmAAAACAAAAL0QAAD/HwAA"/>
              </a:ext>
            </a:extLst>
          </p:cNvSpPr>
          <p:nvPr>
            <p:ph type="subTitle" idx="1"/>
          </p:nvPr>
        </p:nvSpPr>
        <p:spPr>
          <a:xfrm>
            <a:off x="609600" y="273685"/>
            <a:ext cx="10972165" cy="5307965"/>
          </a:xfrm>
          <a:noFill/>
          <a:ln>
            <a:noFill/>
          </a:ln>
        </p:spPr>
        <p:txBody>
          <a:bodyPr vert="horz" wrap="square" lIns="0" tIns="0" rIns="0" bIns="0" numCol="1" spcCol="215900" anchor="ctr">
            <a:prstTxWarp prst="textNoShape">
              <a:avLst/>
            </a:prstTxWarp>
          </a:bodyPr>
          <a:lstStyle/>
          <a:p>
            <a:pPr algn="ctr"/>
            <a:endParaRPr lang="en-us" cap="none">
              <a:solidFill>
                <a:srgbClr val="000000"/>
              </a:solidFill>
              <a:latin typeface="Arial" pitchFamily="2" charset="0"/>
              <a:ea typeface="Basic Roman" pitchFamily="1" charset="0"/>
              <a:cs typeface="Basic Roman" pitchFamily="1" charset="0"/>
            </a:endParaRPr>
          </a:p>
        </p:txBody>
      </p:sp>
      <p:sp>
        <p:nvSpPr>
          <p:cNvPr id="3" name="PlaceHolder 2"/>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gfw5ZxMAAAAlAAAAZAAAAA0AAAAAkAAAAEgAAACQAAAAS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2BgAABonAAAnMgAAWCkAABAAAAAmAAAACAAAAAAAAAAAAAAA"/>
              </a:ext>
            </a:extLst>
          </p:cNvSpPr>
          <p:nvPr>
            <p:ph type="ftr" idx="11"/>
          </p:nvPr>
        </p:nvSpPr>
        <p:spPr/>
        <p:txBody>
          <a:bodyPr/>
          <a:lstStyle/>
          <a:p>
            <a:pPr>
              <a:defRPr lang="en-us"/>
            </a:pPr>
            <a:r>
              <a:t>Footer</a:t>
            </a:r>
          </a:p>
        </p:txBody>
      </p:sp>
      <p:sp>
        <p:nvSpPr>
          <p:cNvPr id="4" name="PlaceHolder 3"/>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gfw5ZxMAAAAlAAAAZAAAAA0AAAAAkAAAAEgAAACQAAAAS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DQAABonAADXRQAAWCkAABAAAAAmAAAACAAAAAAAAAAAAAAA"/>
              </a:ext>
            </a:extLst>
          </p:cNvSpPr>
          <p:nvPr>
            <p:ph type="sldNum" idx="12"/>
          </p:nvPr>
        </p:nvSpPr>
        <p:spPr/>
        <p:txBody>
          <a:bodyPr/>
          <a:lstStyle/>
          <a:p>
            <a:pPr>
              <a:defRPr lang="en-us"/>
            </a:pPr>
            <a:fld id="{79B94790-DE94-ECB1-DA01-28E4094F2C7D}" type="slidenum">
              <a:t>‹#›</a:t>
            </a:fld>
            <a:endParaRPr/>
          </a:p>
        </p:txBody>
      </p:sp>
      <p:sp>
        <p:nvSpPr>
          <p:cNvPr id="5" name="PlaceHolder 4"/>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gfw5ZxMAAAAlAAAAZAAAAA0AAAAAkAAAAEgAAACQAAAAS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KAUAABonAAAHFgAAWCkAABAAAAAmAAAACAAAAAAAAAAAAAAA"/>
              </a:ext>
            </a:extLst>
          </p:cNvSpPr>
          <p:nvPr>
            <p:ph type="dt" idx="10"/>
          </p:nvPr>
        </p:nvSpPr>
        <p:spPr/>
        <p:txBody>
          <a:bodyPr/>
          <a:lstStyle/>
          <a:p>
            <a:pPr>
              <a:defRPr lang="en-us"/>
            </a:pPr>
            <a:endParaRPr/>
          </a:p>
        </p:txBody>
      </p:sp>
    </p:spTree>
  </p:cSld>
  <p:clrMapOvr>
    <a:masterClrMapping/>
  </p:clrMapOvr>
  <p:hf hdr="0" ftr="0" dt="0"/>
</p:sldLayout>
</file>

<file path=ppt/slideLayouts/slideLayout31.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2" name="PlaceHolder 1"/>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gfw5ZxMAAAAlAAAAZAAAAA0AAAAAAAAAAAAAAAAAAAAAA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EQAZw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wAMAAK8BAAA/RwAAuggAABAAAAAmAAAACAAAADwQAAD/HwAA"/>
              </a:ext>
            </a:extLst>
          </p:cNvSpPr>
          <p:nvPr>
            <p:ph type="title"/>
          </p:nvPr>
        </p:nvSpPr>
        <p:spPr>
          <a:noFill/>
          <a:ln>
            <a:noFill/>
          </a:ln>
        </p:spPr>
        <p:txBody>
          <a:bodyPr vert="horz" wrap="square" lIns="0" tIns="0" rIns="0" bIns="0" numCol="1" spcCol="215900" anchor="ctr">
            <a:prstTxWarp prst="textNoShape">
              <a:avLst/>
            </a:prstTxWarp>
          </a:bodyPr>
          <a:lstStyle/>
          <a:p>
            <a:pPr indent="0" algn="ctr">
              <a:buNone/>
            </a:pPr>
            <a:endParaRPr lang="en-us" cap="none">
              <a:solidFill>
                <a:srgbClr val="000000"/>
              </a:solidFill>
              <a:latin typeface="Arial" pitchFamily="2" charset="0"/>
              <a:ea typeface="Basic Roman" pitchFamily="1" charset="0"/>
              <a:cs typeface="Basic Roman" pitchFamily="1" charset="0"/>
            </a:endParaRPr>
          </a:p>
        </p:txBody>
      </p:sp>
      <p:sp>
        <p:nvSpPr>
          <p:cNvPr id="3" name="PlaceHolder 2"/>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gfw5ZxMAAAAlAAAAZAAAAA0AAAAAAAAAAAAAAAAAAAAAA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wAMAAN8JAACwJAAAihUAABAAAAAmAAAACAAAAD0QAAD/HwAA"/>
              </a:ext>
            </a:extLst>
          </p:cNvSpPr>
          <p:nvPr>
            <p:ph idx="1"/>
          </p:nvPr>
        </p:nvSpPr>
        <p:spPr>
          <a:xfrm>
            <a:off x="609600" y="1604645"/>
            <a:ext cx="5354320" cy="1896745"/>
          </a:xfrm>
          <a:noFill/>
          <a:ln>
            <a:noFill/>
          </a:ln>
        </p:spPr>
        <p:txBody>
          <a:bodyPr vert="horz" wrap="square" lIns="0" tIns="0" rIns="0" bIns="0" numCol="1" spcCol="215900" anchor="t">
            <a:prstTxWarp prst="textNoShape">
              <a:avLst/>
            </a:prstTxWarp>
          </a:bodyPr>
          <a:lstStyle/>
          <a:p>
            <a:pPr indent="0">
              <a:spcBef>
                <a:spcPts val="1415"/>
              </a:spcBef>
              <a:buNone/>
            </a:pPr>
            <a:endParaRPr lang="en-us" cap="none">
              <a:solidFill>
                <a:srgbClr val="000000"/>
              </a:solidFill>
              <a:latin typeface="Arial" pitchFamily="2" charset="0"/>
              <a:ea typeface="Basic Roman" pitchFamily="1" charset="0"/>
              <a:cs typeface="Basic Roman" pitchFamily="1" charset="0"/>
            </a:endParaRPr>
          </a:p>
        </p:txBody>
      </p:sp>
      <p:sp>
        <p:nvSpPr>
          <p:cNvPr id="4" name="PlaceHolder 3"/>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gfw5ZxMAAAAlAAAAZAAAAA0AAAAAAAAAAAAAAAAAAAAAA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ViYAAN8JAABGRwAAViIAABAAAAAmAAAACAAAAD0QAAD/HwAA"/>
              </a:ext>
            </a:extLst>
          </p:cNvSpPr>
          <p:nvPr>
            <p:ph idx="1"/>
          </p:nvPr>
        </p:nvSpPr>
        <p:spPr>
          <a:xfrm>
            <a:off x="6231890" y="1604645"/>
            <a:ext cx="5354320" cy="3977005"/>
          </a:xfrm>
          <a:noFill/>
          <a:ln>
            <a:noFill/>
          </a:ln>
        </p:spPr>
        <p:txBody>
          <a:bodyPr vert="horz" wrap="square" lIns="0" tIns="0" rIns="0" bIns="0" numCol="1" spcCol="215900" anchor="t">
            <a:prstTxWarp prst="textNoShape">
              <a:avLst/>
            </a:prstTxWarp>
          </a:bodyPr>
          <a:lstStyle/>
          <a:p>
            <a:pPr indent="0">
              <a:spcBef>
                <a:spcPts val="1415"/>
              </a:spcBef>
              <a:buNone/>
            </a:pPr>
            <a:endParaRPr lang="en-us" cap="none">
              <a:solidFill>
                <a:srgbClr val="000000"/>
              </a:solidFill>
              <a:latin typeface="Arial" pitchFamily="2" charset="0"/>
              <a:ea typeface="Basic Roman" pitchFamily="1" charset="0"/>
              <a:cs typeface="Basic Roman" pitchFamily="1" charset="0"/>
            </a:endParaRPr>
          </a:p>
        </p:txBody>
      </p:sp>
      <p:sp>
        <p:nvSpPr>
          <p:cNvPr id="5" name="PlaceHolder 4"/>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gfw5ZxMAAAAlAAAAZAAAAA0AAAAAAAAAAAAAAAAAAAAAA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wAMAAKcWAACwJAAAUiIAABAAAAAmAAAACAAAAD0QAAD/HwAA"/>
              </a:ext>
            </a:extLst>
          </p:cNvSpPr>
          <p:nvPr>
            <p:ph idx="1"/>
          </p:nvPr>
        </p:nvSpPr>
        <p:spPr>
          <a:xfrm>
            <a:off x="609600" y="3682365"/>
            <a:ext cx="5354320" cy="1896745"/>
          </a:xfrm>
          <a:noFill/>
          <a:ln>
            <a:noFill/>
          </a:ln>
        </p:spPr>
        <p:txBody>
          <a:bodyPr vert="horz" wrap="square" lIns="0" tIns="0" rIns="0" bIns="0" numCol="1" spcCol="215900" anchor="t">
            <a:prstTxWarp prst="textNoShape">
              <a:avLst/>
            </a:prstTxWarp>
          </a:bodyPr>
          <a:lstStyle/>
          <a:p>
            <a:pPr indent="0">
              <a:spcBef>
                <a:spcPts val="1415"/>
              </a:spcBef>
              <a:buNone/>
            </a:pPr>
            <a:endParaRPr lang="en-us" cap="none">
              <a:solidFill>
                <a:srgbClr val="000000"/>
              </a:solidFill>
              <a:latin typeface="Arial" pitchFamily="2" charset="0"/>
              <a:ea typeface="Basic Roman" pitchFamily="1" charset="0"/>
              <a:cs typeface="Basic Roman" pitchFamily="1" charset="0"/>
            </a:endParaRPr>
          </a:p>
        </p:txBody>
      </p:sp>
      <p:sp>
        <p:nvSpPr>
          <p:cNvPr id="6" name="PlaceHolder 5"/>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gfw5ZxMAAAAlAAAAZAAAAA0AAAAAkAAAAEgAAACQAAAAS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2BgAABonAAAnMgAAWCkAABAAAAAmAAAACAAAAAAAAAAAAAAA"/>
              </a:ext>
            </a:extLst>
          </p:cNvSpPr>
          <p:nvPr>
            <p:ph type="ftr" idx="11"/>
          </p:nvPr>
        </p:nvSpPr>
        <p:spPr/>
        <p:txBody>
          <a:bodyPr/>
          <a:lstStyle/>
          <a:p>
            <a:pPr>
              <a:defRPr lang="en-us"/>
            </a:pPr>
            <a:r>
              <a:t>Footer</a:t>
            </a:r>
          </a:p>
        </p:txBody>
      </p:sp>
      <p:sp>
        <p:nvSpPr>
          <p:cNvPr id="7" name="PlaceHolder 6"/>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gfw5ZxMAAAAlAAAAZAAAAA0AAAAAkAAAAEgAAACQAAAAS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DQAABonAADXRQAAWCkAABAAAAAmAAAACAAAAAAAAAAAAAAA"/>
              </a:ext>
            </a:extLst>
          </p:cNvSpPr>
          <p:nvPr>
            <p:ph type="sldNum" idx="12"/>
          </p:nvPr>
        </p:nvSpPr>
        <p:spPr/>
        <p:txBody>
          <a:bodyPr/>
          <a:lstStyle/>
          <a:p>
            <a:pPr>
              <a:defRPr lang="en-us"/>
            </a:pPr>
            <a:fld id="{305FFA13-5DDD-0A0C-93E7-AB59B4A965FE}" type="slidenum">
              <a:t>‹#›</a:t>
            </a:fld>
            <a:endParaRPr/>
          </a:p>
        </p:txBody>
      </p:sp>
      <p:sp>
        <p:nvSpPr>
          <p:cNvPr id="8" name="PlaceHolder 7"/>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gfw5ZxMAAAAlAAAAZAAAAA0AAAAAkAAAAEgAAACQAAAAS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KAUAABonAAAHFgAAWCkAABAAAAAmAAAACAAAAAAAAAAAAAAA"/>
              </a:ext>
            </a:extLst>
          </p:cNvSpPr>
          <p:nvPr>
            <p:ph type="dt" idx="10"/>
          </p:nvPr>
        </p:nvSpPr>
        <p:spPr/>
        <p:txBody>
          <a:bodyPr/>
          <a:lstStyle/>
          <a:p>
            <a:pPr>
              <a:defRPr lang="en-us"/>
            </a:pPr>
            <a:endParaRPr/>
          </a:p>
        </p:txBody>
      </p:sp>
    </p:spTree>
  </p:cSld>
  <p:clrMapOvr>
    <a:masterClrMapping/>
  </p:clrMapOvr>
  <p:hf hdr="0" ftr="0" dt="0"/>
</p:sldLayout>
</file>

<file path=ppt/slideLayouts/slideLayout32.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2" name="PlaceHolder 1"/>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gfw5ZxMAAAAlAAAAZAAAAA0AAAAAAAAAAAAAAAAAAAAAA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EQAZw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wAMAAK8BAAA/RwAAuggAABAAAAAmAAAACAAAADwQAAD/HwAA"/>
              </a:ext>
            </a:extLst>
          </p:cNvSpPr>
          <p:nvPr>
            <p:ph type="title"/>
          </p:nvPr>
        </p:nvSpPr>
        <p:spPr>
          <a:noFill/>
          <a:ln>
            <a:noFill/>
          </a:ln>
        </p:spPr>
        <p:txBody>
          <a:bodyPr vert="horz" wrap="square" lIns="0" tIns="0" rIns="0" bIns="0" numCol="1" spcCol="215900" anchor="ctr">
            <a:prstTxWarp prst="textNoShape">
              <a:avLst/>
            </a:prstTxWarp>
          </a:bodyPr>
          <a:lstStyle/>
          <a:p>
            <a:pPr indent="0" algn="ctr">
              <a:buNone/>
            </a:pPr>
            <a:endParaRPr lang="en-us" cap="none">
              <a:solidFill>
                <a:srgbClr val="000000"/>
              </a:solidFill>
              <a:latin typeface="Arial" pitchFamily="2" charset="0"/>
              <a:ea typeface="Basic Roman" pitchFamily="1" charset="0"/>
              <a:cs typeface="Basic Roman" pitchFamily="1" charset="0"/>
            </a:endParaRPr>
          </a:p>
        </p:txBody>
      </p:sp>
      <p:sp>
        <p:nvSpPr>
          <p:cNvPr id="3" name="PlaceHolder 2"/>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gfw5ZxMAAAAlAAAAZAAAAA0AAAAAAAAAAAAAAAAAAAAAA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wAMAAN8JAACwJAAAViIAABAAAAAmAAAACAAAAD0QAAD/HwAA"/>
              </a:ext>
            </a:extLst>
          </p:cNvSpPr>
          <p:nvPr>
            <p:ph idx="1"/>
          </p:nvPr>
        </p:nvSpPr>
        <p:spPr>
          <a:xfrm>
            <a:off x="609600" y="1604645"/>
            <a:ext cx="5354320" cy="3977005"/>
          </a:xfrm>
          <a:noFill/>
          <a:ln>
            <a:noFill/>
          </a:ln>
        </p:spPr>
        <p:txBody>
          <a:bodyPr vert="horz" wrap="square" lIns="0" tIns="0" rIns="0" bIns="0" numCol="1" spcCol="215900" anchor="t">
            <a:prstTxWarp prst="textNoShape">
              <a:avLst/>
            </a:prstTxWarp>
          </a:bodyPr>
          <a:lstStyle/>
          <a:p>
            <a:pPr indent="0">
              <a:spcBef>
                <a:spcPts val="1415"/>
              </a:spcBef>
              <a:buNone/>
            </a:pPr>
            <a:endParaRPr lang="en-us" cap="none">
              <a:solidFill>
                <a:srgbClr val="000000"/>
              </a:solidFill>
              <a:latin typeface="Arial" pitchFamily="2" charset="0"/>
              <a:ea typeface="Basic Roman" pitchFamily="1" charset="0"/>
              <a:cs typeface="Basic Roman" pitchFamily="1" charset="0"/>
            </a:endParaRPr>
          </a:p>
        </p:txBody>
      </p:sp>
      <p:sp>
        <p:nvSpPr>
          <p:cNvPr id="4" name="PlaceHolder 3"/>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gfw5ZxMAAAAlAAAAZAAAAA0AAAAAAAAAAAAAAAAAAAAAA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ViYAAN8JAABGRwAAihUAABAAAAAmAAAACAAAAD0QAAD/HwAA"/>
              </a:ext>
            </a:extLst>
          </p:cNvSpPr>
          <p:nvPr>
            <p:ph idx="1"/>
          </p:nvPr>
        </p:nvSpPr>
        <p:spPr>
          <a:xfrm>
            <a:off x="6231890" y="1604645"/>
            <a:ext cx="5354320" cy="1896745"/>
          </a:xfrm>
          <a:noFill/>
          <a:ln>
            <a:noFill/>
          </a:ln>
        </p:spPr>
        <p:txBody>
          <a:bodyPr vert="horz" wrap="square" lIns="0" tIns="0" rIns="0" bIns="0" numCol="1" spcCol="215900" anchor="t">
            <a:prstTxWarp prst="textNoShape">
              <a:avLst/>
            </a:prstTxWarp>
          </a:bodyPr>
          <a:lstStyle/>
          <a:p>
            <a:pPr indent="0">
              <a:spcBef>
                <a:spcPts val="1415"/>
              </a:spcBef>
              <a:buNone/>
            </a:pPr>
            <a:endParaRPr lang="en-us" cap="none">
              <a:solidFill>
                <a:srgbClr val="000000"/>
              </a:solidFill>
              <a:latin typeface="Arial" pitchFamily="2" charset="0"/>
              <a:ea typeface="Basic Roman" pitchFamily="1" charset="0"/>
              <a:cs typeface="Basic Roman" pitchFamily="1" charset="0"/>
            </a:endParaRPr>
          </a:p>
        </p:txBody>
      </p:sp>
      <p:sp>
        <p:nvSpPr>
          <p:cNvPr id="5" name="PlaceHolder 4"/>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gfw5ZxMAAAAlAAAAZAAAAA0AAAAAAAAAAAAAAAAAAAAAA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ViYAAKcWAABGRwAAUiIAABAAAAAmAAAACAAAAD0QAAD/HwAA"/>
              </a:ext>
            </a:extLst>
          </p:cNvSpPr>
          <p:nvPr>
            <p:ph idx="1"/>
          </p:nvPr>
        </p:nvSpPr>
        <p:spPr>
          <a:xfrm>
            <a:off x="6231890" y="3682365"/>
            <a:ext cx="5354320" cy="1896745"/>
          </a:xfrm>
          <a:noFill/>
          <a:ln>
            <a:noFill/>
          </a:ln>
        </p:spPr>
        <p:txBody>
          <a:bodyPr vert="horz" wrap="square" lIns="0" tIns="0" rIns="0" bIns="0" numCol="1" spcCol="215900" anchor="t">
            <a:prstTxWarp prst="textNoShape">
              <a:avLst/>
            </a:prstTxWarp>
          </a:bodyPr>
          <a:lstStyle/>
          <a:p>
            <a:pPr indent="0">
              <a:spcBef>
                <a:spcPts val="1415"/>
              </a:spcBef>
              <a:buNone/>
            </a:pPr>
            <a:endParaRPr lang="en-us" cap="none">
              <a:solidFill>
                <a:srgbClr val="000000"/>
              </a:solidFill>
              <a:latin typeface="Arial" pitchFamily="2" charset="0"/>
              <a:ea typeface="Basic Roman" pitchFamily="1" charset="0"/>
              <a:cs typeface="Basic Roman" pitchFamily="1" charset="0"/>
            </a:endParaRPr>
          </a:p>
        </p:txBody>
      </p:sp>
      <p:sp>
        <p:nvSpPr>
          <p:cNvPr id="6" name="PlaceHolder 5"/>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gfw5ZxMAAAAlAAAAZAAAAA0AAAAAkAAAAEgAAACQAAAAS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2BgAABonAAAnMgAAWCkAABAAAAAmAAAACAAAAAAAAAAAAAAA"/>
              </a:ext>
            </a:extLst>
          </p:cNvSpPr>
          <p:nvPr>
            <p:ph type="ftr" idx="11"/>
          </p:nvPr>
        </p:nvSpPr>
        <p:spPr/>
        <p:txBody>
          <a:bodyPr/>
          <a:lstStyle/>
          <a:p>
            <a:pPr>
              <a:defRPr lang="en-us"/>
            </a:pPr>
            <a:r>
              <a:t>Footer</a:t>
            </a:r>
          </a:p>
        </p:txBody>
      </p:sp>
      <p:sp>
        <p:nvSpPr>
          <p:cNvPr id="7" name="PlaceHolder 6"/>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gfw5ZxMAAAAlAAAAZAAAAA0AAAAAkAAAAEgAAACQAAAAS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DQAABonAADXRQAAWCkAABAAAAAmAAAACAAAAAAAAAAAAAAA"/>
              </a:ext>
            </a:extLst>
          </p:cNvSpPr>
          <p:nvPr>
            <p:ph type="sldNum" idx="12"/>
          </p:nvPr>
        </p:nvSpPr>
        <p:spPr/>
        <p:txBody>
          <a:bodyPr/>
          <a:lstStyle/>
          <a:p>
            <a:pPr>
              <a:defRPr lang="en-us"/>
            </a:pPr>
            <a:fld id="{0CAEF2C6-88E1-FB04-AF16-7E51BC58592B}" type="slidenum">
              <a:t>‹#›</a:t>
            </a:fld>
            <a:endParaRPr/>
          </a:p>
        </p:txBody>
      </p:sp>
      <p:sp>
        <p:nvSpPr>
          <p:cNvPr id="8" name="PlaceHolder 7"/>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gfw5ZxMAAAAlAAAAZAAAAA0AAAAAkAAAAEgAAACQAAAAS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KAUAABonAAAHFgAAWCkAABAAAAAmAAAACAAAAAAAAAAAAAAA"/>
              </a:ext>
            </a:extLst>
          </p:cNvSpPr>
          <p:nvPr>
            <p:ph type="dt" idx="10"/>
          </p:nvPr>
        </p:nvSpPr>
        <p:spPr/>
        <p:txBody>
          <a:bodyPr/>
          <a:lstStyle/>
          <a:p>
            <a:pPr>
              <a:defRPr lang="en-us"/>
            </a:pPr>
            <a:endParaRPr/>
          </a:p>
        </p:txBody>
      </p:sp>
    </p:spTree>
  </p:cSld>
  <p:clrMapOvr>
    <a:masterClrMapping/>
  </p:clrMapOvr>
  <p:hf hdr="0" ftr="0" dt="0"/>
</p:sldLayout>
</file>

<file path=ppt/slideLayouts/slideLayout33.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2" name="PlaceHolder 1"/>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gfw5ZxMAAAAlAAAAZAAAAA0AAAAAAAAAAAAAAAAAAAAAA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EQAZw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wAMAAK8BAAA/RwAAuggAABAAAAAmAAAACAAAADwQAAD/HwAA"/>
              </a:ext>
            </a:extLst>
          </p:cNvSpPr>
          <p:nvPr>
            <p:ph type="title"/>
          </p:nvPr>
        </p:nvSpPr>
        <p:spPr>
          <a:noFill/>
          <a:ln>
            <a:noFill/>
          </a:ln>
        </p:spPr>
        <p:txBody>
          <a:bodyPr vert="horz" wrap="square" lIns="0" tIns="0" rIns="0" bIns="0" numCol="1" spcCol="215900" anchor="ctr">
            <a:prstTxWarp prst="textNoShape">
              <a:avLst/>
            </a:prstTxWarp>
          </a:bodyPr>
          <a:lstStyle/>
          <a:p>
            <a:pPr indent="0" algn="ctr">
              <a:buNone/>
            </a:pPr>
            <a:endParaRPr lang="en-us" cap="none">
              <a:solidFill>
                <a:srgbClr val="000000"/>
              </a:solidFill>
              <a:latin typeface="Arial" pitchFamily="2" charset="0"/>
              <a:ea typeface="Basic Roman" pitchFamily="1" charset="0"/>
              <a:cs typeface="Basic Roman" pitchFamily="1" charset="0"/>
            </a:endParaRPr>
          </a:p>
        </p:txBody>
      </p:sp>
      <p:sp>
        <p:nvSpPr>
          <p:cNvPr id="3" name="PlaceHolder 2"/>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gfw5ZxMAAAAlAAAAZAAAAA0AAAAAAAAAAAAAAAAAAAAAA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wAMAAN8JAACwJAAAihUAABAAAAAmAAAACAAAAD0QAAD/HwAA"/>
              </a:ext>
            </a:extLst>
          </p:cNvSpPr>
          <p:nvPr>
            <p:ph idx="1"/>
          </p:nvPr>
        </p:nvSpPr>
        <p:spPr>
          <a:xfrm>
            <a:off x="609600" y="1604645"/>
            <a:ext cx="5354320" cy="1896745"/>
          </a:xfrm>
          <a:noFill/>
          <a:ln>
            <a:noFill/>
          </a:ln>
        </p:spPr>
        <p:txBody>
          <a:bodyPr vert="horz" wrap="square" lIns="0" tIns="0" rIns="0" bIns="0" numCol="1" spcCol="215900" anchor="t">
            <a:prstTxWarp prst="textNoShape">
              <a:avLst/>
            </a:prstTxWarp>
          </a:bodyPr>
          <a:lstStyle/>
          <a:p>
            <a:pPr indent="0">
              <a:spcBef>
                <a:spcPts val="1415"/>
              </a:spcBef>
              <a:buNone/>
            </a:pPr>
            <a:endParaRPr lang="en-us" cap="none">
              <a:solidFill>
                <a:srgbClr val="000000"/>
              </a:solidFill>
              <a:latin typeface="Arial" pitchFamily="2" charset="0"/>
              <a:ea typeface="Basic Roman" pitchFamily="1" charset="0"/>
              <a:cs typeface="Basic Roman" pitchFamily="1" charset="0"/>
            </a:endParaRPr>
          </a:p>
        </p:txBody>
      </p:sp>
      <p:sp>
        <p:nvSpPr>
          <p:cNvPr id="4" name="PlaceHolder 3"/>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gfw5ZxMAAAAlAAAAZAAAAA0AAAAAAAAAAAAAAAAAAAAAA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ViYAAN8JAABGRwAAihUAABAAAAAmAAAACAAAAD0QAAD/HwAA"/>
              </a:ext>
            </a:extLst>
          </p:cNvSpPr>
          <p:nvPr>
            <p:ph idx="1"/>
          </p:nvPr>
        </p:nvSpPr>
        <p:spPr>
          <a:xfrm>
            <a:off x="6231890" y="1604645"/>
            <a:ext cx="5354320" cy="1896745"/>
          </a:xfrm>
          <a:noFill/>
          <a:ln>
            <a:noFill/>
          </a:ln>
        </p:spPr>
        <p:txBody>
          <a:bodyPr vert="horz" wrap="square" lIns="0" tIns="0" rIns="0" bIns="0" numCol="1" spcCol="215900" anchor="t">
            <a:prstTxWarp prst="textNoShape">
              <a:avLst/>
            </a:prstTxWarp>
          </a:bodyPr>
          <a:lstStyle/>
          <a:p>
            <a:pPr indent="0">
              <a:spcBef>
                <a:spcPts val="1415"/>
              </a:spcBef>
              <a:buNone/>
            </a:pPr>
            <a:endParaRPr lang="en-us" cap="none">
              <a:solidFill>
                <a:srgbClr val="000000"/>
              </a:solidFill>
              <a:latin typeface="Arial" pitchFamily="2" charset="0"/>
              <a:ea typeface="Basic Roman" pitchFamily="1" charset="0"/>
              <a:cs typeface="Basic Roman" pitchFamily="1" charset="0"/>
            </a:endParaRPr>
          </a:p>
        </p:txBody>
      </p:sp>
      <p:sp>
        <p:nvSpPr>
          <p:cNvPr id="5" name="PlaceHolder 4"/>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gfw5ZxMAAAAlAAAAZAAAAA0AAAAAAAAAAAAAAAAAAAAAA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wAMAAKcWAAA/RwAAUiIAABAAAAAmAAAACAAAAD0QAAD/HwAA"/>
              </a:ext>
            </a:extLst>
          </p:cNvSpPr>
          <p:nvPr>
            <p:ph idx="1"/>
          </p:nvPr>
        </p:nvSpPr>
        <p:spPr>
          <a:xfrm>
            <a:off x="609600" y="3682365"/>
            <a:ext cx="10972165" cy="1896745"/>
          </a:xfrm>
          <a:noFill/>
          <a:ln>
            <a:noFill/>
          </a:ln>
        </p:spPr>
        <p:txBody>
          <a:bodyPr vert="horz" wrap="square" lIns="0" tIns="0" rIns="0" bIns="0" numCol="1" spcCol="215900" anchor="t">
            <a:prstTxWarp prst="textNoShape">
              <a:avLst/>
            </a:prstTxWarp>
          </a:bodyPr>
          <a:lstStyle/>
          <a:p>
            <a:pPr indent="0">
              <a:spcBef>
                <a:spcPts val="1415"/>
              </a:spcBef>
              <a:buNone/>
            </a:pPr>
            <a:endParaRPr lang="en-us" cap="none">
              <a:solidFill>
                <a:srgbClr val="000000"/>
              </a:solidFill>
              <a:latin typeface="Arial" pitchFamily="2" charset="0"/>
              <a:ea typeface="Basic Roman" pitchFamily="1" charset="0"/>
              <a:cs typeface="Basic Roman" pitchFamily="1" charset="0"/>
            </a:endParaRPr>
          </a:p>
        </p:txBody>
      </p:sp>
      <p:sp>
        <p:nvSpPr>
          <p:cNvPr id="6" name="PlaceHolder 5"/>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gfw5ZxMAAAAlAAAAZAAAAA0AAAAAkAAAAEgAAACQAAAAS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2BgAABonAAAnMgAAWCkAABAAAAAmAAAACAAAAAAAAAAAAAAA"/>
              </a:ext>
            </a:extLst>
          </p:cNvSpPr>
          <p:nvPr>
            <p:ph type="ftr" idx="11"/>
          </p:nvPr>
        </p:nvSpPr>
        <p:spPr/>
        <p:txBody>
          <a:bodyPr/>
          <a:lstStyle/>
          <a:p>
            <a:pPr>
              <a:defRPr lang="en-us"/>
            </a:pPr>
            <a:r>
              <a:t>Footer</a:t>
            </a:r>
          </a:p>
        </p:txBody>
      </p:sp>
      <p:sp>
        <p:nvSpPr>
          <p:cNvPr id="7" name="PlaceHolder 6"/>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gfw5ZxMAAAAlAAAAZAAAAA0AAAAAkAAAAEgAAACQAAAAS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DQAABonAADXRQAAWCkAABAAAAAmAAAACAAAAAAAAAAAAAAA"/>
              </a:ext>
            </a:extLst>
          </p:cNvSpPr>
          <p:nvPr>
            <p:ph type="sldNum" idx="12"/>
          </p:nvPr>
        </p:nvSpPr>
        <p:spPr/>
        <p:txBody>
          <a:bodyPr/>
          <a:lstStyle/>
          <a:p>
            <a:pPr>
              <a:defRPr lang="en-us"/>
            </a:pPr>
            <a:fld id="{6D3B5385-CB80-6EA5-CE83-3DF01DCD3868}" type="slidenum">
              <a:t>‹#›</a:t>
            </a:fld>
            <a:endParaRPr/>
          </a:p>
        </p:txBody>
      </p:sp>
      <p:sp>
        <p:nvSpPr>
          <p:cNvPr id="8" name="PlaceHolder 7"/>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gfw5ZxMAAAAlAAAAZAAAAA0AAAAAkAAAAEgAAACQAAAAS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KAUAABonAAAHFgAAWCkAABAAAAAmAAAACAAAAAAAAAAAAAAA"/>
              </a:ext>
            </a:extLst>
          </p:cNvSpPr>
          <p:nvPr>
            <p:ph type="dt" idx="10"/>
          </p:nvPr>
        </p:nvSpPr>
        <p:spPr/>
        <p:txBody>
          <a:bodyPr/>
          <a:lstStyle/>
          <a:p>
            <a:pPr>
              <a:defRPr lang="en-us"/>
            </a:pPr>
            <a:endParaRPr/>
          </a:p>
        </p:txBody>
      </p:sp>
    </p:spTree>
  </p:cSld>
  <p:clrMapOvr>
    <a:masterClrMapping/>
  </p:clrMapOvr>
  <p:hf hdr="0" ftr="0" dt="0"/>
</p:sldLayout>
</file>

<file path=ppt/slideLayouts/slideLayout34.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2" name="PlaceHolder 1"/>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gfw5ZxMAAAAlAAAAZAAAAA0AAAAAAAAAAAAAAAAAAAAAA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EQAZw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wAMAAK8BAAA/RwAAuggAABAAAAAmAAAACAAAADwQAAD/HwAA"/>
              </a:ext>
            </a:extLst>
          </p:cNvSpPr>
          <p:nvPr>
            <p:ph type="title"/>
          </p:nvPr>
        </p:nvSpPr>
        <p:spPr>
          <a:noFill/>
          <a:ln>
            <a:noFill/>
          </a:ln>
        </p:spPr>
        <p:txBody>
          <a:bodyPr vert="horz" wrap="square" lIns="0" tIns="0" rIns="0" bIns="0" numCol="1" spcCol="215900" anchor="ctr">
            <a:prstTxWarp prst="textNoShape">
              <a:avLst/>
            </a:prstTxWarp>
          </a:bodyPr>
          <a:lstStyle/>
          <a:p>
            <a:pPr indent="0" algn="ctr">
              <a:buNone/>
            </a:pPr>
            <a:endParaRPr lang="en-us" cap="none">
              <a:solidFill>
                <a:srgbClr val="000000"/>
              </a:solidFill>
              <a:latin typeface="Arial" pitchFamily="2" charset="0"/>
              <a:ea typeface="Basic Roman" pitchFamily="1" charset="0"/>
              <a:cs typeface="Basic Roman" pitchFamily="1" charset="0"/>
            </a:endParaRPr>
          </a:p>
        </p:txBody>
      </p:sp>
      <p:sp>
        <p:nvSpPr>
          <p:cNvPr id="3" name="PlaceHolder 2"/>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gfw5ZxMAAAAlAAAAZAAAAA0AAAAAAAAAAAAAAAAAAAAAA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wAMAAN8JAAA/RwAAihUAABAAAAAmAAAACAAAAD0QAAD/HwAA"/>
              </a:ext>
            </a:extLst>
          </p:cNvSpPr>
          <p:nvPr>
            <p:ph idx="1"/>
          </p:nvPr>
        </p:nvSpPr>
        <p:spPr>
          <a:xfrm>
            <a:off x="609600" y="1604645"/>
            <a:ext cx="10972165" cy="1896745"/>
          </a:xfrm>
          <a:noFill/>
          <a:ln>
            <a:noFill/>
          </a:ln>
        </p:spPr>
        <p:txBody>
          <a:bodyPr vert="horz" wrap="square" lIns="0" tIns="0" rIns="0" bIns="0" numCol="1" spcCol="215900" anchor="t">
            <a:prstTxWarp prst="textNoShape">
              <a:avLst/>
            </a:prstTxWarp>
          </a:bodyPr>
          <a:lstStyle/>
          <a:p>
            <a:pPr indent="0">
              <a:spcBef>
                <a:spcPts val="1415"/>
              </a:spcBef>
              <a:buNone/>
            </a:pPr>
            <a:endParaRPr lang="en-us" cap="none">
              <a:solidFill>
                <a:srgbClr val="000000"/>
              </a:solidFill>
              <a:latin typeface="Arial" pitchFamily="2" charset="0"/>
              <a:ea typeface="Basic Roman" pitchFamily="1" charset="0"/>
              <a:cs typeface="Basic Roman" pitchFamily="1" charset="0"/>
            </a:endParaRPr>
          </a:p>
        </p:txBody>
      </p:sp>
      <p:sp>
        <p:nvSpPr>
          <p:cNvPr id="4" name="PlaceHolder 3"/>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gfw5ZxMAAAAlAAAAZAAAAA0AAAAAAAAAAAAAAAAAAAAAA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wAMAAKcWAAA/RwAAUiIAABAAAAAmAAAACAAAAD0QAAD/HwAA"/>
              </a:ext>
            </a:extLst>
          </p:cNvSpPr>
          <p:nvPr>
            <p:ph idx="1"/>
          </p:nvPr>
        </p:nvSpPr>
        <p:spPr>
          <a:xfrm>
            <a:off x="609600" y="3682365"/>
            <a:ext cx="10972165" cy="1896745"/>
          </a:xfrm>
          <a:noFill/>
          <a:ln>
            <a:noFill/>
          </a:ln>
        </p:spPr>
        <p:txBody>
          <a:bodyPr vert="horz" wrap="square" lIns="0" tIns="0" rIns="0" bIns="0" numCol="1" spcCol="215900" anchor="t">
            <a:prstTxWarp prst="textNoShape">
              <a:avLst/>
            </a:prstTxWarp>
          </a:bodyPr>
          <a:lstStyle/>
          <a:p>
            <a:pPr indent="0">
              <a:spcBef>
                <a:spcPts val="1415"/>
              </a:spcBef>
              <a:buNone/>
            </a:pPr>
            <a:endParaRPr lang="en-us" cap="none">
              <a:solidFill>
                <a:srgbClr val="000000"/>
              </a:solidFill>
              <a:latin typeface="Arial" pitchFamily="2" charset="0"/>
              <a:ea typeface="Basic Roman" pitchFamily="1" charset="0"/>
              <a:cs typeface="Basic Roman" pitchFamily="1" charset="0"/>
            </a:endParaRPr>
          </a:p>
        </p:txBody>
      </p:sp>
      <p:sp>
        <p:nvSpPr>
          <p:cNvPr id="5" name="PlaceHolder 4"/>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gfw5ZxMAAAAlAAAAZAAAAA0AAAAAkAAAAEgAAACQAAAAS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2BgAABonAAAnMgAAWCkAABAAAAAmAAAACAAAAAAAAAAAAAAA"/>
              </a:ext>
            </a:extLst>
          </p:cNvSpPr>
          <p:nvPr>
            <p:ph type="ftr" idx="11"/>
          </p:nvPr>
        </p:nvSpPr>
        <p:spPr/>
        <p:txBody>
          <a:bodyPr/>
          <a:lstStyle/>
          <a:p>
            <a:pPr>
              <a:defRPr lang="en-us"/>
            </a:pPr>
            <a:r>
              <a:t>Footer</a:t>
            </a:r>
          </a:p>
        </p:txBody>
      </p:sp>
      <p:sp>
        <p:nvSpPr>
          <p:cNvPr id="6" name="PlaceHolder 5"/>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gfw5ZxMAAAAlAAAAZAAAAA0AAAAAkAAAAEgAAACQAAAAS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kU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DQAABonAADXRQAAWCkAABAAAAAmAAAACAAAAAAAAAAAAAAA"/>
              </a:ext>
            </a:extLst>
          </p:cNvSpPr>
          <p:nvPr>
            <p:ph type="sldNum" idx="12"/>
          </p:nvPr>
        </p:nvSpPr>
        <p:spPr/>
        <p:txBody>
          <a:bodyPr/>
          <a:lstStyle/>
          <a:p>
            <a:pPr>
              <a:defRPr lang="en-us"/>
            </a:pPr>
            <a:fld id="{03F14B16-58EE-A4BD-A049-AEE8050756FB}" type="slidenum">
              <a:t>‹#›</a:t>
            </a:fld>
            <a:endParaRPr/>
          </a:p>
        </p:txBody>
      </p:sp>
      <p:sp>
        <p:nvSpPr>
          <p:cNvPr id="7" name="PlaceHolder 6"/>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gfw5ZxMAAAAlAAAAZAAAAA0AAAAAkAAAAEgAAACQAAAAS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KAUAABonAAAHFgAAWCkAABAAAAAmAAAACAAAAAAAAAAAAAAA"/>
              </a:ext>
            </a:extLst>
          </p:cNvSpPr>
          <p:nvPr>
            <p:ph type="dt" idx="10"/>
          </p:nvPr>
        </p:nvSpPr>
        <p:spPr/>
        <p:txBody>
          <a:bodyPr/>
          <a:lstStyle/>
          <a:p>
            <a:pPr>
              <a:defRPr lang="en-us"/>
            </a:pPr>
            <a:endParaRPr/>
          </a:p>
        </p:txBody>
      </p:sp>
    </p:spTree>
  </p:cSld>
  <p:clrMapOvr>
    <a:masterClrMapping/>
  </p:clrMapOvr>
  <p:hf hdr="0" ftr="0" dt="0"/>
</p:sldLayout>
</file>

<file path=ppt/slideLayouts/slideLayout35.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2" name="PlaceHolder 1"/>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gfw5ZxMAAAAlAAAAZAAAAA0AAAAAAAAAAAAAAAAAAAAAA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wAMAAK8BAAA/RwAAuggAABAAAAAmAAAACAAAADwQAAD/HwAA"/>
              </a:ext>
            </a:extLst>
          </p:cNvSpPr>
          <p:nvPr>
            <p:ph type="title"/>
          </p:nvPr>
        </p:nvSpPr>
        <p:spPr>
          <a:noFill/>
          <a:ln>
            <a:noFill/>
          </a:ln>
        </p:spPr>
        <p:txBody>
          <a:bodyPr vert="horz" wrap="square" lIns="0" tIns="0" rIns="0" bIns="0" numCol="1" spcCol="215900" anchor="ctr">
            <a:prstTxWarp prst="textNoShape">
              <a:avLst/>
            </a:prstTxWarp>
          </a:bodyPr>
          <a:lstStyle/>
          <a:p>
            <a:pPr indent="0" algn="ctr">
              <a:buNone/>
            </a:pPr>
            <a:endParaRPr lang="en-us" cap="none">
              <a:solidFill>
                <a:srgbClr val="000000"/>
              </a:solidFill>
              <a:latin typeface="Arial" pitchFamily="2" charset="0"/>
              <a:ea typeface="Basic Roman" pitchFamily="1" charset="0"/>
              <a:cs typeface="Basic Roman" pitchFamily="1" charset="0"/>
            </a:endParaRPr>
          </a:p>
        </p:txBody>
      </p:sp>
      <p:sp>
        <p:nvSpPr>
          <p:cNvPr id="3" name="PlaceHolder 2"/>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gfw5ZxMAAAAlAAAAZAAAAA0AAAAAAAAAAAAAAAAAAAAAA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wAMAAN8JAACwJAAAihUAABAAAAAmAAAACAAAAD0QAAD/HwAA"/>
              </a:ext>
            </a:extLst>
          </p:cNvSpPr>
          <p:nvPr>
            <p:ph idx="1"/>
          </p:nvPr>
        </p:nvSpPr>
        <p:spPr>
          <a:xfrm>
            <a:off x="609600" y="1604645"/>
            <a:ext cx="5354320" cy="1896745"/>
          </a:xfrm>
          <a:noFill/>
          <a:ln>
            <a:noFill/>
          </a:ln>
        </p:spPr>
        <p:txBody>
          <a:bodyPr vert="horz" wrap="square" lIns="0" tIns="0" rIns="0" bIns="0" numCol="1" spcCol="215900" anchor="t">
            <a:prstTxWarp prst="textNoShape">
              <a:avLst/>
            </a:prstTxWarp>
          </a:bodyPr>
          <a:lstStyle/>
          <a:p>
            <a:pPr indent="0">
              <a:spcBef>
                <a:spcPts val="1415"/>
              </a:spcBef>
              <a:buNone/>
            </a:pPr>
            <a:endParaRPr lang="en-us" cap="none">
              <a:solidFill>
                <a:srgbClr val="000000"/>
              </a:solidFill>
              <a:latin typeface="Arial" pitchFamily="2" charset="0"/>
              <a:ea typeface="Basic Roman" pitchFamily="1" charset="0"/>
              <a:cs typeface="Basic Roman" pitchFamily="1" charset="0"/>
            </a:endParaRPr>
          </a:p>
        </p:txBody>
      </p:sp>
      <p:sp>
        <p:nvSpPr>
          <p:cNvPr id="4" name="PlaceHolder 3"/>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gfw5ZxMAAAAlAAAAZAAAAA0AAAAAAAAAAAAAAAAAAAAAA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ViYAAN8JAABGRwAAihUAABAAAAAmAAAACAAAAD0QAAD/HwAA"/>
              </a:ext>
            </a:extLst>
          </p:cNvSpPr>
          <p:nvPr>
            <p:ph idx="1"/>
          </p:nvPr>
        </p:nvSpPr>
        <p:spPr>
          <a:xfrm>
            <a:off x="6231890" y="1604645"/>
            <a:ext cx="5354320" cy="1896745"/>
          </a:xfrm>
          <a:noFill/>
          <a:ln>
            <a:noFill/>
          </a:ln>
        </p:spPr>
        <p:txBody>
          <a:bodyPr vert="horz" wrap="square" lIns="0" tIns="0" rIns="0" bIns="0" numCol="1" spcCol="215900" anchor="t">
            <a:prstTxWarp prst="textNoShape">
              <a:avLst/>
            </a:prstTxWarp>
          </a:bodyPr>
          <a:lstStyle/>
          <a:p>
            <a:pPr indent="0">
              <a:spcBef>
                <a:spcPts val="1415"/>
              </a:spcBef>
              <a:buNone/>
            </a:pPr>
            <a:endParaRPr lang="en-us" cap="none">
              <a:solidFill>
                <a:srgbClr val="000000"/>
              </a:solidFill>
              <a:latin typeface="Arial" pitchFamily="2" charset="0"/>
              <a:ea typeface="Basic Roman" pitchFamily="1" charset="0"/>
              <a:cs typeface="Basic Roman" pitchFamily="1" charset="0"/>
            </a:endParaRPr>
          </a:p>
        </p:txBody>
      </p:sp>
      <p:sp>
        <p:nvSpPr>
          <p:cNvPr id="5" name="PlaceHolder 4"/>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gfw5ZxMAAAAlAAAAZAAAAA0AAAAAAAAAAAAAAAAAAAAAA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EQAZw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wAMAAKcWAACwJAAAUiIAABAAAAAmAAAACAAAAD0QAAD/HwAA"/>
              </a:ext>
            </a:extLst>
          </p:cNvSpPr>
          <p:nvPr>
            <p:ph idx="1"/>
          </p:nvPr>
        </p:nvSpPr>
        <p:spPr>
          <a:xfrm>
            <a:off x="609600" y="3682365"/>
            <a:ext cx="5354320" cy="1896745"/>
          </a:xfrm>
          <a:noFill/>
          <a:ln>
            <a:noFill/>
          </a:ln>
        </p:spPr>
        <p:txBody>
          <a:bodyPr vert="horz" wrap="square" lIns="0" tIns="0" rIns="0" bIns="0" numCol="1" spcCol="215900" anchor="t">
            <a:prstTxWarp prst="textNoShape">
              <a:avLst/>
            </a:prstTxWarp>
          </a:bodyPr>
          <a:lstStyle/>
          <a:p>
            <a:pPr indent="0">
              <a:spcBef>
                <a:spcPts val="1415"/>
              </a:spcBef>
              <a:buNone/>
            </a:pPr>
            <a:endParaRPr lang="en-us" cap="none">
              <a:solidFill>
                <a:srgbClr val="000000"/>
              </a:solidFill>
              <a:latin typeface="Arial" pitchFamily="2" charset="0"/>
              <a:ea typeface="Basic Roman" pitchFamily="1" charset="0"/>
              <a:cs typeface="Basic Roman" pitchFamily="1" charset="0"/>
            </a:endParaRPr>
          </a:p>
        </p:txBody>
      </p:sp>
      <p:sp>
        <p:nvSpPr>
          <p:cNvPr id="6" name="PlaceHolder 5"/>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gfw5ZxMAAAAlAAAAZAAAAA0AAAAAAAAAAAAAAAAAAAAAA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ViYAAKcWAABGRwAAUiIAABAAAAAmAAAACAAAAD0QAAD/HwAA"/>
              </a:ext>
            </a:extLst>
          </p:cNvSpPr>
          <p:nvPr>
            <p:ph idx="1"/>
          </p:nvPr>
        </p:nvSpPr>
        <p:spPr>
          <a:xfrm>
            <a:off x="6231890" y="3682365"/>
            <a:ext cx="5354320" cy="1896745"/>
          </a:xfrm>
          <a:noFill/>
          <a:ln>
            <a:noFill/>
          </a:ln>
        </p:spPr>
        <p:txBody>
          <a:bodyPr vert="horz" wrap="square" lIns="0" tIns="0" rIns="0" bIns="0" numCol="1" spcCol="215900" anchor="t">
            <a:prstTxWarp prst="textNoShape">
              <a:avLst/>
            </a:prstTxWarp>
          </a:bodyPr>
          <a:lstStyle/>
          <a:p>
            <a:pPr indent="0">
              <a:spcBef>
                <a:spcPts val="1415"/>
              </a:spcBef>
              <a:buNone/>
            </a:pPr>
            <a:endParaRPr lang="en-us" cap="none">
              <a:solidFill>
                <a:srgbClr val="000000"/>
              </a:solidFill>
              <a:latin typeface="Arial" pitchFamily="2" charset="0"/>
              <a:ea typeface="Basic Roman" pitchFamily="1" charset="0"/>
              <a:cs typeface="Basic Roman" pitchFamily="1" charset="0"/>
            </a:endParaRPr>
          </a:p>
        </p:txBody>
      </p:sp>
      <p:sp>
        <p:nvSpPr>
          <p:cNvPr id="7" name="PlaceHolder 6"/>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gfw5ZxMAAAAlAAAAZAAAAA0AAAAAkAAAAEgAAACQAAAAS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2BgAABonAAAnMgAAWCkAABAAAAAmAAAACAAAAAAAAAAAAAAA"/>
              </a:ext>
            </a:extLst>
          </p:cNvSpPr>
          <p:nvPr>
            <p:ph type="ftr" idx="11"/>
          </p:nvPr>
        </p:nvSpPr>
        <p:spPr/>
        <p:txBody>
          <a:bodyPr/>
          <a:lstStyle/>
          <a:p>
            <a:pPr>
              <a:defRPr lang="en-us"/>
            </a:pPr>
            <a:r>
              <a:t>Footer</a:t>
            </a:r>
          </a:p>
        </p:txBody>
      </p:sp>
      <p:sp>
        <p:nvSpPr>
          <p:cNvPr id="8" name="PlaceHolder 7"/>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gfw5ZxMAAAAlAAAAZAAAAA0AAAAAkAAAAEgAAACQAAAAS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DQAABonAADXRQAAWCkAABAAAAAmAAAACAAAAAAAAAAAAAAA"/>
              </a:ext>
            </a:extLst>
          </p:cNvSpPr>
          <p:nvPr>
            <p:ph type="sldNum" idx="12"/>
          </p:nvPr>
        </p:nvSpPr>
        <p:spPr/>
        <p:txBody>
          <a:bodyPr/>
          <a:lstStyle/>
          <a:p>
            <a:pPr>
              <a:defRPr lang="en-us"/>
            </a:pPr>
            <a:fld id="{4D0A1357-19A0-5FE5-EEB2-EFB05DFC18BA}" type="slidenum">
              <a:t>‹#›</a:t>
            </a:fld>
            <a:endParaRPr/>
          </a:p>
        </p:txBody>
      </p:sp>
      <p:sp>
        <p:nvSpPr>
          <p:cNvPr id="9" name="PlaceHolder 8"/>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gfw5ZxMAAAAlAAAAZAAAAA0AAAAAkAAAAEgAAACQAAAAS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KAUAABonAAAHFgAAWCkAABAAAAAmAAAACAAAAAAAAAAAAAAA"/>
              </a:ext>
            </a:extLst>
          </p:cNvSpPr>
          <p:nvPr>
            <p:ph type="dt" idx="10"/>
          </p:nvPr>
        </p:nvSpPr>
        <p:spPr/>
        <p:txBody>
          <a:bodyPr/>
          <a:lstStyle/>
          <a:p>
            <a:pPr>
              <a:defRPr lang="en-us"/>
            </a:pPr>
            <a:endParaRPr/>
          </a:p>
        </p:txBody>
      </p:sp>
    </p:spTree>
  </p:cSld>
  <p:clrMapOvr>
    <a:masterClrMapping/>
  </p:clrMapOvr>
  <p:hf hdr="0" ftr="0" dt="0"/>
</p:sldLayout>
</file>

<file path=ppt/slideLayouts/slideLayout36.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2" name="PlaceHolder 1"/>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gfw5ZxMAAAAlAAAAZAAAAA0AAAAAAAAAAAAAAAAAAAAAA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EQAZw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wAMAAK8BAAA/RwAAuggAABAAAAAmAAAACAAAADwQAAD/HwAA"/>
              </a:ext>
            </a:extLst>
          </p:cNvSpPr>
          <p:nvPr>
            <p:ph type="title"/>
          </p:nvPr>
        </p:nvSpPr>
        <p:spPr>
          <a:noFill/>
          <a:ln>
            <a:noFill/>
          </a:ln>
        </p:spPr>
        <p:txBody>
          <a:bodyPr vert="horz" wrap="square" lIns="0" tIns="0" rIns="0" bIns="0" numCol="1" spcCol="215900" anchor="ctr">
            <a:prstTxWarp prst="textNoShape">
              <a:avLst/>
            </a:prstTxWarp>
          </a:bodyPr>
          <a:lstStyle/>
          <a:p>
            <a:pPr indent="0" algn="ctr">
              <a:buNone/>
            </a:pPr>
            <a:endParaRPr lang="en-us" cap="none">
              <a:solidFill>
                <a:srgbClr val="000000"/>
              </a:solidFill>
              <a:latin typeface="Arial" pitchFamily="2" charset="0"/>
              <a:ea typeface="Basic Roman" pitchFamily="1" charset="0"/>
              <a:cs typeface="Basic Roman" pitchFamily="1" charset="0"/>
            </a:endParaRPr>
          </a:p>
        </p:txBody>
      </p:sp>
      <p:sp>
        <p:nvSpPr>
          <p:cNvPr id="3" name="PlaceHolder 2"/>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gfw5ZxMAAAAlAAAAZAAAAA0AAAAAAAAAAAAAAAAAAAAAA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wAMAAN8JAAB8GQAAihUAABAAAAAmAAAACAAAAD0QAAD/HwAA"/>
              </a:ext>
            </a:extLst>
          </p:cNvSpPr>
          <p:nvPr>
            <p:ph idx="6"/>
          </p:nvPr>
        </p:nvSpPr>
        <p:spPr>
          <a:xfrm>
            <a:off x="609600" y="1604645"/>
            <a:ext cx="3533140" cy="1896745"/>
          </a:xfrm>
          <a:noFill/>
          <a:ln>
            <a:noFill/>
          </a:ln>
        </p:spPr>
        <p:txBody>
          <a:bodyPr vert="horz" wrap="square" lIns="0" tIns="0" rIns="0" bIns="0" numCol="1" spcCol="215900" anchor="t">
            <a:prstTxWarp prst="textNoShape">
              <a:avLst/>
            </a:prstTxWarp>
          </a:bodyPr>
          <a:lstStyle/>
          <a:p>
            <a:pPr indent="0">
              <a:spcBef>
                <a:spcPts val="1415"/>
              </a:spcBef>
              <a:buNone/>
            </a:pPr>
            <a:endParaRPr lang="en-us" cap="none">
              <a:solidFill>
                <a:srgbClr val="000000"/>
              </a:solidFill>
              <a:latin typeface="Arial" pitchFamily="2" charset="0"/>
              <a:ea typeface="Basic Roman" pitchFamily="1" charset="0"/>
              <a:cs typeface="Basic Roman" pitchFamily="1" charset="0"/>
            </a:endParaRPr>
          </a:p>
        </p:txBody>
      </p:sp>
      <p:sp>
        <p:nvSpPr>
          <p:cNvPr id="4" name="PlaceHolder 3"/>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gfw5ZxMAAAAlAAAAZAAAAA0AAAAAAAAAAAAAAAAAAAAAA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CBbaWU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kxoAAN8JAABOMAAAihUAABAAAAAmAAAACAAAAD0QAAD/HwAA"/>
              </a:ext>
            </a:extLst>
          </p:cNvSpPr>
          <p:nvPr>
            <p:ph idx="5"/>
          </p:nvPr>
        </p:nvSpPr>
        <p:spPr>
          <a:xfrm>
            <a:off x="4319905" y="1604645"/>
            <a:ext cx="3532505" cy="1896745"/>
          </a:xfrm>
          <a:noFill/>
          <a:ln>
            <a:noFill/>
          </a:ln>
        </p:spPr>
        <p:txBody>
          <a:bodyPr vert="horz" wrap="square" lIns="0" tIns="0" rIns="0" bIns="0" numCol="1" spcCol="215900" anchor="t">
            <a:prstTxWarp prst="textNoShape">
              <a:avLst/>
            </a:prstTxWarp>
          </a:bodyPr>
          <a:lstStyle/>
          <a:p>
            <a:pPr indent="0">
              <a:spcBef>
                <a:spcPts val="1415"/>
              </a:spcBef>
              <a:buNone/>
            </a:pPr>
            <a:endParaRPr lang="en-us" cap="none">
              <a:solidFill>
                <a:srgbClr val="000000"/>
              </a:solidFill>
              <a:latin typeface="Arial" pitchFamily="2" charset="0"/>
              <a:ea typeface="Basic Roman" pitchFamily="1" charset="0"/>
              <a:cs typeface="Basic Roman" pitchFamily="1" charset="0"/>
            </a:endParaRPr>
          </a:p>
        </p:txBody>
      </p:sp>
      <p:sp>
        <p:nvSpPr>
          <p:cNvPr id="5" name="PlaceHolder 4"/>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gfw5ZxMAAAAlAAAAZAAAAA0AAAAAAAAAAAAAAAAAAAAAA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ZTEAAN8JAAAhRwAAihUAABAAAAAmAAAACAAAAD0QAAD/HwAA"/>
              </a:ext>
            </a:extLst>
          </p:cNvSpPr>
          <p:nvPr>
            <p:ph idx="4"/>
          </p:nvPr>
        </p:nvSpPr>
        <p:spPr>
          <a:xfrm>
            <a:off x="8029575" y="1604645"/>
            <a:ext cx="3533140" cy="1896745"/>
          </a:xfrm>
          <a:noFill/>
          <a:ln>
            <a:noFill/>
          </a:ln>
        </p:spPr>
        <p:txBody>
          <a:bodyPr vert="horz" wrap="square" lIns="0" tIns="0" rIns="0" bIns="0" numCol="1" spcCol="215900" anchor="t">
            <a:prstTxWarp prst="textNoShape">
              <a:avLst/>
            </a:prstTxWarp>
          </a:bodyPr>
          <a:lstStyle/>
          <a:p>
            <a:pPr indent="0">
              <a:spcBef>
                <a:spcPts val="1415"/>
              </a:spcBef>
              <a:buNone/>
            </a:pPr>
            <a:endParaRPr lang="en-us" cap="none">
              <a:solidFill>
                <a:srgbClr val="000000"/>
              </a:solidFill>
              <a:latin typeface="Arial" pitchFamily="2" charset="0"/>
              <a:ea typeface="Basic Roman" pitchFamily="1" charset="0"/>
              <a:cs typeface="Basic Roman" pitchFamily="1" charset="0"/>
            </a:endParaRPr>
          </a:p>
        </p:txBody>
      </p:sp>
      <p:sp>
        <p:nvSpPr>
          <p:cNvPr id="6" name="PlaceHolder 5"/>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gfw5ZxMAAAAlAAAAZAAAAA0AAAAAAAAAAAAAAAAAAAAAA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wAMAAKcWAAB8GQAAUiIAABAAAAAmAAAACAAAAD0QAAD/HwAA"/>
              </a:ext>
            </a:extLst>
          </p:cNvSpPr>
          <p:nvPr>
            <p:ph idx="3"/>
          </p:nvPr>
        </p:nvSpPr>
        <p:spPr>
          <a:xfrm>
            <a:off x="609600" y="3682365"/>
            <a:ext cx="3533140" cy="1896745"/>
          </a:xfrm>
          <a:noFill/>
          <a:ln>
            <a:noFill/>
          </a:ln>
        </p:spPr>
        <p:txBody>
          <a:bodyPr vert="horz" wrap="square" lIns="0" tIns="0" rIns="0" bIns="0" numCol="1" spcCol="215900" anchor="t">
            <a:prstTxWarp prst="textNoShape">
              <a:avLst/>
            </a:prstTxWarp>
          </a:bodyPr>
          <a:lstStyle/>
          <a:p>
            <a:pPr indent="0">
              <a:spcBef>
                <a:spcPts val="1415"/>
              </a:spcBef>
              <a:buNone/>
            </a:pPr>
            <a:endParaRPr lang="en-us" cap="none">
              <a:solidFill>
                <a:srgbClr val="000000"/>
              </a:solidFill>
              <a:latin typeface="Arial" pitchFamily="2" charset="0"/>
              <a:ea typeface="Basic Roman" pitchFamily="1" charset="0"/>
              <a:cs typeface="Basic Roman" pitchFamily="1" charset="0"/>
            </a:endParaRPr>
          </a:p>
        </p:txBody>
      </p:sp>
      <p:sp>
        <p:nvSpPr>
          <p:cNvPr id="7" name="PlaceHolder 6"/>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gfw5ZxMAAAAlAAAAZAAAAA0AAAAAAAAAAAAAAAAAAAAAA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kxoAAKcWAABOMAAAUiIAABAAAAAmAAAACAAAAD0QAAD/HwAA"/>
              </a:ext>
            </a:extLst>
          </p:cNvSpPr>
          <p:nvPr>
            <p:ph idx="2"/>
          </p:nvPr>
        </p:nvSpPr>
        <p:spPr>
          <a:xfrm>
            <a:off x="4319905" y="3682365"/>
            <a:ext cx="3532505" cy="1896745"/>
          </a:xfrm>
          <a:noFill/>
          <a:ln>
            <a:noFill/>
          </a:ln>
        </p:spPr>
        <p:txBody>
          <a:bodyPr vert="horz" wrap="square" lIns="0" tIns="0" rIns="0" bIns="0" numCol="1" spcCol="215900" anchor="t">
            <a:prstTxWarp prst="textNoShape">
              <a:avLst/>
            </a:prstTxWarp>
          </a:bodyPr>
          <a:lstStyle/>
          <a:p>
            <a:pPr indent="0">
              <a:spcBef>
                <a:spcPts val="1415"/>
              </a:spcBef>
              <a:buNone/>
            </a:pPr>
            <a:endParaRPr lang="en-us" cap="none">
              <a:solidFill>
                <a:srgbClr val="000000"/>
              </a:solidFill>
              <a:latin typeface="Arial" pitchFamily="2" charset="0"/>
              <a:ea typeface="Basic Roman" pitchFamily="1" charset="0"/>
              <a:cs typeface="Basic Roman" pitchFamily="1" charset="0"/>
            </a:endParaRPr>
          </a:p>
        </p:txBody>
      </p:sp>
      <p:sp>
        <p:nvSpPr>
          <p:cNvPr id="8" name="PlaceHolder 7"/>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gfw5ZxMAAAAlAAAAZAAAAA0AAAAAAAAAAAAAAAAAAAAAA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ZTEAAKcWAAAhRwAAUiIAABAAAAAmAAAACAAAAD0QAAD/HwAA"/>
              </a:ext>
            </a:extLst>
          </p:cNvSpPr>
          <p:nvPr>
            <p:ph idx="1"/>
          </p:nvPr>
        </p:nvSpPr>
        <p:spPr>
          <a:xfrm>
            <a:off x="8029575" y="3682365"/>
            <a:ext cx="3533140" cy="1896745"/>
          </a:xfrm>
          <a:noFill/>
          <a:ln>
            <a:noFill/>
          </a:ln>
        </p:spPr>
        <p:txBody>
          <a:bodyPr vert="horz" wrap="square" lIns="0" tIns="0" rIns="0" bIns="0" numCol="1" spcCol="215900" anchor="t">
            <a:prstTxWarp prst="textNoShape">
              <a:avLst/>
            </a:prstTxWarp>
          </a:bodyPr>
          <a:lstStyle/>
          <a:p>
            <a:pPr indent="0">
              <a:spcBef>
                <a:spcPts val="1415"/>
              </a:spcBef>
              <a:buNone/>
            </a:pPr>
            <a:endParaRPr lang="en-us" cap="none">
              <a:solidFill>
                <a:srgbClr val="000000"/>
              </a:solidFill>
              <a:latin typeface="Arial" pitchFamily="2" charset="0"/>
              <a:ea typeface="Basic Roman" pitchFamily="1" charset="0"/>
              <a:cs typeface="Basic Roman" pitchFamily="1" charset="0"/>
            </a:endParaRPr>
          </a:p>
        </p:txBody>
      </p:sp>
      <p:sp>
        <p:nvSpPr>
          <p:cNvPr id="9" name="PlaceHolder 8"/>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gfw5ZxMAAAAlAAAAZAAAAA0AAAAAkAAAAEgAAACQAAAAS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2BgAABonAAAnMgAAWCkAABAAAAAmAAAACAAAAAAAAAAAAAAA"/>
              </a:ext>
            </a:extLst>
          </p:cNvSpPr>
          <p:nvPr>
            <p:ph type="ftr" idx="11"/>
          </p:nvPr>
        </p:nvSpPr>
        <p:spPr/>
        <p:txBody>
          <a:bodyPr/>
          <a:lstStyle/>
          <a:p>
            <a:pPr>
              <a:defRPr lang="en-us"/>
            </a:pPr>
            <a:r>
              <a:t>Footer</a:t>
            </a:r>
          </a:p>
        </p:txBody>
      </p:sp>
      <p:sp>
        <p:nvSpPr>
          <p:cNvPr id="10" name="PlaceHolder 9"/>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gfw5ZxMAAAAlAAAAZAAAAA0AAAAAkAAAAEgAAACQAAAAS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DQAABonAADXRQAAWCkAABAAAAAmAAAACAAAAAAAAAAAAAAA"/>
              </a:ext>
            </a:extLst>
          </p:cNvSpPr>
          <p:nvPr>
            <p:ph type="sldNum" idx="12"/>
          </p:nvPr>
        </p:nvSpPr>
        <p:spPr/>
        <p:txBody>
          <a:bodyPr/>
          <a:lstStyle/>
          <a:p>
            <a:pPr>
              <a:defRPr lang="en-us"/>
            </a:pPr>
            <a:fld id="{3CDF921B-55D1-8A64-9F67-A331DC2969F6}" type="slidenum">
              <a:t>‹#›</a:t>
            </a:fld>
            <a:endParaRPr/>
          </a:p>
        </p:txBody>
      </p:sp>
      <p:sp>
        <p:nvSpPr>
          <p:cNvPr id="11" name="PlaceHolder 10"/>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gfw5ZxMAAAAlAAAAZAAAAA0AAAAAkAAAAEgAAACQAAAAS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KAUAABonAAAHFgAAWCkAABAAAAAmAAAACAAAAAAAAAAAAAAA"/>
              </a:ext>
            </a:extLst>
          </p:cNvSpPr>
          <p:nvPr>
            <p:ph type="dt" idx="10"/>
          </p:nvPr>
        </p:nvSpPr>
        <p:spPr/>
        <p:txBody>
          <a:bodyPr/>
          <a:lstStyle/>
          <a:p>
            <a:pPr>
              <a:defRPr lang="en-us"/>
            </a:pPr>
            <a:endParaRPr/>
          </a:p>
        </p:txBody>
      </p:sp>
    </p:spTree>
  </p:cSld>
  <p:clrMapOvr>
    <a:masterClrMapping/>
  </p:clrMapOvr>
  <p:hf hdr="0" ftr="0" dt="0"/>
</p:sldLayout>
</file>

<file path=ppt/slideLayouts/slideLayout37.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
        <p:nvSpPr>
          <p:cNvPr id="2" name="PlaceHolder 1"/>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gfw5ZxMAAAAlAAAAZAAAAA0AAAAAkAAAAEgAAACQAAAAS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EQAZw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2BgAABonAAAnMgAAWCkAABAAAAAmAAAACAAAAAAAAAAAAAAA"/>
              </a:ext>
            </a:extLst>
          </p:cNvSpPr>
          <p:nvPr>
            <p:ph type="ftr" idx="11"/>
          </p:nvPr>
        </p:nvSpPr>
        <p:spPr/>
        <p:txBody>
          <a:bodyPr/>
          <a:lstStyle/>
          <a:p>
            <a:pPr>
              <a:defRPr lang="en-us"/>
            </a:pPr>
            <a:r>
              <a:t>Footer</a:t>
            </a:r>
          </a:p>
        </p:txBody>
      </p:sp>
      <p:sp>
        <p:nvSpPr>
          <p:cNvPr id="3" name="PlaceHolder 2"/>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gfw5ZxMAAAAlAAAAZAAAAA0AAAAAkAAAAEgAAACQAAAAS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DQAABonAADXRQAAWCkAABAAAAAmAAAACAAAAAAAAAAAAAAA"/>
              </a:ext>
            </a:extLst>
          </p:cNvSpPr>
          <p:nvPr>
            <p:ph type="sldNum" idx="12"/>
          </p:nvPr>
        </p:nvSpPr>
        <p:spPr/>
        <p:txBody>
          <a:bodyPr/>
          <a:lstStyle/>
          <a:p>
            <a:pPr>
              <a:defRPr lang="en-us"/>
            </a:pPr>
            <a:fld id="{698C916A-2484-D967-CA34-D232DF7A3C87}" type="slidenum">
              <a:t>‹#›</a:t>
            </a:fld>
            <a:endParaRPr/>
          </a:p>
        </p:txBody>
      </p:sp>
      <p:sp>
        <p:nvSpPr>
          <p:cNvPr id="4" name="PlaceHolder 3"/>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gfw5ZxMAAAAlAAAAZAAAAA0AAAAAkAAAAEgAAACQAAAAS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KAUAABonAAAHFgAAWCkAABAAAAAmAAAACAAAAAAAAAAAAAAA"/>
              </a:ext>
            </a:extLst>
          </p:cNvSpPr>
          <p:nvPr>
            <p:ph type="dt" idx="10"/>
          </p:nvPr>
        </p:nvSpPr>
        <p:spPr/>
        <p:txBody>
          <a:bodyPr/>
          <a:lstStyle/>
          <a:p>
            <a:pPr>
              <a:defRPr lang="en-us"/>
            </a:pPr>
            <a:endParaRPr/>
          </a:p>
        </p:txBody>
      </p:sp>
    </p:spTree>
  </p:cSld>
  <p:clrMapOvr>
    <a:masterClrMapping/>
  </p:clrMapOvr>
  <p:hf hdr="0" ftr="0" dt="0"/>
</p:sldLayout>
</file>

<file path=ppt/slideLayouts/slideLayout38.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2" name="PlaceHolder 1"/>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gfw5ZxMAAAAlAAAAZAAAAA0AAAAAAAAAAAAAAAAAAAAAA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EQAZw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wAMAAK8BAAA/RwAAuggAABAAAAAmAAAACAAAAD0QAAD/HwAA"/>
              </a:ext>
            </a:extLst>
          </p:cNvSpPr>
          <p:nvPr>
            <p:ph type="title"/>
          </p:nvPr>
        </p:nvSpPr>
        <p:spPr>
          <a:xfrm>
            <a:off x="609600" y="273685"/>
            <a:ext cx="10972165" cy="1144905"/>
          </a:xfrm>
          <a:noFill/>
          <a:ln>
            <a:noFill/>
          </a:ln>
        </p:spPr>
        <p:txBody>
          <a:bodyPr vert="horz" wrap="square" lIns="0" tIns="0" rIns="0" bIns="0" numCol="1" spcCol="215900" anchor="ctr">
            <a:prstTxWarp prst="textNoShape">
              <a:avLst/>
            </a:prstTxWarp>
          </a:bodyPr>
          <a:lstStyle/>
          <a:p>
            <a:pPr indent="0" algn="ctr">
              <a:buNone/>
            </a:pPr>
            <a:endParaRPr lang="en-us" cap="none">
              <a:solidFill>
                <a:srgbClr val="000000"/>
              </a:solidFill>
              <a:latin typeface="Arial" pitchFamily="2" charset="0"/>
              <a:ea typeface="Basic Roman" pitchFamily="1" charset="0"/>
              <a:cs typeface="Basic Roman" pitchFamily="1" charset="0"/>
            </a:endParaRPr>
          </a:p>
        </p:txBody>
      </p:sp>
      <p:sp>
        <p:nvSpPr>
          <p:cNvPr id="3" name="PlaceHolder 2"/>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gfw5ZxMAAAAlAAAAZAAAAA0AAAAAAAAAAAAAAAAAAAAAA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EQAZw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wAMAAN8JAAA/RwAAViIAABAAAAAmAAAACAAAAL0QAAD/HwAA"/>
              </a:ext>
            </a:extLst>
          </p:cNvSpPr>
          <p:nvPr>
            <p:ph type="subTitle" idx="1"/>
          </p:nvPr>
        </p:nvSpPr>
        <p:spPr>
          <a:xfrm>
            <a:off x="609600" y="1604645"/>
            <a:ext cx="10972165" cy="3977005"/>
          </a:xfrm>
          <a:noFill/>
          <a:ln>
            <a:noFill/>
          </a:ln>
        </p:spPr>
        <p:txBody>
          <a:bodyPr vert="horz" wrap="square" lIns="0" tIns="0" rIns="0" bIns="0" numCol="1" spcCol="215900" anchor="ctr">
            <a:prstTxWarp prst="textNoShape">
              <a:avLst/>
            </a:prstTxWarp>
          </a:bodyPr>
          <a:lstStyle/>
          <a:p>
            <a:pPr indent="0" algn="ctr">
              <a:buNone/>
            </a:pPr>
            <a:endParaRPr lang="en-us" cap="none">
              <a:solidFill>
                <a:srgbClr val="000000"/>
              </a:solidFill>
              <a:latin typeface="Arial" pitchFamily="2" charset="0"/>
              <a:ea typeface="Basic Roman" pitchFamily="1" charset="0"/>
              <a:cs typeface="Basic Roman" pitchFamily="1" charset="0"/>
            </a:endParaRPr>
          </a:p>
        </p:txBody>
      </p:sp>
      <p:sp>
        <p:nvSpPr>
          <p:cNvPr id="4" name="PlaceHolder 3"/>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gfw5ZxMAAAAlAAAAZAAAAA0AAAAAkAAAAEgAAACQAAAAS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V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2BgAABonAAAnMgAAWCkAABAAAAAmAAAACAAAAAAAAAAAAAAA"/>
              </a:ext>
            </a:extLst>
          </p:cNvSpPr>
          <p:nvPr>
            <p:ph type="ftr" idx="11"/>
          </p:nvPr>
        </p:nvSpPr>
        <p:spPr/>
        <p:txBody>
          <a:bodyPr/>
          <a:lstStyle/>
          <a:p>
            <a:pPr>
              <a:defRPr lang="en-us"/>
            </a:pPr>
            <a:r>
              <a:t>Footer</a:t>
            </a:r>
          </a:p>
        </p:txBody>
      </p:sp>
      <p:sp>
        <p:nvSpPr>
          <p:cNvPr id="5" name="PlaceHolder 4"/>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gfw5ZxMAAAAlAAAAZAAAAA0AAAAAkAAAAEgAAACQAAAAS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DQAABonAADXRQAAWCkAABAAAAAmAAAACAAAAAAAAAAAAAAA"/>
              </a:ext>
            </a:extLst>
          </p:cNvSpPr>
          <p:nvPr>
            <p:ph type="sldNum" idx="12"/>
          </p:nvPr>
        </p:nvSpPr>
        <p:spPr/>
        <p:txBody>
          <a:bodyPr/>
          <a:lstStyle/>
          <a:p>
            <a:pPr>
              <a:defRPr lang="en-us"/>
            </a:pPr>
            <a:fld id="{6403922F-6189-5664-C7BB-9731DCF531C2}" type="slidenum">
              <a:t>‹#›</a:t>
            </a:fld>
            <a:endParaRPr/>
          </a:p>
        </p:txBody>
      </p:sp>
      <p:sp>
        <p:nvSpPr>
          <p:cNvPr id="6" name="PlaceHolder 5"/>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gfw5ZxMAAAAlAAAAZAAAAA0AAAAAkAAAAEgAAACQAAAAS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KAUAABonAAAHFgAAWCkAABAAAAAmAAAACAAAAAAAAAAAAAAA"/>
              </a:ext>
            </a:extLst>
          </p:cNvSpPr>
          <p:nvPr>
            <p:ph type="dt" idx="10"/>
          </p:nvPr>
        </p:nvSpPr>
        <p:spPr/>
        <p:txBody>
          <a:bodyPr/>
          <a:lstStyle/>
          <a:p>
            <a:pPr>
              <a:defRPr lang="en-us"/>
            </a:pPr>
            <a:endParaRPr/>
          </a:p>
        </p:txBody>
      </p:sp>
    </p:spTree>
  </p:cSld>
  <p:clrMapOvr>
    <a:masterClrMapping/>
  </p:clrMapOvr>
  <p:hf hdr="0" ftr="0" dt="0"/>
</p:sldLayout>
</file>

<file path=ppt/slideLayouts/slideLayout39.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2" name="PlaceHolder 1"/>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gfw5ZxMAAAAlAAAAZAAAAA0AAAAAAAAAAAAAAAAAAAAAA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EQAZw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wAMAAK8BAAA/RwAAuggAABAAAAAmAAAACAAAAD0QAAD/HwAA"/>
              </a:ext>
            </a:extLst>
          </p:cNvSpPr>
          <p:nvPr>
            <p:ph type="title"/>
          </p:nvPr>
        </p:nvSpPr>
        <p:spPr>
          <a:xfrm>
            <a:off x="609600" y="273685"/>
            <a:ext cx="10972165" cy="1144905"/>
          </a:xfrm>
          <a:noFill/>
          <a:ln>
            <a:noFill/>
          </a:ln>
        </p:spPr>
        <p:txBody>
          <a:bodyPr vert="horz" wrap="square" lIns="0" tIns="0" rIns="0" bIns="0" numCol="1" spcCol="215900" anchor="ctr">
            <a:prstTxWarp prst="textNoShape">
              <a:avLst/>
            </a:prstTxWarp>
          </a:bodyPr>
          <a:lstStyle/>
          <a:p>
            <a:pPr indent="0" algn="ctr">
              <a:buNone/>
            </a:pPr>
            <a:endParaRPr lang="en-us" cap="none">
              <a:solidFill>
                <a:srgbClr val="000000"/>
              </a:solidFill>
              <a:latin typeface="Arial" pitchFamily="2" charset="0"/>
              <a:ea typeface="Basic Roman" pitchFamily="1" charset="0"/>
              <a:cs typeface="Basic Roman" pitchFamily="1" charset="0"/>
            </a:endParaRPr>
          </a:p>
        </p:txBody>
      </p:sp>
      <p:sp>
        <p:nvSpPr>
          <p:cNvPr id="3" name="PlaceHolder 2"/>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gfw5ZxMAAAAlAAAAZAAAAA0AAAAAAAAAAAAAAAAAAAAAA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wAMAAN8JAAA/RwAAViIAABAAAAAmAAAACAAAAD0QAAD/HwAA"/>
              </a:ext>
            </a:extLst>
          </p:cNvSpPr>
          <p:nvPr>
            <p:ph idx="1"/>
          </p:nvPr>
        </p:nvSpPr>
        <p:spPr>
          <a:xfrm>
            <a:off x="609600" y="1604645"/>
            <a:ext cx="10972165" cy="3977005"/>
          </a:xfrm>
          <a:noFill/>
          <a:ln>
            <a:noFill/>
          </a:ln>
        </p:spPr>
        <p:txBody>
          <a:bodyPr vert="horz" wrap="square" lIns="0" tIns="0" rIns="0" bIns="0" numCol="1" spcCol="215900" anchor="t">
            <a:prstTxWarp prst="textNoShape">
              <a:avLst/>
            </a:prstTxWarp>
          </a:bodyPr>
          <a:lstStyle/>
          <a:p>
            <a:pPr indent="0">
              <a:spcBef>
                <a:spcPts val="1415"/>
              </a:spcBef>
              <a:buNone/>
            </a:pPr>
            <a:endParaRPr lang="en-us" cap="none">
              <a:solidFill>
                <a:srgbClr val="000000"/>
              </a:solidFill>
              <a:latin typeface="Arial" pitchFamily="2" charset="0"/>
              <a:ea typeface="Basic Roman" pitchFamily="1" charset="0"/>
              <a:cs typeface="Basic Roman" pitchFamily="1" charset="0"/>
            </a:endParaRPr>
          </a:p>
        </p:txBody>
      </p:sp>
      <p:sp>
        <p:nvSpPr>
          <p:cNvPr id="4" name="PlaceHolder 3"/>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gfw5ZxMAAAAlAAAAZAAAAA0AAAAAkAAAAEgAAACQAAAAS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2BgAABonAAAnMgAAWCkAABAAAAAmAAAACAAAAAAAAAAAAAAA"/>
              </a:ext>
            </a:extLst>
          </p:cNvSpPr>
          <p:nvPr>
            <p:ph type="ftr" idx="11"/>
          </p:nvPr>
        </p:nvSpPr>
        <p:spPr/>
        <p:txBody>
          <a:bodyPr/>
          <a:lstStyle/>
          <a:p>
            <a:pPr>
              <a:defRPr lang="en-us"/>
            </a:pPr>
            <a:r>
              <a:t>Footer</a:t>
            </a:r>
          </a:p>
        </p:txBody>
      </p:sp>
      <p:sp>
        <p:nvSpPr>
          <p:cNvPr id="5" name="PlaceHolder 4"/>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gfw5ZxMAAAAlAAAAZAAAAA0AAAAAkAAAAEgAAACQAAAAS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DQAABonAADXRQAAWCkAABAAAAAmAAAACAAAAAAAAAAAAAAA"/>
              </a:ext>
            </a:extLst>
          </p:cNvSpPr>
          <p:nvPr>
            <p:ph type="sldNum" idx="12"/>
          </p:nvPr>
        </p:nvSpPr>
        <p:spPr/>
        <p:txBody>
          <a:bodyPr/>
          <a:lstStyle/>
          <a:p>
            <a:pPr>
              <a:defRPr lang="en-us"/>
            </a:pPr>
            <a:fld id="{6DBD3765-2B80-E8C1-CE05-DD94794B3888}" type="slidenum">
              <a:t>‹#›</a:t>
            </a:fld>
            <a:endParaRPr/>
          </a:p>
        </p:txBody>
      </p:sp>
      <p:sp>
        <p:nvSpPr>
          <p:cNvPr id="6" name="PlaceHolder 5"/>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gfw5ZxMAAAAlAAAAZAAAAA0AAAAAkAAAAEgAAACQAAAAS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EQAZw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KAUAABonAAAHFgAAWCkAABAAAAAmAAAACAAAAAAAAAAAAAAA"/>
              </a:ext>
            </a:extLst>
          </p:cNvSpPr>
          <p:nvPr>
            <p:ph type="dt" idx="10"/>
          </p:nvPr>
        </p:nvSpPr>
        <p:spPr/>
        <p:txBody>
          <a:bodyPr/>
          <a:lstStyle/>
          <a:p>
            <a:pPr>
              <a:defRPr lang="en-us"/>
            </a:pPr>
            <a:endParaRPr/>
          </a:p>
        </p:txBody>
      </p:sp>
    </p:spTree>
  </p:cSld>
  <p:clrMapOvr>
    <a:masterClrMapping/>
  </p:clrMapOvr>
  <p:hf hdr="0" ftr="0" dt="0"/>
</p:sldLayout>
</file>

<file path=ppt/slideLayouts/slideLayout40.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2" name="PlaceHolder 1"/>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gfw5ZxMAAAAlAAAAZAAAAA0AAAAAAAAAAAAAAAAAAAAAA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EEAQQ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wAMAAK8BAAA/RwAAuggAABAAAAAmAAAACAAAAD0QAAD/HwAA"/>
              </a:ext>
            </a:extLst>
          </p:cNvSpPr>
          <p:nvPr>
            <p:ph type="title"/>
          </p:nvPr>
        </p:nvSpPr>
        <p:spPr>
          <a:xfrm>
            <a:off x="609600" y="273685"/>
            <a:ext cx="10972165" cy="1144905"/>
          </a:xfrm>
          <a:noFill/>
          <a:ln>
            <a:noFill/>
          </a:ln>
        </p:spPr>
        <p:txBody>
          <a:bodyPr vert="horz" wrap="square" lIns="0" tIns="0" rIns="0" bIns="0" numCol="1" spcCol="215900" anchor="ctr">
            <a:prstTxWarp prst="textNoShape">
              <a:avLst/>
            </a:prstTxWarp>
          </a:bodyPr>
          <a:lstStyle/>
          <a:p>
            <a:pPr indent="0" algn="ctr">
              <a:buNone/>
            </a:pPr>
            <a:endParaRPr lang="en-us" cap="none">
              <a:solidFill>
                <a:srgbClr val="000000"/>
              </a:solidFill>
              <a:latin typeface="Arial" pitchFamily="2" charset="0"/>
              <a:ea typeface="Basic Roman" pitchFamily="1" charset="0"/>
              <a:cs typeface="Basic Roman" pitchFamily="1" charset="0"/>
            </a:endParaRPr>
          </a:p>
        </p:txBody>
      </p:sp>
      <p:sp>
        <p:nvSpPr>
          <p:cNvPr id="3" name="PlaceHolder 2"/>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gfw5ZxMAAAAlAAAAZAAAAA0AAAAAAAAAAAAAAAAAAAAAA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wAMAAN8JAACwJAAAViIAABAAAAAmAAAACAAAAD0QAAD/HwAA"/>
              </a:ext>
            </a:extLst>
          </p:cNvSpPr>
          <p:nvPr>
            <p:ph idx="1"/>
          </p:nvPr>
        </p:nvSpPr>
        <p:spPr>
          <a:xfrm>
            <a:off x="609600" y="1604645"/>
            <a:ext cx="5354320" cy="3977005"/>
          </a:xfrm>
          <a:noFill/>
          <a:ln>
            <a:noFill/>
          </a:ln>
        </p:spPr>
        <p:txBody>
          <a:bodyPr vert="horz" wrap="square" lIns="0" tIns="0" rIns="0" bIns="0" numCol="1" spcCol="215900" anchor="t">
            <a:prstTxWarp prst="textNoShape">
              <a:avLst/>
            </a:prstTxWarp>
          </a:bodyPr>
          <a:lstStyle/>
          <a:p>
            <a:pPr indent="0">
              <a:spcBef>
                <a:spcPts val="1415"/>
              </a:spcBef>
              <a:buNone/>
            </a:pPr>
            <a:endParaRPr lang="en-us" cap="none">
              <a:solidFill>
                <a:srgbClr val="000000"/>
              </a:solidFill>
              <a:latin typeface="Arial" pitchFamily="2" charset="0"/>
              <a:ea typeface="Basic Roman" pitchFamily="1" charset="0"/>
              <a:cs typeface="Basic Roman" pitchFamily="1" charset="0"/>
            </a:endParaRPr>
          </a:p>
        </p:txBody>
      </p:sp>
      <p:sp>
        <p:nvSpPr>
          <p:cNvPr id="4" name="PlaceHolder 3"/>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gfw5ZxMAAAAlAAAAZAAAAA0AAAAAAAAAAAAAAAAAAAAAA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ViYAAN8JAABGRwAAViIAABAAAAAmAAAACAAAAD0QAAD/HwAA"/>
              </a:ext>
            </a:extLst>
          </p:cNvSpPr>
          <p:nvPr>
            <p:ph idx="1"/>
          </p:nvPr>
        </p:nvSpPr>
        <p:spPr>
          <a:xfrm>
            <a:off x="6231890" y="1604645"/>
            <a:ext cx="5354320" cy="3977005"/>
          </a:xfrm>
          <a:noFill/>
          <a:ln>
            <a:noFill/>
          </a:ln>
        </p:spPr>
        <p:txBody>
          <a:bodyPr vert="horz" wrap="square" lIns="0" tIns="0" rIns="0" bIns="0" numCol="1" spcCol="215900" anchor="t">
            <a:prstTxWarp prst="textNoShape">
              <a:avLst/>
            </a:prstTxWarp>
          </a:bodyPr>
          <a:lstStyle/>
          <a:p>
            <a:pPr indent="0">
              <a:spcBef>
                <a:spcPts val="1415"/>
              </a:spcBef>
              <a:buNone/>
            </a:pPr>
            <a:endParaRPr lang="en-us" cap="none">
              <a:solidFill>
                <a:srgbClr val="000000"/>
              </a:solidFill>
              <a:latin typeface="Arial" pitchFamily="2" charset="0"/>
              <a:ea typeface="Basic Roman" pitchFamily="1" charset="0"/>
              <a:cs typeface="Basic Roman" pitchFamily="1" charset="0"/>
            </a:endParaRPr>
          </a:p>
        </p:txBody>
      </p:sp>
      <p:sp>
        <p:nvSpPr>
          <p:cNvPr id="5" name="PlaceHolder 4"/>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gfw5ZxMAAAAlAAAAZAAAAA0AAAAAkAAAAEgAAACQAAAAS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2BgAABonAAAnMgAAWCkAABAAAAAmAAAACAAAAAAAAAAAAAAA"/>
              </a:ext>
            </a:extLst>
          </p:cNvSpPr>
          <p:nvPr>
            <p:ph type="ftr" idx="11"/>
          </p:nvPr>
        </p:nvSpPr>
        <p:spPr/>
        <p:txBody>
          <a:bodyPr/>
          <a:lstStyle/>
          <a:p>
            <a:pPr>
              <a:defRPr lang="en-us"/>
            </a:pPr>
            <a:r>
              <a:t>Footer</a:t>
            </a:r>
          </a:p>
        </p:txBody>
      </p:sp>
      <p:sp>
        <p:nvSpPr>
          <p:cNvPr id="6" name="PlaceHolder 5"/>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gfw5ZxMAAAAlAAAAZAAAAA0AAAAAkAAAAEgAAACQAAAAS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DQAABonAADXRQAAWCkAABAAAAAmAAAACAAAAAAAAAAAAAAA"/>
              </a:ext>
            </a:extLst>
          </p:cNvSpPr>
          <p:nvPr>
            <p:ph type="sldNum" idx="12"/>
          </p:nvPr>
        </p:nvSpPr>
        <p:spPr/>
        <p:txBody>
          <a:bodyPr/>
          <a:lstStyle/>
          <a:p>
            <a:pPr>
              <a:defRPr lang="en-us"/>
            </a:pPr>
            <a:fld id="{7B959D8E-C096-C06B-D82D-363ED3632E63}" type="slidenum">
              <a:t>‹#›</a:t>
            </a:fld>
            <a:endParaRPr/>
          </a:p>
        </p:txBody>
      </p:sp>
      <p:sp>
        <p:nvSpPr>
          <p:cNvPr id="7" name="PlaceHolder 6"/>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gfw5ZxMAAAAlAAAAZAAAAA0AAAAAkAAAAEgAAACQAAAAS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KAUAABonAAAHFgAAWCkAABAAAAAmAAAACAAAAAAAAAAAAAAA"/>
              </a:ext>
            </a:extLst>
          </p:cNvSpPr>
          <p:nvPr>
            <p:ph type="dt" idx="10"/>
          </p:nvPr>
        </p:nvSpPr>
        <p:spPr/>
        <p:txBody>
          <a:bodyPr/>
          <a:lstStyle/>
          <a:p>
            <a:pPr>
              <a:defRPr lang="en-us"/>
            </a:pPr>
            <a:endParaRPr/>
          </a:p>
        </p:txBody>
      </p:sp>
    </p:spTree>
  </p:cSld>
  <p:clrMapOvr>
    <a:masterClrMapping/>
  </p:clrMapOvr>
  <p:hf hdr="0" ftr="0" dt="0"/>
</p:sldLayout>
</file>

<file path=ppt/slideLayouts/slideLayout4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PlaceHolder 1"/>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gfw5ZxMAAAAlAAAAZAAAAA0AAAAAAAAAAAAAAAAAAAAAA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EQAZw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wAMAAK8BAAA/RwAAuggAABAAAAAmAAAACAAAAD0QAAD/HwAA"/>
              </a:ext>
            </a:extLst>
          </p:cNvSpPr>
          <p:nvPr>
            <p:ph type="title"/>
          </p:nvPr>
        </p:nvSpPr>
        <p:spPr>
          <a:xfrm>
            <a:off x="609600" y="273685"/>
            <a:ext cx="10972165" cy="1144905"/>
          </a:xfrm>
          <a:noFill/>
          <a:ln>
            <a:noFill/>
          </a:ln>
        </p:spPr>
        <p:txBody>
          <a:bodyPr vert="horz" wrap="square" lIns="0" tIns="0" rIns="0" bIns="0" numCol="1" spcCol="215900" anchor="ctr">
            <a:prstTxWarp prst="textNoShape">
              <a:avLst/>
            </a:prstTxWarp>
          </a:bodyPr>
          <a:lstStyle/>
          <a:p>
            <a:pPr indent="0" algn="ctr">
              <a:buNone/>
            </a:pPr>
            <a:endParaRPr lang="en-us" cap="none">
              <a:solidFill>
                <a:srgbClr val="000000"/>
              </a:solidFill>
              <a:latin typeface="Arial" pitchFamily="2" charset="0"/>
              <a:ea typeface="Basic Roman" pitchFamily="1" charset="0"/>
              <a:cs typeface="Basic Roman" pitchFamily="1" charset="0"/>
            </a:endParaRPr>
          </a:p>
        </p:txBody>
      </p:sp>
      <p:sp>
        <p:nvSpPr>
          <p:cNvPr id="3" name="PlaceHolder 2"/>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gfw5ZxMAAAAlAAAAZAAAAA0AAAAAkAAAAEgAAACQAAAAS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2BgAABonAAAnMgAAWCkAABAAAAAmAAAACAAAAAAAAAAAAAAA"/>
              </a:ext>
            </a:extLst>
          </p:cNvSpPr>
          <p:nvPr>
            <p:ph type="ftr" idx="11"/>
          </p:nvPr>
        </p:nvSpPr>
        <p:spPr/>
        <p:txBody>
          <a:bodyPr/>
          <a:lstStyle/>
          <a:p>
            <a:pPr>
              <a:defRPr lang="en-us"/>
            </a:pPr>
            <a:r>
              <a:t>Footer</a:t>
            </a:r>
          </a:p>
        </p:txBody>
      </p:sp>
      <p:sp>
        <p:nvSpPr>
          <p:cNvPr id="4" name="PlaceHolder 3"/>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gfw5ZxMAAAAlAAAAZAAAAA0AAAAAkAAAAEgAAACQAAAAS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DQAABonAADXRQAAWCkAABAAAAAmAAAACAAAAAAAAAAAAAAA"/>
              </a:ext>
            </a:extLst>
          </p:cNvSpPr>
          <p:nvPr>
            <p:ph type="sldNum" idx="12"/>
          </p:nvPr>
        </p:nvSpPr>
        <p:spPr/>
        <p:txBody>
          <a:bodyPr/>
          <a:lstStyle/>
          <a:p>
            <a:pPr>
              <a:defRPr lang="en-us"/>
            </a:pPr>
            <a:fld id="{656AC08B-C588-3F36-C6D2-33638E9C3066}" type="slidenum">
              <a:t>‹#›</a:t>
            </a:fld>
            <a:endParaRPr/>
          </a:p>
        </p:txBody>
      </p:sp>
      <p:sp>
        <p:nvSpPr>
          <p:cNvPr id="5" name="PlaceHolder 4"/>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gfw5ZxMAAAAlAAAAZAAAAA0AAAAAkAAAAEgAAACQAAAAS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KAUAABonAAAHFgAAWCkAABAAAAAmAAAACAAAAAAAAAAAAAAA"/>
              </a:ext>
            </a:extLst>
          </p:cNvSpPr>
          <p:nvPr>
            <p:ph type="dt" idx="10"/>
          </p:nvPr>
        </p:nvSpPr>
        <p:spPr/>
        <p:txBody>
          <a:bodyPr/>
          <a:lstStyle/>
          <a:p>
            <a:pPr>
              <a:defRPr lang="en-us"/>
            </a:pPr>
            <a:endParaRPr/>
          </a:p>
        </p:txBody>
      </p:sp>
    </p:spTree>
  </p:cSld>
  <p:clrMapOvr>
    <a:masterClrMapping/>
  </p:clrMapOvr>
  <p:hf hdr="0" ftr="0" dt="0"/>
</p:sldLayout>
</file>

<file path=ppt/slideLayouts/slideLayout42.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2" name="PlaceHolder 1"/>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gfw5ZxMAAAAlAAAAZAAAAA0AAAAAAAAAAAAAAAAAAAAAA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EQAZw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wAMAAK8BAAA/RwAAViIAABAAAAAmAAAACAAAAL0QAAD/HwAA"/>
              </a:ext>
            </a:extLst>
          </p:cNvSpPr>
          <p:nvPr>
            <p:ph type="subTitle" idx="1"/>
          </p:nvPr>
        </p:nvSpPr>
        <p:spPr>
          <a:xfrm>
            <a:off x="609600" y="273685"/>
            <a:ext cx="10972165" cy="5307965"/>
          </a:xfrm>
          <a:noFill/>
          <a:ln>
            <a:noFill/>
          </a:ln>
        </p:spPr>
        <p:txBody>
          <a:bodyPr vert="horz" wrap="square" lIns="0" tIns="0" rIns="0" bIns="0" numCol="1" spcCol="215900" anchor="ctr">
            <a:prstTxWarp prst="textNoShape">
              <a:avLst/>
            </a:prstTxWarp>
          </a:bodyPr>
          <a:lstStyle/>
          <a:p>
            <a:pPr algn="ctr"/>
            <a:endParaRPr lang="en-us" cap="none">
              <a:solidFill>
                <a:srgbClr val="000000"/>
              </a:solidFill>
              <a:latin typeface="Arial" pitchFamily="2" charset="0"/>
              <a:ea typeface="Basic Roman" pitchFamily="1" charset="0"/>
              <a:cs typeface="Basic Roman" pitchFamily="1" charset="0"/>
            </a:endParaRPr>
          </a:p>
        </p:txBody>
      </p:sp>
      <p:sp>
        <p:nvSpPr>
          <p:cNvPr id="3" name="PlaceHolder 2"/>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gfw5ZxMAAAAlAAAAZAAAAA0AAAAAkAAAAEgAAACQAAAAS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2BgAABonAAAnMgAAWCkAABAAAAAmAAAACAAAAAAAAAAAAAAA"/>
              </a:ext>
            </a:extLst>
          </p:cNvSpPr>
          <p:nvPr>
            <p:ph type="ftr" idx="11"/>
          </p:nvPr>
        </p:nvSpPr>
        <p:spPr/>
        <p:txBody>
          <a:bodyPr/>
          <a:lstStyle/>
          <a:p>
            <a:pPr>
              <a:defRPr lang="en-us"/>
            </a:pPr>
            <a:r>
              <a:t>Footer</a:t>
            </a:r>
          </a:p>
        </p:txBody>
      </p:sp>
      <p:sp>
        <p:nvSpPr>
          <p:cNvPr id="4" name="PlaceHolder 3"/>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gfw5ZxMAAAAlAAAAZAAAAA0AAAAAkAAAAEgAAACQAAAAS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DQAABonAADXRQAAWCkAABAAAAAmAAAACAAAAAAAAAAAAAAA"/>
              </a:ext>
            </a:extLst>
          </p:cNvSpPr>
          <p:nvPr>
            <p:ph type="sldNum" idx="12"/>
          </p:nvPr>
        </p:nvSpPr>
        <p:spPr/>
        <p:txBody>
          <a:bodyPr/>
          <a:lstStyle/>
          <a:p>
            <a:pPr>
              <a:defRPr lang="en-us"/>
            </a:pPr>
            <a:fld id="{1E2A9D15-5BF3-7F6B-BD92-AD3ED3DC4BF8}" type="slidenum">
              <a:t>‹#›</a:t>
            </a:fld>
            <a:endParaRPr/>
          </a:p>
        </p:txBody>
      </p:sp>
      <p:sp>
        <p:nvSpPr>
          <p:cNvPr id="5" name="PlaceHolder 4"/>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gfw5ZxMAAAAlAAAAZAAAAA0AAAAAkAAAAEgAAACQAAAAS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KAUAABonAAAHFgAAWCkAABAAAAAmAAAACAAAAAAAAAAAAAAA"/>
              </a:ext>
            </a:extLst>
          </p:cNvSpPr>
          <p:nvPr>
            <p:ph type="dt" idx="10"/>
          </p:nvPr>
        </p:nvSpPr>
        <p:spPr/>
        <p:txBody>
          <a:bodyPr/>
          <a:lstStyle/>
          <a:p>
            <a:pPr>
              <a:defRPr lang="en-us"/>
            </a:pPr>
            <a:endParaRPr/>
          </a:p>
        </p:txBody>
      </p:sp>
    </p:spTree>
  </p:cSld>
  <p:clrMapOvr>
    <a:masterClrMapping/>
  </p:clrMapOvr>
  <p:hf hdr="0" ftr="0" dt="0"/>
</p:sldLayout>
</file>

<file path=ppt/slideLayouts/slideLayout43.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2" name="PlaceHolder 1"/>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gfw5ZxMAAAAlAAAAZAAAAA0AAAAAAAAAAAAAAAAAAAAAA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EQAZw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wAMAAK8BAAA/RwAAuggAABAAAAAmAAAACAAAAD0QAAD/HwAA"/>
              </a:ext>
            </a:extLst>
          </p:cNvSpPr>
          <p:nvPr>
            <p:ph type="title"/>
          </p:nvPr>
        </p:nvSpPr>
        <p:spPr>
          <a:xfrm>
            <a:off x="609600" y="273685"/>
            <a:ext cx="10972165" cy="1144905"/>
          </a:xfrm>
          <a:noFill/>
          <a:ln>
            <a:noFill/>
          </a:ln>
        </p:spPr>
        <p:txBody>
          <a:bodyPr vert="horz" wrap="square" lIns="0" tIns="0" rIns="0" bIns="0" numCol="1" spcCol="215900" anchor="ctr">
            <a:prstTxWarp prst="textNoShape">
              <a:avLst/>
            </a:prstTxWarp>
          </a:bodyPr>
          <a:lstStyle/>
          <a:p>
            <a:pPr indent="0" algn="ctr">
              <a:buNone/>
            </a:pPr>
            <a:endParaRPr lang="en-us" cap="none">
              <a:solidFill>
                <a:srgbClr val="000000"/>
              </a:solidFill>
              <a:latin typeface="Arial" pitchFamily="2" charset="0"/>
              <a:ea typeface="Basic Roman" pitchFamily="1" charset="0"/>
              <a:cs typeface="Basic Roman" pitchFamily="1" charset="0"/>
            </a:endParaRPr>
          </a:p>
        </p:txBody>
      </p:sp>
      <p:sp>
        <p:nvSpPr>
          <p:cNvPr id="3" name="PlaceHolder 2"/>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gfw5ZxMAAAAlAAAAZAAAAA0AAAAAAAAAAAAAAAAAAAAAA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wAMAAN8JAACwJAAAihUAABAAAAAmAAAACAAAAD0QAAD/HwAA"/>
              </a:ext>
            </a:extLst>
          </p:cNvSpPr>
          <p:nvPr>
            <p:ph idx="1"/>
          </p:nvPr>
        </p:nvSpPr>
        <p:spPr>
          <a:xfrm>
            <a:off x="609600" y="1604645"/>
            <a:ext cx="5354320" cy="1896745"/>
          </a:xfrm>
          <a:noFill/>
          <a:ln>
            <a:noFill/>
          </a:ln>
        </p:spPr>
        <p:txBody>
          <a:bodyPr vert="horz" wrap="square" lIns="0" tIns="0" rIns="0" bIns="0" numCol="1" spcCol="215900" anchor="t">
            <a:prstTxWarp prst="textNoShape">
              <a:avLst/>
            </a:prstTxWarp>
          </a:bodyPr>
          <a:lstStyle/>
          <a:p>
            <a:pPr indent="0">
              <a:spcBef>
                <a:spcPts val="1415"/>
              </a:spcBef>
              <a:buNone/>
            </a:pPr>
            <a:endParaRPr lang="en-us" cap="none">
              <a:solidFill>
                <a:srgbClr val="000000"/>
              </a:solidFill>
              <a:latin typeface="Arial" pitchFamily="2" charset="0"/>
              <a:ea typeface="Basic Roman" pitchFamily="1" charset="0"/>
              <a:cs typeface="Basic Roman" pitchFamily="1" charset="0"/>
            </a:endParaRPr>
          </a:p>
        </p:txBody>
      </p:sp>
      <p:sp>
        <p:nvSpPr>
          <p:cNvPr id="4" name="PlaceHolder 3"/>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gfw5ZxMAAAAlAAAAZAAAAA0AAAAAAAAAAAAAAAAAAAAAA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ViYAAN8JAABGRwAAViIAABAAAAAmAAAACAAAAD0QAAD/HwAA"/>
              </a:ext>
            </a:extLst>
          </p:cNvSpPr>
          <p:nvPr>
            <p:ph idx="1"/>
          </p:nvPr>
        </p:nvSpPr>
        <p:spPr>
          <a:xfrm>
            <a:off x="6231890" y="1604645"/>
            <a:ext cx="5354320" cy="3977005"/>
          </a:xfrm>
          <a:noFill/>
          <a:ln>
            <a:noFill/>
          </a:ln>
        </p:spPr>
        <p:txBody>
          <a:bodyPr vert="horz" wrap="square" lIns="0" tIns="0" rIns="0" bIns="0" numCol="1" spcCol="215900" anchor="t">
            <a:prstTxWarp prst="textNoShape">
              <a:avLst/>
            </a:prstTxWarp>
          </a:bodyPr>
          <a:lstStyle/>
          <a:p>
            <a:pPr indent="0">
              <a:spcBef>
                <a:spcPts val="1415"/>
              </a:spcBef>
              <a:buNone/>
            </a:pPr>
            <a:endParaRPr lang="en-us" cap="none">
              <a:solidFill>
                <a:srgbClr val="000000"/>
              </a:solidFill>
              <a:latin typeface="Arial" pitchFamily="2" charset="0"/>
              <a:ea typeface="Basic Roman" pitchFamily="1" charset="0"/>
              <a:cs typeface="Basic Roman" pitchFamily="1" charset="0"/>
            </a:endParaRPr>
          </a:p>
        </p:txBody>
      </p:sp>
      <p:sp>
        <p:nvSpPr>
          <p:cNvPr id="5" name="PlaceHolder 4"/>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gfw5ZxMAAAAlAAAAZAAAAA0AAAAAAAAAAAAAAAAAAAAAA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wAMAAKcWAACwJAAAUiIAABAAAAAmAAAACAAAAD0QAAD/HwAA"/>
              </a:ext>
            </a:extLst>
          </p:cNvSpPr>
          <p:nvPr>
            <p:ph idx="1"/>
          </p:nvPr>
        </p:nvSpPr>
        <p:spPr>
          <a:xfrm>
            <a:off x="609600" y="3682365"/>
            <a:ext cx="5354320" cy="1896745"/>
          </a:xfrm>
          <a:noFill/>
          <a:ln>
            <a:noFill/>
          </a:ln>
        </p:spPr>
        <p:txBody>
          <a:bodyPr vert="horz" wrap="square" lIns="0" tIns="0" rIns="0" bIns="0" numCol="1" spcCol="215900" anchor="t">
            <a:prstTxWarp prst="textNoShape">
              <a:avLst/>
            </a:prstTxWarp>
          </a:bodyPr>
          <a:lstStyle/>
          <a:p>
            <a:pPr indent="0">
              <a:spcBef>
                <a:spcPts val="1415"/>
              </a:spcBef>
              <a:buNone/>
            </a:pPr>
            <a:endParaRPr lang="en-us" cap="none">
              <a:solidFill>
                <a:srgbClr val="000000"/>
              </a:solidFill>
              <a:latin typeface="Arial" pitchFamily="2" charset="0"/>
              <a:ea typeface="Basic Roman" pitchFamily="1" charset="0"/>
              <a:cs typeface="Basic Roman" pitchFamily="1" charset="0"/>
            </a:endParaRPr>
          </a:p>
        </p:txBody>
      </p:sp>
      <p:sp>
        <p:nvSpPr>
          <p:cNvPr id="6" name="PlaceHolder 5"/>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gfw5ZxMAAAAlAAAAZAAAAA0AAAAAkAAAAEgAAACQAAAAS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2BgAABonAAAnMgAAWCkAABAAAAAmAAAACAAAAAAAAAAAAAAA"/>
              </a:ext>
            </a:extLst>
          </p:cNvSpPr>
          <p:nvPr>
            <p:ph type="ftr" idx="11"/>
          </p:nvPr>
        </p:nvSpPr>
        <p:spPr/>
        <p:txBody>
          <a:bodyPr/>
          <a:lstStyle/>
          <a:p>
            <a:pPr>
              <a:defRPr lang="en-us"/>
            </a:pPr>
            <a:r>
              <a:t>Footer</a:t>
            </a:r>
          </a:p>
        </p:txBody>
      </p:sp>
      <p:sp>
        <p:nvSpPr>
          <p:cNvPr id="7" name="PlaceHolder 6"/>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gfw5ZxMAAAAlAAAAZAAAAA0AAAAAkAAAAEgAAACQAAAAS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DQAABonAADXRQAAWCkAABAAAAAmAAAACAAAAAAAAAAAAAAA"/>
              </a:ext>
            </a:extLst>
          </p:cNvSpPr>
          <p:nvPr>
            <p:ph type="sldNum" idx="12"/>
          </p:nvPr>
        </p:nvSpPr>
        <p:spPr/>
        <p:txBody>
          <a:bodyPr/>
          <a:lstStyle/>
          <a:p>
            <a:pPr>
              <a:defRPr lang="en-us"/>
            </a:pPr>
            <a:fld id="{30279860-2EDD-726E-939F-D83BD6D1658D}" type="slidenum">
              <a:t>‹#›</a:t>
            </a:fld>
            <a:endParaRPr/>
          </a:p>
        </p:txBody>
      </p:sp>
      <p:sp>
        <p:nvSpPr>
          <p:cNvPr id="8" name="PlaceHolder 7"/>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gfw5ZxMAAAAlAAAAZAAAAA0AAAAAkAAAAEgAAACQAAAAS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KAUAABonAAAHFgAAWCkAABAAAAAmAAAACAAAAAAAAAAAAAAA"/>
              </a:ext>
            </a:extLst>
          </p:cNvSpPr>
          <p:nvPr>
            <p:ph type="dt" idx="10"/>
          </p:nvPr>
        </p:nvSpPr>
        <p:spPr/>
        <p:txBody>
          <a:bodyPr/>
          <a:lstStyle/>
          <a:p>
            <a:pPr>
              <a:defRPr lang="en-us"/>
            </a:pPr>
            <a:endParaRPr/>
          </a:p>
        </p:txBody>
      </p:sp>
    </p:spTree>
  </p:cSld>
  <p:clrMapOvr>
    <a:masterClrMapping/>
  </p:clrMapOvr>
  <p:hf hdr="0" ftr="0" dt="0"/>
</p:sldLayout>
</file>

<file path=ppt/slideLayouts/slideLayout44.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2" name="PlaceHolder 1"/>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gfw5ZxMAAAAlAAAAZAAAAA0AAAAAAAAAAAAAAAAAAAAAA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EQAZw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wAMAAK8BAAA/RwAAuggAABAAAAAmAAAACAAAAD0QAAD/HwAA"/>
              </a:ext>
            </a:extLst>
          </p:cNvSpPr>
          <p:nvPr>
            <p:ph type="title"/>
          </p:nvPr>
        </p:nvSpPr>
        <p:spPr>
          <a:xfrm>
            <a:off x="609600" y="273685"/>
            <a:ext cx="10972165" cy="1144905"/>
          </a:xfrm>
          <a:noFill/>
          <a:ln>
            <a:noFill/>
          </a:ln>
        </p:spPr>
        <p:txBody>
          <a:bodyPr vert="horz" wrap="square" lIns="0" tIns="0" rIns="0" bIns="0" numCol="1" spcCol="215900" anchor="ctr">
            <a:prstTxWarp prst="textNoShape">
              <a:avLst/>
            </a:prstTxWarp>
          </a:bodyPr>
          <a:lstStyle/>
          <a:p>
            <a:pPr indent="0" algn="ctr">
              <a:buNone/>
            </a:pPr>
            <a:endParaRPr lang="en-us" cap="none">
              <a:solidFill>
                <a:srgbClr val="000000"/>
              </a:solidFill>
              <a:latin typeface="Arial" pitchFamily="2" charset="0"/>
              <a:ea typeface="Basic Roman" pitchFamily="1" charset="0"/>
              <a:cs typeface="Basic Roman" pitchFamily="1" charset="0"/>
            </a:endParaRPr>
          </a:p>
        </p:txBody>
      </p:sp>
      <p:sp>
        <p:nvSpPr>
          <p:cNvPr id="3" name="PlaceHolder 2"/>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gfw5ZxMAAAAlAAAAZAAAAA0AAAAAAAAAAAAAAAAAAAAAA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wAMAAN8JAACwJAAAViIAABAAAAAmAAAACAAAAD0QAAD/HwAA"/>
              </a:ext>
            </a:extLst>
          </p:cNvSpPr>
          <p:nvPr>
            <p:ph idx="1"/>
          </p:nvPr>
        </p:nvSpPr>
        <p:spPr>
          <a:xfrm>
            <a:off x="609600" y="1604645"/>
            <a:ext cx="5354320" cy="3977005"/>
          </a:xfrm>
          <a:noFill/>
          <a:ln>
            <a:noFill/>
          </a:ln>
        </p:spPr>
        <p:txBody>
          <a:bodyPr vert="horz" wrap="square" lIns="0" tIns="0" rIns="0" bIns="0" numCol="1" spcCol="215900" anchor="t">
            <a:prstTxWarp prst="textNoShape">
              <a:avLst/>
            </a:prstTxWarp>
          </a:bodyPr>
          <a:lstStyle/>
          <a:p>
            <a:pPr indent="0">
              <a:spcBef>
                <a:spcPts val="1415"/>
              </a:spcBef>
              <a:buNone/>
            </a:pPr>
            <a:endParaRPr lang="en-us" cap="none">
              <a:solidFill>
                <a:srgbClr val="000000"/>
              </a:solidFill>
              <a:latin typeface="Arial" pitchFamily="2" charset="0"/>
              <a:ea typeface="Basic Roman" pitchFamily="1" charset="0"/>
              <a:cs typeface="Basic Roman" pitchFamily="1" charset="0"/>
            </a:endParaRPr>
          </a:p>
        </p:txBody>
      </p:sp>
      <p:sp>
        <p:nvSpPr>
          <p:cNvPr id="4" name="PlaceHolder 3"/>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gfw5ZxMAAAAlAAAAZAAAAA0AAAAAAAAAAAAAAAAAAAAAA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ViYAAN8JAABGRwAAihUAABAAAAAmAAAACAAAAD0QAAD/HwAA"/>
              </a:ext>
            </a:extLst>
          </p:cNvSpPr>
          <p:nvPr>
            <p:ph idx="1"/>
          </p:nvPr>
        </p:nvSpPr>
        <p:spPr>
          <a:xfrm>
            <a:off x="6231890" y="1604645"/>
            <a:ext cx="5354320" cy="1896745"/>
          </a:xfrm>
          <a:noFill/>
          <a:ln>
            <a:noFill/>
          </a:ln>
        </p:spPr>
        <p:txBody>
          <a:bodyPr vert="horz" wrap="square" lIns="0" tIns="0" rIns="0" bIns="0" numCol="1" spcCol="215900" anchor="t">
            <a:prstTxWarp prst="textNoShape">
              <a:avLst/>
            </a:prstTxWarp>
          </a:bodyPr>
          <a:lstStyle/>
          <a:p>
            <a:pPr indent="0">
              <a:spcBef>
                <a:spcPts val="1415"/>
              </a:spcBef>
              <a:buNone/>
            </a:pPr>
            <a:endParaRPr lang="en-us" cap="none">
              <a:solidFill>
                <a:srgbClr val="000000"/>
              </a:solidFill>
              <a:latin typeface="Arial" pitchFamily="2" charset="0"/>
              <a:ea typeface="Basic Roman" pitchFamily="1" charset="0"/>
              <a:cs typeface="Basic Roman" pitchFamily="1" charset="0"/>
            </a:endParaRPr>
          </a:p>
        </p:txBody>
      </p:sp>
      <p:sp>
        <p:nvSpPr>
          <p:cNvPr id="5" name="PlaceHolder 4"/>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gfw5ZxMAAAAlAAAAZAAAAA0AAAAAAAAAAAAAAAAAAAAAA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ViYAAKcWAABGRwAAUiIAABAAAAAmAAAACAAAAD0QAAD/HwAA"/>
              </a:ext>
            </a:extLst>
          </p:cNvSpPr>
          <p:nvPr>
            <p:ph idx="1"/>
          </p:nvPr>
        </p:nvSpPr>
        <p:spPr>
          <a:xfrm>
            <a:off x="6231890" y="3682365"/>
            <a:ext cx="5354320" cy="1896745"/>
          </a:xfrm>
          <a:noFill/>
          <a:ln>
            <a:noFill/>
          </a:ln>
        </p:spPr>
        <p:txBody>
          <a:bodyPr vert="horz" wrap="square" lIns="0" tIns="0" rIns="0" bIns="0" numCol="1" spcCol="215900" anchor="t">
            <a:prstTxWarp prst="textNoShape">
              <a:avLst/>
            </a:prstTxWarp>
          </a:bodyPr>
          <a:lstStyle/>
          <a:p>
            <a:pPr indent="0">
              <a:spcBef>
                <a:spcPts val="1415"/>
              </a:spcBef>
              <a:buNone/>
            </a:pPr>
            <a:endParaRPr lang="en-us" cap="none">
              <a:solidFill>
                <a:srgbClr val="000000"/>
              </a:solidFill>
              <a:latin typeface="Arial" pitchFamily="2" charset="0"/>
              <a:ea typeface="Basic Roman" pitchFamily="1" charset="0"/>
              <a:cs typeface="Basic Roman" pitchFamily="1" charset="0"/>
            </a:endParaRPr>
          </a:p>
        </p:txBody>
      </p:sp>
      <p:sp>
        <p:nvSpPr>
          <p:cNvPr id="6" name="PlaceHolder 5"/>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gfw5ZxMAAAAlAAAAZAAAAA0AAAAAkAAAAEgAAACQAAAAS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2BgAABonAAAnMgAAWCkAABAAAAAmAAAACAAAAAAAAAAAAAAA"/>
              </a:ext>
            </a:extLst>
          </p:cNvSpPr>
          <p:nvPr>
            <p:ph type="ftr" idx="11"/>
          </p:nvPr>
        </p:nvSpPr>
        <p:spPr/>
        <p:txBody>
          <a:bodyPr/>
          <a:lstStyle/>
          <a:p>
            <a:pPr>
              <a:defRPr lang="en-us"/>
            </a:pPr>
            <a:r>
              <a:t>Footer</a:t>
            </a:r>
          </a:p>
        </p:txBody>
      </p:sp>
      <p:sp>
        <p:nvSpPr>
          <p:cNvPr id="7" name="PlaceHolder 6"/>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gfw5ZxMAAAAlAAAAZAAAAA0AAAAAkAAAAEgAAACQAAAAS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DQAABonAADXRQAAWCkAABAAAAAmAAAACAAAAAAAAAAAAAAA"/>
              </a:ext>
            </a:extLst>
          </p:cNvSpPr>
          <p:nvPr>
            <p:ph type="sldNum" idx="12"/>
          </p:nvPr>
        </p:nvSpPr>
        <p:spPr/>
        <p:txBody>
          <a:bodyPr/>
          <a:lstStyle/>
          <a:p>
            <a:pPr>
              <a:defRPr lang="en-us"/>
            </a:pPr>
            <a:fld id="{275BBFBE-F0CA-0E49-84E3-061CF1AD7253}" type="slidenum">
              <a:t>‹#›</a:t>
            </a:fld>
            <a:endParaRPr/>
          </a:p>
        </p:txBody>
      </p:sp>
      <p:sp>
        <p:nvSpPr>
          <p:cNvPr id="8" name="PlaceHolder 7"/>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gfw5ZxMAAAAlAAAAZAAAAA0AAAAAkAAAAEgAAACQAAAAS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KAUAABonAAAHFgAAWCkAABAAAAAmAAAACAAAAAAAAAAAAAAA"/>
              </a:ext>
            </a:extLst>
          </p:cNvSpPr>
          <p:nvPr>
            <p:ph type="dt" idx="10"/>
          </p:nvPr>
        </p:nvSpPr>
        <p:spPr/>
        <p:txBody>
          <a:bodyPr/>
          <a:lstStyle/>
          <a:p>
            <a:pPr>
              <a:defRPr lang="en-us"/>
            </a:pPr>
            <a:endParaRPr/>
          </a:p>
        </p:txBody>
      </p:sp>
    </p:spTree>
  </p:cSld>
  <p:clrMapOvr>
    <a:masterClrMapping/>
  </p:clrMapOvr>
  <p:hf hdr="0" ftr="0" dt="0"/>
</p:sldLayout>
</file>

<file path=ppt/slideLayouts/slideLayout45.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2" name="PlaceHolder 1"/>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gfw5ZxMAAAAlAAAAZAAAAA0AAAAAAAAAAAAAAAAAAAAAA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EQAZw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wAMAAK8BAAA/RwAAuggAABAAAAAmAAAACAAAAD0QAAD/HwAA"/>
              </a:ext>
            </a:extLst>
          </p:cNvSpPr>
          <p:nvPr>
            <p:ph type="title"/>
          </p:nvPr>
        </p:nvSpPr>
        <p:spPr>
          <a:xfrm>
            <a:off x="609600" y="273685"/>
            <a:ext cx="10972165" cy="1144905"/>
          </a:xfrm>
          <a:noFill/>
          <a:ln>
            <a:noFill/>
          </a:ln>
        </p:spPr>
        <p:txBody>
          <a:bodyPr vert="horz" wrap="square" lIns="0" tIns="0" rIns="0" bIns="0" numCol="1" spcCol="215900" anchor="ctr">
            <a:prstTxWarp prst="textNoShape">
              <a:avLst/>
            </a:prstTxWarp>
          </a:bodyPr>
          <a:lstStyle/>
          <a:p>
            <a:pPr indent="0" algn="ctr">
              <a:buNone/>
            </a:pPr>
            <a:endParaRPr lang="en-us" cap="none">
              <a:solidFill>
                <a:srgbClr val="000000"/>
              </a:solidFill>
              <a:latin typeface="Arial" pitchFamily="2" charset="0"/>
              <a:ea typeface="Basic Roman" pitchFamily="1" charset="0"/>
              <a:cs typeface="Basic Roman" pitchFamily="1" charset="0"/>
            </a:endParaRPr>
          </a:p>
        </p:txBody>
      </p:sp>
      <p:sp>
        <p:nvSpPr>
          <p:cNvPr id="3" name="PlaceHolder 2"/>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gfw5ZxMAAAAlAAAAZAAAAA0AAAAAAAAAAAAAAAAAAAAAA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wAMAAN8JAACwJAAAihUAABAAAAAmAAAACAAAAD0QAAD/HwAA"/>
              </a:ext>
            </a:extLst>
          </p:cNvSpPr>
          <p:nvPr>
            <p:ph idx="1"/>
          </p:nvPr>
        </p:nvSpPr>
        <p:spPr>
          <a:xfrm>
            <a:off x="609600" y="1604645"/>
            <a:ext cx="5354320" cy="1896745"/>
          </a:xfrm>
          <a:noFill/>
          <a:ln>
            <a:noFill/>
          </a:ln>
        </p:spPr>
        <p:txBody>
          <a:bodyPr vert="horz" wrap="square" lIns="0" tIns="0" rIns="0" bIns="0" numCol="1" spcCol="215900" anchor="t">
            <a:prstTxWarp prst="textNoShape">
              <a:avLst/>
            </a:prstTxWarp>
          </a:bodyPr>
          <a:lstStyle/>
          <a:p>
            <a:pPr indent="0">
              <a:spcBef>
                <a:spcPts val="1415"/>
              </a:spcBef>
              <a:buNone/>
            </a:pPr>
            <a:endParaRPr lang="en-us" cap="none">
              <a:solidFill>
                <a:srgbClr val="000000"/>
              </a:solidFill>
              <a:latin typeface="Arial" pitchFamily="2" charset="0"/>
              <a:ea typeface="Basic Roman" pitchFamily="1" charset="0"/>
              <a:cs typeface="Basic Roman" pitchFamily="1" charset="0"/>
            </a:endParaRPr>
          </a:p>
        </p:txBody>
      </p:sp>
      <p:sp>
        <p:nvSpPr>
          <p:cNvPr id="4" name="PlaceHolder 3"/>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gfw5ZxMAAAAlAAAAZAAAAA0AAAAAAAAAAAAAAAAAAAAAA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ViYAAN8JAABGRwAAihUAABAAAAAmAAAACAAAAD0QAAD/HwAA"/>
              </a:ext>
            </a:extLst>
          </p:cNvSpPr>
          <p:nvPr>
            <p:ph idx="1"/>
          </p:nvPr>
        </p:nvSpPr>
        <p:spPr>
          <a:xfrm>
            <a:off x="6231890" y="1604645"/>
            <a:ext cx="5354320" cy="1896745"/>
          </a:xfrm>
          <a:noFill/>
          <a:ln>
            <a:noFill/>
          </a:ln>
        </p:spPr>
        <p:txBody>
          <a:bodyPr vert="horz" wrap="square" lIns="0" tIns="0" rIns="0" bIns="0" numCol="1" spcCol="215900" anchor="t">
            <a:prstTxWarp prst="textNoShape">
              <a:avLst/>
            </a:prstTxWarp>
          </a:bodyPr>
          <a:lstStyle/>
          <a:p>
            <a:pPr indent="0">
              <a:spcBef>
                <a:spcPts val="1415"/>
              </a:spcBef>
              <a:buNone/>
            </a:pPr>
            <a:endParaRPr lang="en-us" cap="none">
              <a:solidFill>
                <a:srgbClr val="000000"/>
              </a:solidFill>
              <a:latin typeface="Arial" pitchFamily="2" charset="0"/>
              <a:ea typeface="Basic Roman" pitchFamily="1" charset="0"/>
              <a:cs typeface="Basic Roman" pitchFamily="1" charset="0"/>
            </a:endParaRPr>
          </a:p>
        </p:txBody>
      </p:sp>
      <p:sp>
        <p:nvSpPr>
          <p:cNvPr id="5" name="PlaceHolder 4"/>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gfw5ZxMAAAAlAAAAZAAAAA0AAAAAAAAAAAAAAAAAAAAAA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wAMAAKcWAAA/RwAAUiIAABAAAAAmAAAACAAAAD0QAAD/HwAA"/>
              </a:ext>
            </a:extLst>
          </p:cNvSpPr>
          <p:nvPr>
            <p:ph idx="1"/>
          </p:nvPr>
        </p:nvSpPr>
        <p:spPr>
          <a:xfrm>
            <a:off x="609600" y="3682365"/>
            <a:ext cx="10972165" cy="1896745"/>
          </a:xfrm>
          <a:noFill/>
          <a:ln>
            <a:noFill/>
          </a:ln>
        </p:spPr>
        <p:txBody>
          <a:bodyPr vert="horz" wrap="square" lIns="0" tIns="0" rIns="0" bIns="0" numCol="1" spcCol="215900" anchor="t">
            <a:prstTxWarp prst="textNoShape">
              <a:avLst/>
            </a:prstTxWarp>
          </a:bodyPr>
          <a:lstStyle/>
          <a:p>
            <a:pPr indent="0">
              <a:spcBef>
                <a:spcPts val="1415"/>
              </a:spcBef>
              <a:buNone/>
            </a:pPr>
            <a:endParaRPr lang="en-us" cap="none">
              <a:solidFill>
                <a:srgbClr val="000000"/>
              </a:solidFill>
              <a:latin typeface="Arial" pitchFamily="2" charset="0"/>
              <a:ea typeface="Basic Roman" pitchFamily="1" charset="0"/>
              <a:cs typeface="Basic Roman" pitchFamily="1" charset="0"/>
            </a:endParaRPr>
          </a:p>
        </p:txBody>
      </p:sp>
      <p:sp>
        <p:nvSpPr>
          <p:cNvPr id="6" name="PlaceHolder 5"/>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gfw5ZxMAAAAlAAAAZAAAAA0AAAAAkAAAAEgAAACQAAAAS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2BgAABonAAAnMgAAWCkAABAAAAAmAAAACAAAAAAAAAAAAAAA"/>
              </a:ext>
            </a:extLst>
          </p:cNvSpPr>
          <p:nvPr>
            <p:ph type="ftr" idx="11"/>
          </p:nvPr>
        </p:nvSpPr>
        <p:spPr/>
        <p:txBody>
          <a:bodyPr/>
          <a:lstStyle/>
          <a:p>
            <a:pPr>
              <a:defRPr lang="en-us"/>
            </a:pPr>
            <a:r>
              <a:t>Footer</a:t>
            </a:r>
          </a:p>
        </p:txBody>
      </p:sp>
      <p:sp>
        <p:nvSpPr>
          <p:cNvPr id="7" name="PlaceHolder 6"/>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gfw5ZxMAAAAlAAAAZAAAAA0AAAAAkAAAAEgAAACQAAAAS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DQAABonAADXRQAAWCkAABAAAAAmAAAACAAAAAAAAAAAAAAA"/>
              </a:ext>
            </a:extLst>
          </p:cNvSpPr>
          <p:nvPr>
            <p:ph type="sldNum" idx="12"/>
          </p:nvPr>
        </p:nvSpPr>
        <p:spPr/>
        <p:txBody>
          <a:bodyPr/>
          <a:lstStyle/>
          <a:p>
            <a:pPr>
              <a:defRPr lang="en-us"/>
            </a:pPr>
            <a:fld id="{0637A317-59EB-6255-A58F-AF00EDC153FA}" type="slidenum">
              <a:t>‹#›</a:t>
            </a:fld>
            <a:endParaRPr/>
          </a:p>
        </p:txBody>
      </p:sp>
      <p:sp>
        <p:nvSpPr>
          <p:cNvPr id="8" name="PlaceHolder 7"/>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gfw5ZxMAAAAlAAAAZAAAAA0AAAAAkAAAAEgAAACQAAAAS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KAUAABonAAAHFgAAWCkAABAAAAAmAAAACAAAAAAAAAAAAAAA"/>
              </a:ext>
            </a:extLst>
          </p:cNvSpPr>
          <p:nvPr>
            <p:ph type="dt" idx="10"/>
          </p:nvPr>
        </p:nvSpPr>
        <p:spPr/>
        <p:txBody>
          <a:bodyPr/>
          <a:lstStyle/>
          <a:p>
            <a:pPr>
              <a:defRPr lang="en-us"/>
            </a:pPr>
            <a:endParaRPr/>
          </a:p>
        </p:txBody>
      </p:sp>
    </p:spTree>
  </p:cSld>
  <p:clrMapOvr>
    <a:masterClrMapping/>
  </p:clrMapOvr>
  <p:hf hdr="0" ftr="0" dt="0"/>
</p:sldLayout>
</file>

<file path=ppt/slideLayouts/slideLayout46.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2" name="PlaceHolder 1"/>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gfw5ZxMAAAAlAAAAZAAAAA0AAAAAAAAAAAAAAAAAAAAAA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EQAZw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wAMAAK8BAAA/RwAAuggAABAAAAAmAAAACAAAAD0QAAD/HwAA"/>
              </a:ext>
            </a:extLst>
          </p:cNvSpPr>
          <p:nvPr>
            <p:ph type="title"/>
          </p:nvPr>
        </p:nvSpPr>
        <p:spPr>
          <a:xfrm>
            <a:off x="609600" y="273685"/>
            <a:ext cx="10972165" cy="1144905"/>
          </a:xfrm>
          <a:noFill/>
          <a:ln>
            <a:noFill/>
          </a:ln>
        </p:spPr>
        <p:txBody>
          <a:bodyPr vert="horz" wrap="square" lIns="0" tIns="0" rIns="0" bIns="0" numCol="1" spcCol="215900" anchor="ctr">
            <a:prstTxWarp prst="textNoShape">
              <a:avLst/>
            </a:prstTxWarp>
          </a:bodyPr>
          <a:lstStyle/>
          <a:p>
            <a:pPr indent="0" algn="ctr">
              <a:buNone/>
            </a:pPr>
            <a:endParaRPr lang="en-us" cap="none">
              <a:solidFill>
                <a:srgbClr val="000000"/>
              </a:solidFill>
              <a:latin typeface="Arial" pitchFamily="2" charset="0"/>
              <a:ea typeface="Basic Roman" pitchFamily="1" charset="0"/>
              <a:cs typeface="Basic Roman" pitchFamily="1" charset="0"/>
            </a:endParaRPr>
          </a:p>
        </p:txBody>
      </p:sp>
      <p:sp>
        <p:nvSpPr>
          <p:cNvPr id="3" name="PlaceHolder 2"/>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gfw5ZxMAAAAlAAAAZAAAAA0AAAAAAAAAAAAAAAAAAAAAA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wAMAAN8JAAA/RwAAihUAABAAAAAmAAAACAAAAD0QAAD/HwAA"/>
              </a:ext>
            </a:extLst>
          </p:cNvSpPr>
          <p:nvPr>
            <p:ph idx="1"/>
          </p:nvPr>
        </p:nvSpPr>
        <p:spPr>
          <a:xfrm>
            <a:off x="609600" y="1604645"/>
            <a:ext cx="10972165" cy="1896745"/>
          </a:xfrm>
          <a:noFill/>
          <a:ln>
            <a:noFill/>
          </a:ln>
        </p:spPr>
        <p:txBody>
          <a:bodyPr vert="horz" wrap="square" lIns="0" tIns="0" rIns="0" bIns="0" numCol="1" spcCol="215900" anchor="t">
            <a:prstTxWarp prst="textNoShape">
              <a:avLst/>
            </a:prstTxWarp>
          </a:bodyPr>
          <a:lstStyle/>
          <a:p>
            <a:pPr indent="0">
              <a:spcBef>
                <a:spcPts val="1415"/>
              </a:spcBef>
              <a:buNone/>
            </a:pPr>
            <a:endParaRPr lang="en-us" cap="none">
              <a:solidFill>
                <a:srgbClr val="000000"/>
              </a:solidFill>
              <a:latin typeface="Arial" pitchFamily="2" charset="0"/>
              <a:ea typeface="Basic Roman" pitchFamily="1" charset="0"/>
              <a:cs typeface="Basic Roman" pitchFamily="1" charset="0"/>
            </a:endParaRPr>
          </a:p>
        </p:txBody>
      </p:sp>
      <p:sp>
        <p:nvSpPr>
          <p:cNvPr id="4" name="PlaceHolder 3"/>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gfw5ZxMAAAAlAAAAZAAAAA0AAAAAAAAAAAAAAAAAAAAAA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wAMAAKcWAAA/RwAAUiIAABAAAAAmAAAACAAAAD0QAAD/HwAA"/>
              </a:ext>
            </a:extLst>
          </p:cNvSpPr>
          <p:nvPr>
            <p:ph idx="1"/>
          </p:nvPr>
        </p:nvSpPr>
        <p:spPr>
          <a:xfrm>
            <a:off x="609600" y="3682365"/>
            <a:ext cx="10972165" cy="1896745"/>
          </a:xfrm>
          <a:noFill/>
          <a:ln>
            <a:noFill/>
          </a:ln>
        </p:spPr>
        <p:txBody>
          <a:bodyPr vert="horz" wrap="square" lIns="0" tIns="0" rIns="0" bIns="0" numCol="1" spcCol="215900" anchor="t">
            <a:prstTxWarp prst="textNoShape">
              <a:avLst/>
            </a:prstTxWarp>
          </a:bodyPr>
          <a:lstStyle/>
          <a:p>
            <a:pPr indent="0">
              <a:spcBef>
                <a:spcPts val="1415"/>
              </a:spcBef>
              <a:buNone/>
            </a:pPr>
            <a:endParaRPr lang="en-us" cap="none">
              <a:solidFill>
                <a:srgbClr val="000000"/>
              </a:solidFill>
              <a:latin typeface="Arial" pitchFamily="2" charset="0"/>
              <a:ea typeface="Basic Roman" pitchFamily="1" charset="0"/>
              <a:cs typeface="Basic Roman" pitchFamily="1" charset="0"/>
            </a:endParaRPr>
          </a:p>
        </p:txBody>
      </p:sp>
      <p:sp>
        <p:nvSpPr>
          <p:cNvPr id="5" name="PlaceHolder 4"/>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gfw5ZxMAAAAlAAAAZAAAAA0AAAAAkAAAAEgAAACQAAAAS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2BgAABonAAAnMgAAWCkAABAAAAAmAAAACAAAAAAAAAAAAAAA"/>
              </a:ext>
            </a:extLst>
          </p:cNvSpPr>
          <p:nvPr>
            <p:ph type="ftr" idx="11"/>
          </p:nvPr>
        </p:nvSpPr>
        <p:spPr/>
        <p:txBody>
          <a:bodyPr/>
          <a:lstStyle/>
          <a:p>
            <a:pPr>
              <a:defRPr lang="en-us"/>
            </a:pPr>
            <a:r>
              <a:t>Footer</a:t>
            </a:r>
          </a:p>
        </p:txBody>
      </p:sp>
      <p:sp>
        <p:nvSpPr>
          <p:cNvPr id="6" name="PlaceHolder 5"/>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gfw5ZxMAAAAlAAAAZAAAAA0AAAAAkAAAAEgAAACQAAAAS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DQAABonAADXRQAAWCkAABAAAAAmAAAACAAAAAAAAAAAAAAA"/>
              </a:ext>
            </a:extLst>
          </p:cNvSpPr>
          <p:nvPr>
            <p:ph type="sldNum" idx="12"/>
          </p:nvPr>
        </p:nvSpPr>
        <p:spPr/>
        <p:txBody>
          <a:bodyPr/>
          <a:lstStyle/>
          <a:p>
            <a:pPr>
              <a:defRPr lang="en-us"/>
            </a:pPr>
            <a:fld id="{0E8CFB41-0FE3-D90D-AD34-F958B57A5BAC}" type="slidenum">
              <a:t>‹#›</a:t>
            </a:fld>
            <a:endParaRPr/>
          </a:p>
        </p:txBody>
      </p:sp>
      <p:sp>
        <p:nvSpPr>
          <p:cNvPr id="7" name="PlaceHolder 6"/>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gfw5ZxMAAAAlAAAAZAAAAA0AAAAAkAAAAEgAAACQAAAAS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KAUAABonAAAHFgAAWCkAABAAAAAmAAAACAAAAAAAAAAAAAAA"/>
              </a:ext>
            </a:extLst>
          </p:cNvSpPr>
          <p:nvPr>
            <p:ph type="dt" idx="10"/>
          </p:nvPr>
        </p:nvSpPr>
        <p:spPr/>
        <p:txBody>
          <a:bodyPr/>
          <a:lstStyle/>
          <a:p>
            <a:pPr>
              <a:defRPr lang="en-us"/>
            </a:pPr>
            <a:endParaRPr/>
          </a:p>
        </p:txBody>
      </p:sp>
    </p:spTree>
  </p:cSld>
  <p:clrMapOvr>
    <a:masterClrMapping/>
  </p:clrMapOvr>
  <p:hf hdr="0" ftr="0" dt="0"/>
</p:sldLayout>
</file>

<file path=ppt/slideLayouts/slideLayout47.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2" name="PlaceHolder 1"/>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gfw5ZxMAAAAlAAAAZAAAAA0AAAAAAAAAAAAAAAAAAAAAA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EQAZw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wAMAAK8BAAA/RwAAuggAABAAAAAmAAAACAAAAD0QAAD/HwAA"/>
              </a:ext>
            </a:extLst>
          </p:cNvSpPr>
          <p:nvPr>
            <p:ph type="title"/>
          </p:nvPr>
        </p:nvSpPr>
        <p:spPr>
          <a:xfrm>
            <a:off x="609600" y="273685"/>
            <a:ext cx="10972165" cy="1144905"/>
          </a:xfrm>
          <a:noFill/>
          <a:ln>
            <a:noFill/>
          </a:ln>
        </p:spPr>
        <p:txBody>
          <a:bodyPr vert="horz" wrap="square" lIns="0" tIns="0" rIns="0" bIns="0" numCol="1" spcCol="215900" anchor="ctr">
            <a:prstTxWarp prst="textNoShape">
              <a:avLst/>
            </a:prstTxWarp>
          </a:bodyPr>
          <a:lstStyle/>
          <a:p>
            <a:pPr indent="0" algn="ctr">
              <a:buNone/>
            </a:pPr>
            <a:endParaRPr lang="en-us" cap="none">
              <a:solidFill>
                <a:srgbClr val="000000"/>
              </a:solidFill>
              <a:latin typeface="Arial" pitchFamily="2" charset="0"/>
              <a:ea typeface="Basic Roman" pitchFamily="1" charset="0"/>
              <a:cs typeface="Basic Roman" pitchFamily="1" charset="0"/>
            </a:endParaRPr>
          </a:p>
        </p:txBody>
      </p:sp>
      <p:sp>
        <p:nvSpPr>
          <p:cNvPr id="3" name="PlaceHolder 2"/>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gfw5ZxMAAAAlAAAAZAAAAA0AAAAAAAAAAAAAAAAAAAAAA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wAMAAN8JAACwJAAAihUAABAAAAAmAAAACAAAAD0QAAD/HwAA"/>
              </a:ext>
            </a:extLst>
          </p:cNvSpPr>
          <p:nvPr>
            <p:ph idx="1"/>
          </p:nvPr>
        </p:nvSpPr>
        <p:spPr>
          <a:xfrm>
            <a:off x="609600" y="1604645"/>
            <a:ext cx="5354320" cy="1896745"/>
          </a:xfrm>
          <a:noFill/>
          <a:ln>
            <a:noFill/>
          </a:ln>
        </p:spPr>
        <p:txBody>
          <a:bodyPr vert="horz" wrap="square" lIns="0" tIns="0" rIns="0" bIns="0" numCol="1" spcCol="215900" anchor="t">
            <a:prstTxWarp prst="textNoShape">
              <a:avLst/>
            </a:prstTxWarp>
          </a:bodyPr>
          <a:lstStyle/>
          <a:p>
            <a:pPr indent="0">
              <a:spcBef>
                <a:spcPts val="1415"/>
              </a:spcBef>
              <a:buNone/>
            </a:pPr>
            <a:endParaRPr lang="en-us" cap="none">
              <a:solidFill>
                <a:srgbClr val="000000"/>
              </a:solidFill>
              <a:latin typeface="Arial" pitchFamily="2" charset="0"/>
              <a:ea typeface="Basic Roman" pitchFamily="1" charset="0"/>
              <a:cs typeface="Basic Roman" pitchFamily="1" charset="0"/>
            </a:endParaRPr>
          </a:p>
        </p:txBody>
      </p:sp>
      <p:sp>
        <p:nvSpPr>
          <p:cNvPr id="4" name="PlaceHolder 3"/>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gfw5ZxMAAAAlAAAAZAAAAA0AAAAAAAAAAAAAAAAAAAAAA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ViYAAN8JAABGRwAAihUAABAAAAAmAAAACAAAAD0QAAD/HwAA"/>
              </a:ext>
            </a:extLst>
          </p:cNvSpPr>
          <p:nvPr>
            <p:ph idx="1"/>
          </p:nvPr>
        </p:nvSpPr>
        <p:spPr>
          <a:xfrm>
            <a:off x="6231890" y="1604645"/>
            <a:ext cx="5354320" cy="1896745"/>
          </a:xfrm>
          <a:noFill/>
          <a:ln>
            <a:noFill/>
          </a:ln>
        </p:spPr>
        <p:txBody>
          <a:bodyPr vert="horz" wrap="square" lIns="0" tIns="0" rIns="0" bIns="0" numCol="1" spcCol="215900" anchor="t">
            <a:prstTxWarp prst="textNoShape">
              <a:avLst/>
            </a:prstTxWarp>
          </a:bodyPr>
          <a:lstStyle/>
          <a:p>
            <a:pPr indent="0">
              <a:spcBef>
                <a:spcPts val="1415"/>
              </a:spcBef>
              <a:buNone/>
            </a:pPr>
            <a:endParaRPr lang="en-us" cap="none">
              <a:solidFill>
                <a:srgbClr val="000000"/>
              </a:solidFill>
              <a:latin typeface="Arial" pitchFamily="2" charset="0"/>
              <a:ea typeface="Basic Roman" pitchFamily="1" charset="0"/>
              <a:cs typeface="Basic Roman" pitchFamily="1" charset="0"/>
            </a:endParaRPr>
          </a:p>
        </p:txBody>
      </p:sp>
      <p:sp>
        <p:nvSpPr>
          <p:cNvPr id="5" name="PlaceHolder 4"/>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gfw5ZxMAAAAlAAAAZAAAAA0AAAAAAAAAAAAAAAAAAAAAA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wAMAAKcWAACwJAAAUiIAABAAAAAmAAAACAAAAD0QAAD/HwAA"/>
              </a:ext>
            </a:extLst>
          </p:cNvSpPr>
          <p:nvPr>
            <p:ph idx="1"/>
          </p:nvPr>
        </p:nvSpPr>
        <p:spPr>
          <a:xfrm>
            <a:off x="609600" y="3682365"/>
            <a:ext cx="5354320" cy="1896745"/>
          </a:xfrm>
          <a:noFill/>
          <a:ln>
            <a:noFill/>
          </a:ln>
        </p:spPr>
        <p:txBody>
          <a:bodyPr vert="horz" wrap="square" lIns="0" tIns="0" rIns="0" bIns="0" numCol="1" spcCol="215900" anchor="t">
            <a:prstTxWarp prst="textNoShape">
              <a:avLst/>
            </a:prstTxWarp>
          </a:bodyPr>
          <a:lstStyle/>
          <a:p>
            <a:pPr indent="0">
              <a:spcBef>
                <a:spcPts val="1415"/>
              </a:spcBef>
              <a:buNone/>
            </a:pPr>
            <a:endParaRPr lang="en-us" cap="none">
              <a:solidFill>
                <a:srgbClr val="000000"/>
              </a:solidFill>
              <a:latin typeface="Arial" pitchFamily="2" charset="0"/>
              <a:ea typeface="Basic Roman" pitchFamily="1" charset="0"/>
              <a:cs typeface="Basic Roman" pitchFamily="1" charset="0"/>
            </a:endParaRPr>
          </a:p>
        </p:txBody>
      </p:sp>
      <p:sp>
        <p:nvSpPr>
          <p:cNvPr id="6" name="PlaceHolder 5"/>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gfw5ZxMAAAAlAAAAZAAAAA0AAAAAAAAAAAAAAAAAAAAAA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ViYAAKcWAABGRwAAUiIAABAAAAAmAAAACAAAAD0QAAD/HwAA"/>
              </a:ext>
            </a:extLst>
          </p:cNvSpPr>
          <p:nvPr>
            <p:ph idx="1"/>
          </p:nvPr>
        </p:nvSpPr>
        <p:spPr>
          <a:xfrm>
            <a:off x="6231890" y="3682365"/>
            <a:ext cx="5354320" cy="1896745"/>
          </a:xfrm>
          <a:noFill/>
          <a:ln>
            <a:noFill/>
          </a:ln>
        </p:spPr>
        <p:txBody>
          <a:bodyPr vert="horz" wrap="square" lIns="0" tIns="0" rIns="0" bIns="0" numCol="1" spcCol="215900" anchor="t">
            <a:prstTxWarp prst="textNoShape">
              <a:avLst/>
            </a:prstTxWarp>
          </a:bodyPr>
          <a:lstStyle/>
          <a:p>
            <a:pPr indent="0">
              <a:spcBef>
                <a:spcPts val="1415"/>
              </a:spcBef>
              <a:buNone/>
            </a:pPr>
            <a:endParaRPr lang="en-us" cap="none">
              <a:solidFill>
                <a:srgbClr val="000000"/>
              </a:solidFill>
              <a:latin typeface="Arial" pitchFamily="2" charset="0"/>
              <a:ea typeface="Basic Roman" pitchFamily="1" charset="0"/>
              <a:cs typeface="Basic Roman" pitchFamily="1" charset="0"/>
            </a:endParaRPr>
          </a:p>
        </p:txBody>
      </p:sp>
      <p:sp>
        <p:nvSpPr>
          <p:cNvPr id="7" name="PlaceHolder 6"/>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gfw5ZxMAAAAlAAAAZAAAAA0AAAAAkAAAAEgAAACQAAAAS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2BgAABonAAAnMgAAWCkAABAAAAAmAAAACAAAAAAAAAAAAAAA"/>
              </a:ext>
            </a:extLst>
          </p:cNvSpPr>
          <p:nvPr>
            <p:ph type="ftr" idx="11"/>
          </p:nvPr>
        </p:nvSpPr>
        <p:spPr/>
        <p:txBody>
          <a:bodyPr/>
          <a:lstStyle/>
          <a:p>
            <a:pPr>
              <a:defRPr lang="en-us"/>
            </a:pPr>
            <a:r>
              <a:t>Footer</a:t>
            </a:r>
          </a:p>
        </p:txBody>
      </p:sp>
      <p:sp>
        <p:nvSpPr>
          <p:cNvPr id="8" name="PlaceHolder 7"/>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gfw5ZxMAAAAlAAAAZAAAAA0AAAAAkAAAAEgAAACQAAAAS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DQAABonAADXRQAAWCkAABAAAAAmAAAACAAAAAAAAAAAAAAA"/>
              </a:ext>
            </a:extLst>
          </p:cNvSpPr>
          <p:nvPr>
            <p:ph type="sldNum" idx="12"/>
          </p:nvPr>
        </p:nvSpPr>
        <p:spPr/>
        <p:txBody>
          <a:bodyPr/>
          <a:lstStyle/>
          <a:p>
            <a:pPr>
              <a:defRPr lang="en-us"/>
            </a:pPr>
            <a:fld id="{12E74A28-66FF-B2BC-B15F-90E9041147C5}" type="slidenum">
              <a:t>‹#›</a:t>
            </a:fld>
            <a:endParaRPr/>
          </a:p>
        </p:txBody>
      </p:sp>
      <p:sp>
        <p:nvSpPr>
          <p:cNvPr id="9" name="PlaceHolder 8"/>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gfw5ZxMAAAAlAAAAZAAAAA0AAAAAkAAAAEgAAACQAAAAS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KAUAABonAAAHFgAAWCkAABAAAAAmAAAACAAAAAAAAAAAAAAA"/>
              </a:ext>
            </a:extLst>
          </p:cNvSpPr>
          <p:nvPr>
            <p:ph type="dt" idx="10"/>
          </p:nvPr>
        </p:nvSpPr>
        <p:spPr/>
        <p:txBody>
          <a:bodyPr/>
          <a:lstStyle/>
          <a:p>
            <a:pPr>
              <a:defRPr lang="en-us"/>
            </a:pPr>
            <a:endParaRPr/>
          </a:p>
        </p:txBody>
      </p:sp>
    </p:spTree>
  </p:cSld>
  <p:clrMapOvr>
    <a:masterClrMapping/>
  </p:clrMapOvr>
  <p:hf hdr="0" ftr="0" dt="0"/>
</p:sldLayout>
</file>

<file path=ppt/slideLayouts/slideLayout48.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2" name="PlaceHolder 1"/>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gfw5ZxMAAAAlAAAAZAAAAA0AAAAAAAAAAAAAAAAAAAAAA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wAMAAK8BAAA/RwAAuggAABAAAAAmAAAACAAAAD0QAAD/HwAA"/>
              </a:ext>
            </a:extLst>
          </p:cNvSpPr>
          <p:nvPr>
            <p:ph type="title"/>
          </p:nvPr>
        </p:nvSpPr>
        <p:spPr>
          <a:xfrm>
            <a:off x="609600" y="273685"/>
            <a:ext cx="10972165" cy="1144905"/>
          </a:xfrm>
          <a:noFill/>
          <a:ln>
            <a:noFill/>
          </a:ln>
        </p:spPr>
        <p:txBody>
          <a:bodyPr vert="horz" wrap="square" lIns="0" tIns="0" rIns="0" bIns="0" numCol="1" spcCol="215900" anchor="ctr">
            <a:prstTxWarp prst="textNoShape">
              <a:avLst/>
            </a:prstTxWarp>
          </a:bodyPr>
          <a:lstStyle/>
          <a:p>
            <a:pPr indent="0" algn="ctr">
              <a:buNone/>
            </a:pPr>
            <a:endParaRPr lang="en-us" cap="none">
              <a:solidFill>
                <a:srgbClr val="000000"/>
              </a:solidFill>
              <a:latin typeface="Arial" pitchFamily="2" charset="0"/>
              <a:ea typeface="Basic Roman" pitchFamily="1" charset="0"/>
              <a:cs typeface="Basic Roman" pitchFamily="1" charset="0"/>
            </a:endParaRPr>
          </a:p>
        </p:txBody>
      </p:sp>
      <p:sp>
        <p:nvSpPr>
          <p:cNvPr id="3" name="PlaceHolder 2"/>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gfw5ZxMAAAAlAAAAZAAAAA0AAAAAAAAAAAAAAAAAAAAAA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wAMAAN8JAAB8GQAAihUAABAAAAAmAAAACAAAAD0QAAD/HwAA"/>
              </a:ext>
            </a:extLst>
          </p:cNvSpPr>
          <p:nvPr>
            <p:ph idx="6"/>
          </p:nvPr>
        </p:nvSpPr>
        <p:spPr>
          <a:xfrm>
            <a:off x="609600" y="1604645"/>
            <a:ext cx="3533140" cy="1896745"/>
          </a:xfrm>
          <a:noFill/>
          <a:ln>
            <a:noFill/>
          </a:ln>
        </p:spPr>
        <p:txBody>
          <a:bodyPr vert="horz" wrap="square" lIns="0" tIns="0" rIns="0" bIns="0" numCol="1" spcCol="215900" anchor="t">
            <a:prstTxWarp prst="textNoShape">
              <a:avLst/>
            </a:prstTxWarp>
          </a:bodyPr>
          <a:lstStyle/>
          <a:p>
            <a:pPr indent="0">
              <a:spcBef>
                <a:spcPts val="1415"/>
              </a:spcBef>
              <a:buNone/>
            </a:pPr>
            <a:endParaRPr lang="en-us" cap="none">
              <a:solidFill>
                <a:srgbClr val="000000"/>
              </a:solidFill>
              <a:latin typeface="Arial" pitchFamily="2" charset="0"/>
              <a:ea typeface="Basic Roman" pitchFamily="1" charset="0"/>
              <a:cs typeface="Basic Roman" pitchFamily="1" charset="0"/>
            </a:endParaRPr>
          </a:p>
        </p:txBody>
      </p:sp>
      <p:sp>
        <p:nvSpPr>
          <p:cNvPr id="4" name="PlaceHolder 3"/>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gfw5ZxMAAAAlAAAAZAAAAA0AAAAAAAAAAAAAAAAAAAAAA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CBbaWU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kxoAAN8JAABOMAAAihUAABAAAAAmAAAACAAAAD0QAAD/HwAA"/>
              </a:ext>
            </a:extLst>
          </p:cNvSpPr>
          <p:nvPr>
            <p:ph idx="5"/>
          </p:nvPr>
        </p:nvSpPr>
        <p:spPr>
          <a:xfrm>
            <a:off x="4319905" y="1604645"/>
            <a:ext cx="3532505" cy="1896745"/>
          </a:xfrm>
          <a:noFill/>
          <a:ln>
            <a:noFill/>
          </a:ln>
        </p:spPr>
        <p:txBody>
          <a:bodyPr vert="horz" wrap="square" lIns="0" tIns="0" rIns="0" bIns="0" numCol="1" spcCol="215900" anchor="t">
            <a:prstTxWarp prst="textNoShape">
              <a:avLst/>
            </a:prstTxWarp>
          </a:bodyPr>
          <a:lstStyle/>
          <a:p>
            <a:pPr indent="0">
              <a:spcBef>
                <a:spcPts val="1415"/>
              </a:spcBef>
              <a:buNone/>
            </a:pPr>
            <a:endParaRPr lang="en-us" cap="none">
              <a:solidFill>
                <a:srgbClr val="000000"/>
              </a:solidFill>
              <a:latin typeface="Arial" pitchFamily="2" charset="0"/>
              <a:ea typeface="Basic Roman" pitchFamily="1" charset="0"/>
              <a:cs typeface="Basic Roman" pitchFamily="1" charset="0"/>
            </a:endParaRPr>
          </a:p>
        </p:txBody>
      </p:sp>
      <p:sp>
        <p:nvSpPr>
          <p:cNvPr id="5" name="PlaceHolder 4"/>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gfw5ZxMAAAAlAAAAZAAAAA0AAAAAAAAAAAAAAAAAAAAAA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ZTEAAN8JAAAhRwAAihUAABAAAAAmAAAACAAAAD0QAAD/HwAA"/>
              </a:ext>
            </a:extLst>
          </p:cNvSpPr>
          <p:nvPr>
            <p:ph idx="4"/>
          </p:nvPr>
        </p:nvSpPr>
        <p:spPr>
          <a:xfrm>
            <a:off x="8029575" y="1604645"/>
            <a:ext cx="3533140" cy="1896745"/>
          </a:xfrm>
          <a:noFill/>
          <a:ln>
            <a:noFill/>
          </a:ln>
        </p:spPr>
        <p:txBody>
          <a:bodyPr vert="horz" wrap="square" lIns="0" tIns="0" rIns="0" bIns="0" numCol="1" spcCol="215900" anchor="t">
            <a:prstTxWarp prst="textNoShape">
              <a:avLst/>
            </a:prstTxWarp>
          </a:bodyPr>
          <a:lstStyle/>
          <a:p>
            <a:pPr indent="0">
              <a:spcBef>
                <a:spcPts val="1415"/>
              </a:spcBef>
              <a:buNone/>
            </a:pPr>
            <a:endParaRPr lang="en-us" cap="none">
              <a:solidFill>
                <a:srgbClr val="000000"/>
              </a:solidFill>
              <a:latin typeface="Arial" pitchFamily="2" charset="0"/>
              <a:ea typeface="Basic Roman" pitchFamily="1" charset="0"/>
              <a:cs typeface="Basic Roman" pitchFamily="1" charset="0"/>
            </a:endParaRPr>
          </a:p>
        </p:txBody>
      </p:sp>
      <p:sp>
        <p:nvSpPr>
          <p:cNvPr id="6" name="PlaceHolder 5"/>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gfw5ZxMAAAAlAAAAZAAAAA0AAAAAAAAAAAAAAAAAAAAAA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wAMAAKcWAAB8GQAAUiIAABAAAAAmAAAACAAAAD0QAAD/HwAA"/>
              </a:ext>
            </a:extLst>
          </p:cNvSpPr>
          <p:nvPr>
            <p:ph idx="3"/>
          </p:nvPr>
        </p:nvSpPr>
        <p:spPr>
          <a:xfrm>
            <a:off x="609600" y="3682365"/>
            <a:ext cx="3533140" cy="1896745"/>
          </a:xfrm>
          <a:noFill/>
          <a:ln>
            <a:noFill/>
          </a:ln>
        </p:spPr>
        <p:txBody>
          <a:bodyPr vert="horz" wrap="square" lIns="0" tIns="0" rIns="0" bIns="0" numCol="1" spcCol="215900" anchor="t">
            <a:prstTxWarp prst="textNoShape">
              <a:avLst/>
            </a:prstTxWarp>
          </a:bodyPr>
          <a:lstStyle/>
          <a:p>
            <a:pPr indent="0">
              <a:spcBef>
                <a:spcPts val="1415"/>
              </a:spcBef>
              <a:buNone/>
            </a:pPr>
            <a:endParaRPr lang="en-us" cap="none">
              <a:solidFill>
                <a:srgbClr val="000000"/>
              </a:solidFill>
              <a:latin typeface="Arial" pitchFamily="2" charset="0"/>
              <a:ea typeface="Basic Roman" pitchFamily="1" charset="0"/>
              <a:cs typeface="Basic Roman" pitchFamily="1" charset="0"/>
            </a:endParaRPr>
          </a:p>
        </p:txBody>
      </p:sp>
      <p:sp>
        <p:nvSpPr>
          <p:cNvPr id="7" name="PlaceHolder 6"/>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gfw5ZxMAAAAlAAAAZAAAAA0AAAAAAAAAAAAAAAAAAAAAA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kxoAAKcWAABOMAAAUiIAABAAAAAmAAAACAAAAD0QAAD/HwAA"/>
              </a:ext>
            </a:extLst>
          </p:cNvSpPr>
          <p:nvPr>
            <p:ph idx="2"/>
          </p:nvPr>
        </p:nvSpPr>
        <p:spPr>
          <a:xfrm>
            <a:off x="4319905" y="3682365"/>
            <a:ext cx="3532505" cy="1896745"/>
          </a:xfrm>
          <a:noFill/>
          <a:ln>
            <a:noFill/>
          </a:ln>
        </p:spPr>
        <p:txBody>
          <a:bodyPr vert="horz" wrap="square" lIns="0" tIns="0" rIns="0" bIns="0" numCol="1" spcCol="215900" anchor="t">
            <a:prstTxWarp prst="textNoShape">
              <a:avLst/>
            </a:prstTxWarp>
          </a:bodyPr>
          <a:lstStyle/>
          <a:p>
            <a:pPr indent="0">
              <a:spcBef>
                <a:spcPts val="1415"/>
              </a:spcBef>
              <a:buNone/>
            </a:pPr>
            <a:endParaRPr lang="en-us" cap="none">
              <a:solidFill>
                <a:srgbClr val="000000"/>
              </a:solidFill>
              <a:latin typeface="Arial" pitchFamily="2" charset="0"/>
              <a:ea typeface="Basic Roman" pitchFamily="1" charset="0"/>
              <a:cs typeface="Basic Roman" pitchFamily="1" charset="0"/>
            </a:endParaRPr>
          </a:p>
        </p:txBody>
      </p:sp>
      <p:sp>
        <p:nvSpPr>
          <p:cNvPr id="8" name="PlaceHolder 7"/>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gfw5ZxMAAAAlAAAAZAAAAA0AAAAAAAAAAAAAAAAAAAAAA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ZTEAAKcWAAAhRwAAUiIAABAAAAAmAAAACAAAAD0QAAD/HwAA"/>
              </a:ext>
            </a:extLst>
          </p:cNvSpPr>
          <p:nvPr>
            <p:ph idx="1"/>
          </p:nvPr>
        </p:nvSpPr>
        <p:spPr>
          <a:xfrm>
            <a:off x="8029575" y="3682365"/>
            <a:ext cx="3533140" cy="1896745"/>
          </a:xfrm>
          <a:noFill/>
          <a:ln>
            <a:noFill/>
          </a:ln>
        </p:spPr>
        <p:txBody>
          <a:bodyPr vert="horz" wrap="square" lIns="0" tIns="0" rIns="0" bIns="0" numCol="1" spcCol="215900" anchor="t">
            <a:prstTxWarp prst="textNoShape">
              <a:avLst/>
            </a:prstTxWarp>
          </a:bodyPr>
          <a:lstStyle/>
          <a:p>
            <a:pPr indent="0">
              <a:spcBef>
                <a:spcPts val="1415"/>
              </a:spcBef>
              <a:buNone/>
            </a:pPr>
            <a:endParaRPr lang="en-us" cap="none">
              <a:solidFill>
                <a:srgbClr val="000000"/>
              </a:solidFill>
              <a:latin typeface="Arial" pitchFamily="2" charset="0"/>
              <a:ea typeface="Basic Roman" pitchFamily="1" charset="0"/>
              <a:cs typeface="Basic Roman" pitchFamily="1" charset="0"/>
            </a:endParaRPr>
          </a:p>
        </p:txBody>
      </p:sp>
      <p:sp>
        <p:nvSpPr>
          <p:cNvPr id="9" name="PlaceHolder 8"/>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gfw5ZxMAAAAlAAAAZAAAAA0AAAAAkAAAAEgAAACQAAAAS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2BgAABonAAAnMgAAWCkAABAAAAAmAAAACAAAAAAAAAAAAAAA"/>
              </a:ext>
            </a:extLst>
          </p:cNvSpPr>
          <p:nvPr>
            <p:ph type="ftr" idx="11"/>
          </p:nvPr>
        </p:nvSpPr>
        <p:spPr/>
        <p:txBody>
          <a:bodyPr/>
          <a:lstStyle/>
          <a:p>
            <a:pPr>
              <a:defRPr lang="en-us"/>
            </a:pPr>
            <a:r>
              <a:t>Footer</a:t>
            </a:r>
          </a:p>
        </p:txBody>
      </p:sp>
      <p:sp>
        <p:nvSpPr>
          <p:cNvPr id="10" name="PlaceHolder 9"/>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gfw5ZxMAAAAlAAAAZAAAAA0AAAAAkAAAAEgAAACQAAAAS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DQAABonAADXRQAAWCkAABAAAAAmAAAACAAAAAAAAAAAAAAA"/>
              </a:ext>
            </a:extLst>
          </p:cNvSpPr>
          <p:nvPr>
            <p:ph type="sldNum" idx="12"/>
          </p:nvPr>
        </p:nvSpPr>
        <p:spPr/>
        <p:txBody>
          <a:bodyPr/>
          <a:lstStyle/>
          <a:p>
            <a:pPr>
              <a:defRPr lang="en-us"/>
            </a:pPr>
            <a:fld id="{28E0C080-CEC5-B536-8B58-38638E167D6D}" type="slidenum">
              <a:t>‹#›</a:t>
            </a:fld>
            <a:endParaRPr/>
          </a:p>
        </p:txBody>
      </p:sp>
      <p:sp>
        <p:nvSpPr>
          <p:cNvPr id="11" name="PlaceHolder 10"/>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gfw5ZxMAAAAlAAAAZAAAAA0AAAAAkAAAAEgAAACQAAAAS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EQAZw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KAUAABonAAAHFgAAWCkAABAAAAAmAAAACAAAAAAAAAAAAAAA"/>
              </a:ext>
            </a:extLst>
          </p:cNvSpPr>
          <p:nvPr>
            <p:ph type="dt" idx="10"/>
          </p:nvPr>
        </p:nvSpPr>
        <p:spPr/>
        <p:txBody>
          <a:bodyPr/>
          <a:lstStyle/>
          <a:p>
            <a:pPr>
              <a:defRPr lang="en-us"/>
            </a:pPr>
            <a:endParaRPr/>
          </a:p>
        </p:txBody>
      </p:sp>
    </p:spTree>
  </p:cSld>
  <p:clrMapOvr>
    <a:masterClrMapping/>
  </p:clrMapOvr>
  <p:hf hdr="0" ftr="0" dt="0"/>
</p:sldLayout>
</file>

<file path=ppt/slideLayouts/slideLayout49.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gfw5ZxMAAAAlAAAAZAAAAA0AAAAAkAAAAEgAAACQAAAASAAAAAAAAAAC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CDZG1s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YAkAAOgGAACgQQAAmBUAABAAAAAmAAAACAAAAP3w////////"/>
              </a:ext>
            </a:extLst>
          </p:cNvSpPr>
          <p:nvPr>
            <p:ph type="ctrTitle"/>
          </p:nvPr>
        </p:nvSpPr>
        <p:spPr>
          <a:xfrm>
            <a:off x="1524000" y="1122680"/>
            <a:ext cx="9144000" cy="2387600"/>
          </a:xfrm>
          <a:noFill/>
          <a:ln>
            <a:noFill/>
          </a:ln>
          <a:effectLst/>
        </p:spPr>
        <p:txBody>
          <a:bodyPr vert="horz" wrap="square" lIns="91440" tIns="45720" rIns="91440" bIns="45720" numCol="1" spcCol="215900" anchor="b">
            <a:prstTxWarp prst="textNoShape">
              <a:avLst/>
            </a:prstTxWarp>
          </a:bodyPr>
          <a:lstStyle/>
          <a:p>
            <a:pPr marL="0" marR="0" indent="0" algn="ctr" defTabSz="914400">
              <a:lnSpc>
                <a:spcPct val="90000"/>
              </a:lnSpc>
              <a:spcBef>
                <a:spcPts val="0"/>
              </a:spcBef>
              <a:spcAft>
                <a:spcPts val="0"/>
              </a:spcAft>
              <a:buNone/>
              <a:tabLst/>
              <a:defRPr sz="6000" b="0" i="0" u="none" strike="noStrike" kern="1" cap="none" spc="0" baseline="0">
                <a:solidFill>
                  <a:schemeClr val="tx1"/>
                </a:solidFill>
                <a:effectLst/>
                <a:latin typeface="Calibri Light" charset="0"/>
                <a:ea typeface="Calibri Light" charset="0"/>
                <a:cs typeface="Calibri Light" charset="0"/>
              </a:defRPr>
            </a:pPr>
            <a:r>
              <a:t>Click to edit Master title style</a:t>
            </a:r>
          </a:p>
        </p:txBody>
      </p:sp>
      <p:sp>
        <p:nvSpPr>
          <p:cNvPr id="3" name="Subtitle 2"/>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gfw5ZxMAAAAlAAAAZAAAAA0AAAAAkAAAAEgAAACQAAAAS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YAkAACkWAACgQQAAWCAAABAAAAAmAAAACAAAAH3w////////"/>
              </a:ext>
            </a:extLst>
          </p:cNvSpPr>
          <p:nvPr>
            <p:ph type="subTitle" idx="1"/>
          </p:nvPr>
        </p:nvSpPr>
        <p:spPr>
          <a:xfrm>
            <a:off x="1524000" y="3602355"/>
            <a:ext cx="9144000" cy="1655445"/>
          </a:xfrm>
          <a:noFill/>
          <a:ln>
            <a:noFill/>
          </a:ln>
          <a:effectLst/>
        </p:spPr>
        <p:txBody>
          <a:bodyPr vert="horz" wrap="square" lIns="91440" tIns="45720" rIns="91440" bIns="45720" numCol="1" spcCol="215900" anchor="t">
            <a:prstTxWarp prst="textNoShape">
              <a:avLst/>
            </a:prstTxWarp>
          </a:bodyPr>
          <a:lstStyle/>
          <a:p>
            <a:pPr marL="0" marR="0" indent="0" algn="ctr" defTabSz="914400">
              <a:lnSpc>
                <a:spcPct val="90000"/>
              </a:lnSpc>
              <a:spcBef>
                <a:spcPts val="1000"/>
              </a:spcBef>
              <a:spcAft>
                <a:spcPts val="0"/>
              </a:spcAft>
              <a:buNone/>
              <a:tabLst/>
              <a:defRPr sz="2400" b="0" i="0" u="none" strike="noStrike" kern="1" cap="none" spc="0" baseline="0">
                <a:solidFill>
                  <a:schemeClr val="tx1"/>
                </a:solidFill>
                <a:effectLst/>
                <a:latin typeface="Calibri" pitchFamily="2" charset="0"/>
                <a:ea typeface="Calibri" pitchFamily="2" charset="0"/>
                <a:cs typeface="Calibri" pitchFamily="2" charset="0"/>
              </a:defRPr>
            </a:pPr>
            <a:r>
              <a:t>Click to edit Master subtitle style</a:t>
            </a:r>
          </a:p>
        </p:txBody>
      </p:sp>
      <p:sp>
        <p:nvSpPr>
          <p:cNvPr id="4" name="Date Placeholder 3"/>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gfw5ZxMAAAAlAAAAZAAAAA0AAAAAkAAAAEgAAACQAAAAS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FRhcmc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KAUAABonAAAIFgAAWSkAABAAAAAmAAAACAAAAHxw////////"/>
              </a:ext>
            </a:extLst>
          </p:cNvSpPr>
          <p:nvPr>
            <p:ph type="dt" sz="half" idx="10"/>
          </p:nvPr>
        </p:nvSpPr>
        <p:spPr>
          <a:noFill/>
          <a:ln>
            <a:noFill/>
          </a:ln>
          <a:effectLst/>
        </p:spPr>
        <p:txBody>
          <a:bodyPr vert="horz" wrap="square" lIns="91440" tIns="45720" rIns="91440" bIns="45720" numCol="1" spcCol="215900" anchor="ctr">
            <a:prstTxWarp prst="textNoShape">
              <a:avLst/>
            </a:prstTxWarp>
          </a:bodyPr>
          <a:lstStyle/>
          <a:p>
            <a:fld id="{133C3423-6DFE-69C2-B084-9B977ACA46CE}" type="datetime1">
              <a:t>2/14/2026</a:t>
            </a:fld>
            <a:endParaRPr/>
          </a:p>
        </p:txBody>
      </p:sp>
      <p:sp>
        <p:nvSpPr>
          <p:cNvPr id="5" name="Footer Placeholder 4"/>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gfw5ZxMAAAAlAAAAZAAAAA0AAAAAkAAAAEgAAACQAAAAS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2BgAABonAAAoMgAAWSkAABAAAAAmAAAACAAAAHxw////////"/>
              </a:ext>
            </a:extLst>
          </p:cNvSpPr>
          <p:nvPr>
            <p:ph type="ftr" sz="quarter" idx="11"/>
          </p:nvPr>
        </p:nvSpPr>
        <p:spPr>
          <a:noFill/>
          <a:ln>
            <a:noFill/>
          </a:ln>
          <a:effectLst/>
        </p:spPr>
        <p:txBody>
          <a:bodyPr vert="horz" wrap="square" lIns="91440" tIns="45720" rIns="91440" bIns="45720" numCol="1" spcCol="215900" anchor="ctr">
            <a:prstTxWarp prst="textNoShape">
              <a:avLst/>
            </a:prstTxWarp>
          </a:bodyPr>
          <a:lstStyle/>
          <a:p>
            <a:endParaRPr/>
          </a:p>
        </p:txBody>
      </p:sp>
      <p:sp>
        <p:nvSpPr>
          <p:cNvPr id="6" name="Slide Number Placeholder 5"/>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gfw5ZxMAAAAlAAAAZAAAAA0AAAAAkAAAAEgAAACQAAAAS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DQAABonAADYRQAAWSkAABAAAAAmAAAACAAAAHxw////////"/>
              </a:ext>
            </a:extLst>
          </p:cNvSpPr>
          <p:nvPr>
            <p:ph type="sldNum" sz="quarter" idx="12"/>
          </p:nvPr>
        </p:nvSpPr>
        <p:spPr>
          <a:noFill/>
          <a:ln>
            <a:noFill/>
          </a:ln>
          <a:effectLst/>
        </p:spPr>
        <p:txBody>
          <a:bodyPr vert="horz" wrap="square" lIns="91440" tIns="45720" rIns="91440" bIns="45720" numCol="1" spcCol="215900" anchor="ctr">
            <a:prstTxWarp prst="textNoShape">
              <a:avLst/>
            </a:prstTxWarp>
          </a:bodyPr>
          <a:lstStyle/>
          <a:p>
            <a:fld id="{44394CEE-A0A9-6CBA-E781-56EF02CF1103}" type="slidenum">
              <a:t>‹#›</a:t>
            </a:fld>
            <a:endParaRPr/>
          </a:p>
        </p:txBody>
      </p:sp>
    </p:spTree>
  </p:cSld>
  <p:clrMapOvr>
    <a:masterClrMapping/>
  </p:clrMapOvr>
  <p:hf hdr="0" ftr="0"/>
</p:sldLayout>
</file>

<file path=ppt/slideLayouts/slideLayout50.xml><?xml version="1.0" encoding="utf-8"?>
<p:sldLayout xmlns:a="http://schemas.openxmlformats.org/drawingml/2006/main" xmlns:r="http://schemas.openxmlformats.org/officeDocument/2006/relationships" xmlns:p="http://schemas.openxmlformats.org/presentationml/2006/main" type="tx">
  <p:cSld name="Title and content">
    <p:spTree>
      <p:nvGrpSpPr>
        <p:cNvPr id="1" name=""/>
        <p:cNvGrpSpPr/>
        <p:nvPr/>
      </p:nvGrpSpPr>
      <p:grpSpPr>
        <a:xfrm>
          <a:off x="0" y="0"/>
          <a:ext cx="0" cy="0"/>
          <a:chOff x="0" y="0"/>
          <a:chExt cx="0" cy="0"/>
        </a:xfrm>
      </p:grpSpPr>
      <p:sp>
        <p:nvSpPr>
          <p:cNvPr id="2" name="SlideTitle1"/>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gfw5ZxMAAAAlAAAAZAAAAA0AAAAAkAAAAEgAAACQAAAASAAAAAAAAAABAAAAAAAAAAEAAABQAAAAAAAAAAAA4D8AAAAAAADgPwAAAAAAAOA/AAAAAAAA4D8AAAAAAADgPwAAAAAAAOA/AAAAAAAA4D8AAAAAAADgPwAAAAAAAOA/AAAAAAAA4D8CAAAAjAAAAAAAAAAAAAAA////AP///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D7o2aw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AAEAAAAAAAAAAAAAAAAAAAAAAAAAAAAAAAAAAAAAAAAAAAAAAAB/f38AAAAAA8zMzADAwP8Af39/AAAAAAAAAAAAAAAAAAAAAAAAAAAAIQAAABgAAAAUAAAAKAUAAD8CAADYRQAAZwoAABAAAAAmAAAACAAAAAAAAAAAAAAA"/>
              </a:ext>
            </a:extLst>
          </p:cNvSpPr>
          <p:nvPr>
            <p:ph type="title"/>
          </p:nvPr>
        </p:nvSpPr>
        <p:spPr/>
        <p:txBody>
          <a:bodyPr/>
          <a:lstStyle/>
          <a:p>
            <a:r>
              <a:t>Click to edit Master title style</a:t>
            </a:r>
          </a:p>
        </p:txBody>
      </p:sp>
      <p:sp>
        <p:nvSpPr>
          <p:cNvPr id="3" name="SlideText1"/>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gfw5ZxMAAAAlAAAAZAAAAA0AAAAAkAAAAEgAAACQAAAASAAAAAAAAAAAAAAAAAAAAAEAAABQAAAAAAAAAAAA4D8AAAAAAADgPwAAAAAAAOA/AAAAAAAA4D8AAAAAAADgPwAAAAAAAOA/AAAAAAAA4D8AAAAAAADgPwAAAAAAAOA/AAAAAAAA4D8CAAAAjAAAAAAAAAAAAAAA////AP///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AAEAAAAAAAAAAAAAAAAAAAAAAAAAAAAAAAAAAAAAAAAAAAAAAAB/f38AAAAAA8zMzADAwP8Af39/AAAAAAAAAAAAAAAAAAAAAAAAAAAAIQAAABgAAAAUAAAAKAUAADsLAADYRQAAACYAABAAAAAmAAAACAAAAAAAAAAAAAAA"/>
              </a:ext>
            </a:extLst>
          </p:cNvSpPr>
          <p:nvPr>
            <p:ph idx="1"/>
          </p:nvPr>
        </p:nvSpPr>
        <p:spPr/>
        <p:txBody>
          <a:bodyPr/>
          <a:lstStyle/>
          <a:p>
            <a:r>
              <a:t>Click to edit Master text styles</a:t>
            </a:r>
          </a:p>
          <a:p>
            <a:pPr lvl="1"/>
            <a:r>
              <a:t>Second level</a:t>
            </a:r>
          </a:p>
          <a:p>
            <a:pPr lvl="2"/>
            <a:r>
              <a:t>Third level</a:t>
            </a:r>
          </a:p>
          <a:p>
            <a:pPr lvl="3"/>
            <a:r>
              <a:t>Fourth level</a:t>
            </a:r>
          </a:p>
          <a:p>
            <a:pPr lvl="4"/>
            <a:r>
              <a:t>Fifth level</a:t>
            </a:r>
          </a:p>
        </p:txBody>
      </p:sp>
      <p:sp>
        <p:nvSpPr>
          <p:cNvPr id="4" name="DateTimeArea1"/>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gfw5ZxMAAAAlAAAAZAAAAA0AAAAAkAAAAEgAAACQAAAASAAAAAAAAAABAAAAAAAAAAEAAABQAAAAAAAAAAAA4D8AAAAAAADgPwAAAAAAAOA/AAAAAAAA4D8AAAAAAADgPwAAAAAAAOA/AAAAAAAA4D8AAAAAAADgPwAAAAAAAOA/AAAAAAAA4D8CAAAAjAAAAAAAAAAAAAAA////AP///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AAEAAAAAAAAAAAAAAAAAAAAAAAAAAAAAAAAAAAAAAAAAAAAAAAB/f38AAAAAA8zMzADAwP8Af39/AAAAAAAAAAAAAAAAAAAAAAAAAAAAIQAAABgAAAAUAAAAKAUAABonAAAIFgAAWSkAABAAAAAmAAAACAAAAAAAAAAAAAAA"/>
              </a:ext>
            </a:extLst>
          </p:cNvSpPr>
          <p:nvPr>
            <p:ph type="dt" sz="quarter" idx="10"/>
          </p:nvPr>
        </p:nvSpPr>
        <p:spPr/>
        <p:txBody>
          <a:bodyPr/>
          <a:lstStyle/>
          <a:p>
            <a:fld id="{49435586-C8A4-16A3-EAFB-3EF61BB51C6B}" type="datetime1">
              <a:t>2/14/2026</a:t>
            </a:fld>
            <a:endParaRPr/>
          </a:p>
        </p:txBody>
      </p:sp>
      <p:sp>
        <p:nvSpPr>
          <p:cNvPr id="5" name="FooterArea1"/>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gfw5ZxMAAAAlAAAAZAAAAA0AAAAAkAAAAEgAAACQAAAASAAAAAAAAAABAAAAAAAAAAEAAABQAAAAAAAAAAAA4D8AAAAAAADgPwAAAAAAAOA/AAAAAAAA4D8AAAAAAADgPwAAAAAAAOA/AAAAAAAA4D8AAAAAAADgPwAAAAAAAOA/AAAAAAAA4D8CAAAAjAAAAAAAAAAAAAAA////AP///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AAEAAAAAAAAAAAAAAAAAAAAAAAAAAAAAAAAAAAAAAAAAAAAAAAB/f38AAAAAA8zMzADAwP8Af39/AAAAAAAAAAAAAAAAAAAAAAAAAAAAIQAAABgAAAAUAAAA2BgAABonAAAoMgAAWSkAABAAAAAmAAAACAAAAAAAAAAAAAAA"/>
              </a:ext>
            </a:extLst>
          </p:cNvSpPr>
          <p:nvPr>
            <p:ph type="ftr" sz="quarter" idx="11"/>
          </p:nvPr>
        </p:nvSpPr>
        <p:spPr/>
        <p:txBody>
          <a:bodyPr/>
          <a:lstStyle/>
          <a:p>
            <a:endParaRPr/>
          </a:p>
        </p:txBody>
      </p:sp>
      <p:sp>
        <p:nvSpPr>
          <p:cNvPr id="6" name="SlideNumberArea1"/>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gfw5ZxMAAAAlAAAAZAAAAA0AAAAAkAAAAEgAAACQAAAASAAAAAAAAAABAAAAAAAAAAEAAABQAAAAAAAAAAAA4D8AAAAAAADgPwAAAAAAAOA/AAAAAAAA4D8AAAAAAADgPwAAAAAAAOA/AAAAAAAA4D8AAAAAAADgPwAAAAAAAOA/AAAAAAAA4D8CAAAAjAAAAAAAAAAAAAAA////AP///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AAEAAAAAAAAAAAAAAAAAAAAAAAAAAAAAAAAAAAAAAAAAAAAAAAB/f38AAAAAA8zMzADAwP8Af39/AAAAAAAAAAAAAAAAAAAAAAAAAAAAIQAAABgAAAAUAAAA+DQAABonAADYRQAAWSkAABAAAAAmAAAACAAAAAAAAAAAAAAA"/>
              </a:ext>
            </a:extLst>
          </p:cNvSpPr>
          <p:nvPr>
            <p:ph type="sldNum" sz="quarter" idx="12"/>
          </p:nvPr>
        </p:nvSpPr>
        <p:spPr/>
        <p:txBody>
          <a:bodyPr/>
          <a:lstStyle/>
          <a:p>
            <a:fld id="{6ED3E702-4C83-8611-CD6B-BA44A9253BEF}" type="slidenum">
              <a:t>‹#›</a:t>
            </a:fld>
            <a:endParaRPr/>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secHead">
  <p:cSld name="Section header">
    <p:spTree>
      <p:nvGrpSpPr>
        <p:cNvPr id="1" name=""/>
        <p:cNvGrpSpPr/>
        <p:nvPr/>
      </p:nvGrpSpPr>
      <p:grpSpPr>
        <a:xfrm>
          <a:off x="0" y="0"/>
          <a:ext cx="0" cy="0"/>
          <a:chOff x="0" y="0"/>
          <a:chExt cx="0" cy="0"/>
        </a:xfrm>
      </p:grpSpPr>
      <p:sp>
        <p:nvSpPr>
          <p:cNvPr id="2" name="SlideTitle1"/>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gfw5ZxMAAAAlAAAAZAAAAA0AAAAAkAAAAEgAAACQAAAASAAAAAAAAAAAAAAAAAAAAAEAAABQAAAAAAAAAAAA4D8AAAAAAADgPwAAAAAAAOA/AAAAAAAA4D8AAAAAAADgPwAAAAAAAOA/AAAAAAAA4D8AAAAAAADgPwAAAAAAAOA/AAAAAAAA4D8CAAAAjAAAAAAAAAAAAAAA////AP///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D7o2aw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AAEAAAAAAAAAAAAAAAAAAAAAAAAAAAAAAAAAAAAAAAAAAAAAAAB/f38AAAAAA8zMzADAwP8Af39/AAAAAAAAAAAAAAAAAAAAAAAAAAAAIQAAABgAAAAUAAAA7QUAABwbAACtRQAAfSMAABAAAAAmAAAACAAAAIEAAAAAAAAA"/>
              </a:ext>
            </a:extLst>
          </p:cNvSpPr>
          <p:nvPr>
            <p:ph type="title"/>
          </p:nvPr>
        </p:nvSpPr>
        <p:spPr>
          <a:xfrm>
            <a:off x="963295" y="4406900"/>
            <a:ext cx="10363200" cy="1362075"/>
          </a:xfrm>
        </p:spPr>
        <p:txBody>
          <a:bodyPr vert="horz" wrap="square" lIns="91440" tIns="45720" rIns="91440" bIns="45720" numCol="1" spcCol="215900" anchor="t">
            <a:prstTxWarp prst="textNoShape">
              <a:avLst/>
            </a:prstTxWarp>
          </a:bodyPr>
          <a:lstStyle/>
          <a:p>
            <a:r>
              <a:t>Click to edit Master title style</a:t>
            </a:r>
          </a:p>
        </p:txBody>
      </p:sp>
      <p:sp>
        <p:nvSpPr>
          <p:cNvPr id="3" name="SlideText1"/>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gfw5ZxMAAAAlAAAAZAAAAA0AAAAAkAAAAEgAAACQAAAASAAAAAAAAAACAAAAAAAAAAEAAABQAAAAAAAAAAAA4D8AAAAAAADgPwAAAAAAAOA/AAAAAAAA4D8AAAAAAADgPwAAAAAAAOA/AAAAAAAA4D8AAAAAAADgPwAAAAAAAOA/AAAAAAAA4D8CAAAAjAAAAAAAAAAAAAAA////AP///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AAEAAAAAAAAAAAAAAAAAAAAAAAAAAAAAAAAAAAAAAAAAAAAAAAB/f38AAAAAA8zMzADAwP8Af39/AAAAAAAAAAAAAAAAAAAAAAAAAAAAIQAAABgAAAAUAAAA7QUAAOERAACtRQAAHBsAABAAAAAmAAAACAAAAIEAAAAAAAAA"/>
              </a:ext>
            </a:extLst>
          </p:cNvSpPr>
          <p:nvPr>
            <p:ph idx="1"/>
          </p:nvPr>
        </p:nvSpPr>
        <p:spPr>
          <a:xfrm>
            <a:off x="963295" y="2906395"/>
            <a:ext cx="10363200" cy="1500505"/>
          </a:xfrm>
        </p:spPr>
        <p:txBody>
          <a:bodyPr vert="horz" wrap="square" lIns="91440" tIns="45720" rIns="91440" bIns="45720" numCol="1" spcCol="215900" anchor="b">
            <a:prstTxWarp prst="textNoShape">
              <a:avLst/>
            </a:prstTxWarp>
          </a:bodyPr>
          <a:lstStyle/>
          <a:p>
            <a:r>
              <a:t>Click to edit Master text styles</a:t>
            </a:r>
          </a:p>
        </p:txBody>
      </p:sp>
      <p:sp>
        <p:nvSpPr>
          <p:cNvPr id="4" name="DateTimeArea1"/>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gfw5ZxMAAAAlAAAAZAAAAA0AAAAAkAAAAEgAAACQAAAASAAAAAAAAAABAAAAAAAAAAEAAABQAAAAAAAAAAAA4D8AAAAAAADgPwAAAAAAAOA/AAAAAAAA4D8AAAAAAADgPwAAAAAAAOA/AAAAAAAA4D8AAAAAAADgPwAAAAAAAOA/AAAAAAAA4D8CAAAAjAAAAAAAAAAAAAAA////AP///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AAEAAAAAAAAAAAAAAAAAAAAAAAAAAAAAAAAAAAAAAAAAAAAAAAB/f38AAAAAA8zMzADAwP8Af39/AAAAAAAAAAAAAAAAAAAAAAAAAAAAIQAAABgAAAAUAAAAKAUAABonAAAIFgAAWSkAABAAAAAmAAAACAAAAAAAAAAAAAAA"/>
              </a:ext>
            </a:extLst>
          </p:cNvSpPr>
          <p:nvPr>
            <p:ph type="dt" sz="quarter" idx="10"/>
          </p:nvPr>
        </p:nvSpPr>
        <p:spPr/>
        <p:txBody>
          <a:bodyPr/>
          <a:lstStyle/>
          <a:p>
            <a:fld id="{6A27B195-DB87-7247-C99F-2D12FFD13F78}" type="datetime1">
              <a:t>2/14/2026</a:t>
            </a:fld>
            <a:endParaRPr/>
          </a:p>
        </p:txBody>
      </p:sp>
      <p:sp>
        <p:nvSpPr>
          <p:cNvPr id="5" name="FooterArea1"/>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gfw5ZxMAAAAlAAAAZAAAAA0AAAAAkAAAAEgAAACQAAAASAAAAAAAAAABAAAAAAAAAAEAAABQAAAAAAAAAAAA4D8AAAAAAADgPwAAAAAAAOA/AAAAAAAA4D8AAAAAAADgPwAAAAAAAOA/AAAAAAAA4D8AAAAAAADgPwAAAAAAAOA/AAAAAAAA4D8CAAAAjAAAAAAAAAAAAAAA////AP///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AAEAAAAAAAAAAAAAAAAAAAAAAAAAAAAAAAAAAAAAAAAAAAAAAAB/f38AAAAAA8zMzADAwP8Af39/AAAAAAAAAAAAAAAAAAAAAAAAAAAAIQAAABgAAAAUAAAA2BgAABonAAAoMgAAWSkAABAAAAAmAAAACAAAAAAAAAAAAAAA"/>
              </a:ext>
            </a:extLst>
          </p:cNvSpPr>
          <p:nvPr>
            <p:ph type="ftr" sz="quarter" idx="11"/>
          </p:nvPr>
        </p:nvSpPr>
        <p:spPr/>
        <p:txBody>
          <a:bodyPr/>
          <a:lstStyle/>
          <a:p>
            <a:endParaRPr/>
          </a:p>
        </p:txBody>
      </p:sp>
      <p:sp>
        <p:nvSpPr>
          <p:cNvPr id="6" name="SlideNumberArea1"/>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gfw5ZxMAAAAlAAAAZAAAAA0AAAAAkAAAAEgAAACQAAAASAAAAAAAAAABAAAAAAAAAAEAAABQAAAAAAAAAAAA4D8AAAAAAADgPwAAAAAAAOA/AAAAAAAA4D8AAAAAAADgPwAAAAAAAOA/AAAAAAAA4D8AAAAAAADgPwAAAAAAAOA/AAAAAAAA4D8CAAAAjAAAAAAAAAAAAAAA////AP///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AAEAAAAAAAAAAAAAAAAAAAAAAAAAAAAAAAAAAAAAAAAAAAAAAAB/f38AAAAAA8zMzADAwP8Af39/AAAAAAAAAAAAAAAAAAAAAAAAAAAAIQAAABgAAAAUAAAA+DQAABonAADYRQAAWSkAABAAAAAmAAAACAAAAAAAAAAAAAAA"/>
              </a:ext>
            </a:extLst>
          </p:cNvSpPr>
          <p:nvPr>
            <p:ph type="sldNum" sz="quarter" idx="12"/>
          </p:nvPr>
        </p:nvSpPr>
        <p:spPr/>
        <p:txBody>
          <a:bodyPr/>
          <a:lstStyle/>
          <a:p>
            <a:fld id="{4E70DF68-26A3-2529-EDC8-D07C91861B85}" type="slidenum">
              <a:t>‹#›</a:t>
            </a:fld>
            <a:endParaRPr/>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twoColTx">
  <p:cSld name="Title and two contents">
    <p:spTree>
      <p:nvGrpSpPr>
        <p:cNvPr id="1" name=""/>
        <p:cNvGrpSpPr/>
        <p:nvPr/>
      </p:nvGrpSpPr>
      <p:grpSpPr>
        <a:xfrm>
          <a:off x="0" y="0"/>
          <a:ext cx="0" cy="0"/>
          <a:chOff x="0" y="0"/>
          <a:chExt cx="0" cy="0"/>
        </a:xfrm>
      </p:grpSpPr>
      <p:sp>
        <p:nvSpPr>
          <p:cNvPr id="2" name="SlideTitle1"/>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gfw5ZxMAAAAlAAAAZAAAAA0AAAAAkAAAAEgAAACQAAAASAAAAAAAAAABAAAAAAAAAAEAAABQAAAAAAAAAAAA4D8AAAAAAADgPwAAAAAAAOA/AAAAAAAA4D8AAAAAAADgPwAAAAAAAOA/AAAAAAAA4D8AAAAAAADgPwAAAAAAAOA/AAAAAAAA4D8CAAAAjAAAAAAAAAAAAAAA////AP///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D7o2aw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AAEAAAAAAAAAAAAAAAAAAAAAAAAAAAAAAAAAAAAAAAAAAAAAAAB/f38AAAAAA8zMzADAwP8Af39/AAAAAAAAAAAAAAAAAAAAAAAAAAAAIQAAABgAAAAUAAAAKAUAAD8CAADYRQAAZwoAABAAAAAmAAAACAAAAAAAAAAAAAAA"/>
              </a:ext>
            </a:extLst>
          </p:cNvSpPr>
          <p:nvPr>
            <p:ph type="title"/>
          </p:nvPr>
        </p:nvSpPr>
        <p:spPr/>
        <p:txBody>
          <a:bodyPr/>
          <a:lstStyle/>
          <a:p>
            <a:r>
              <a:t>Click to edit Master title style</a:t>
            </a:r>
          </a:p>
        </p:txBody>
      </p:sp>
      <p:sp>
        <p:nvSpPr>
          <p:cNvPr id="3" name="SlideText2"/>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gfw5ZxMAAAAlAAAAZAAAAA0AAAAAkAAAAEgAAACQAAAASAAAAAAAAAAAAAAAAAAAAAEAAABQAAAAAAAAAAAA4D8AAAAAAADgPwAAAAAAAOA/AAAAAAAA4D8AAAAAAADgPwAAAAAAAOA/AAAAAAAA4D8AAAAAAADgPwAAAAAAAOA/AAAAAAAA4D8CAAAAjAAAAAAAAAAAAAAA////AP///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AAEAAAAAAAAAAAAAAAAAAAAAAAAAAAAAAAAAAAAAAAAAAAAAAAB/f38AAAAAA8zMzADAwP8Af39/AAAAAAAAAAAAAAAAAAAAAAAAAAAAIQAAABgAAAAUAAAAwAMAANgJAADhJAAAsCUAABAAAAAmAAAACAAAAAEAAAAAAAAA"/>
              </a:ext>
            </a:extLst>
          </p:cNvSpPr>
          <p:nvPr>
            <p:ph sz="half" idx="1"/>
          </p:nvPr>
        </p:nvSpPr>
        <p:spPr>
          <a:xfrm>
            <a:off x="609600" y="1600200"/>
            <a:ext cx="5385435" cy="4526280"/>
          </a:xfrm>
        </p:spPr>
        <p:txBody>
          <a:bodyPr/>
          <a:lstStyle/>
          <a:p>
            <a:r>
              <a:t>Click to edit Master text styles</a:t>
            </a:r>
          </a:p>
          <a:p>
            <a:pPr lvl="1"/>
            <a:r>
              <a:t>Second level</a:t>
            </a:r>
          </a:p>
          <a:p>
            <a:pPr lvl="2"/>
            <a:r>
              <a:t>Third level</a:t>
            </a:r>
          </a:p>
          <a:p>
            <a:pPr lvl="3"/>
            <a:r>
              <a:t>Fourth level</a:t>
            </a:r>
          </a:p>
          <a:p>
            <a:pPr lvl="4"/>
            <a:r>
              <a:t>Fifth level</a:t>
            </a:r>
          </a:p>
        </p:txBody>
      </p:sp>
      <p:sp>
        <p:nvSpPr>
          <p:cNvPr id="4" name="SlideText1"/>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gfw5ZxMAAAAlAAAAZAAAAA8AAAAAkAAAAEgAAACQAAAASAAAAAAAAAAAAAAAAAAAAAEAAABQAAAAAAAAAAAA4D8AAAAAAADgPwAAAAAAAOA/AAAAAAAA4D8AAAAAAADgPwAAAAAAAOA/AAAAAAAA4D8AAAAAAADgPwAAAAAAAOA/AAAAAAAA4D8CAAAAjAAAAAAAAAAAAAAA////AP///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AAEAAAAAAAAAAAAAAAAAAAAAAAAAAAAAAAAAAAAAAAAAAAAAAAB/f38AAAAAA8zMzADAwP8Af39/AAAAAAAAAAAAAAAAAAAAAAAAAAAAIQAAABgAAAAUAAAAHyYAANgJAABARwAAsCUAAAAAAAAmAAAACAAAAAEAAAAAAAAA"/>
              </a:ext>
            </a:extLst>
          </p:cNvSpPr>
          <p:nvPr>
            <p:ph sz="half" idx="2"/>
          </p:nvPr>
        </p:nvSpPr>
        <p:spPr>
          <a:xfrm>
            <a:off x="6196965" y="1600200"/>
            <a:ext cx="5385435" cy="4526280"/>
          </a:xfrm>
        </p:spPr>
        <p:txBody>
          <a:bodyPr/>
          <a:lstStyle/>
          <a:p>
            <a:r>
              <a:t>Click to edit Master text styles</a:t>
            </a:r>
          </a:p>
          <a:p>
            <a:pPr lvl="1"/>
            <a:r>
              <a:t>Second level</a:t>
            </a:r>
          </a:p>
          <a:p>
            <a:pPr lvl="2"/>
            <a:r>
              <a:t>Third level</a:t>
            </a:r>
          </a:p>
          <a:p>
            <a:pPr lvl="3"/>
            <a:r>
              <a:t>Fourth level</a:t>
            </a:r>
          </a:p>
          <a:p>
            <a:pPr lvl="4"/>
            <a:r>
              <a:t>Fifth level</a:t>
            </a:r>
          </a:p>
        </p:txBody>
      </p:sp>
      <p:sp>
        <p:nvSpPr>
          <p:cNvPr id="5" name="DateTimeArea1"/>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gfw5ZxMAAAAlAAAAZAAAAA0AAAAAkAAAAEgAAACQAAAASAAAAAAAAAABAAAAAAAAAAEAAABQAAAAAAAAAAAA4D8AAAAAAADgPwAAAAAAAOA/AAAAAAAA4D8AAAAAAADgPwAAAAAAAOA/AAAAAAAA4D8AAAAAAADgPwAAAAAAAOA/AAAAAAAA4D8CAAAAjAAAAAAAAAAAAAAA////AP///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CBbaWU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AAEAAAAAAAAAAAAAAAAAAAAAAAAAAAAAAAAAAAAAAAAAAAAAAAB/f38AAAAAA8zMzADAwP8Af39/AAAAAAAAAAAAAAAAAAAAAAAAAAAAIQAAABgAAAAUAAAAKAUAABonAAAIFgAAWSkAABAAAAAmAAAACAAAAAAAAAAAAAAA"/>
              </a:ext>
            </a:extLst>
          </p:cNvSpPr>
          <p:nvPr>
            <p:ph type="dt" sz="quarter" idx="10"/>
          </p:nvPr>
        </p:nvSpPr>
        <p:spPr/>
        <p:txBody>
          <a:bodyPr/>
          <a:lstStyle/>
          <a:p>
            <a:fld id="{1E5D4FE5-ABF3-08B9-BDE5-5DEC01AB4B08}" type="datetime1">
              <a:t>2/14/2026</a:t>
            </a:fld>
            <a:endParaRPr/>
          </a:p>
        </p:txBody>
      </p:sp>
      <p:sp>
        <p:nvSpPr>
          <p:cNvPr id="6" name="FooterArea1"/>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gfw5ZxMAAAAlAAAAZAAAAA0AAAAAkAAAAEgAAACQAAAASAAAAAAAAAABAAAAAAAAAAEAAABQAAAAAAAAAAAA4D8AAAAAAADgPwAAAAAAAOA/AAAAAAAA4D8AAAAAAADgPwAAAAAAAOA/AAAAAAAA4D8AAAAAAADgPwAAAAAAAOA/AAAAAAAA4D8CAAAAjAAAAAAAAAAAAAAA////AP///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P////8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AAEAAAAAAAAAAAAAAAAAAAAAAAAAAAAAAAAAAAAAAAAAAAAAAAB/f38AAAAAA8zMzADAwP8Af39/AAAAAAAAAAAAAAAAAAAAAAAAAAAAIQAAABgAAAAUAAAA2BgAABonAAAoMgAAWSkAABAAAAAmAAAACAAAAAAAAAAAAAAA"/>
              </a:ext>
            </a:extLst>
          </p:cNvSpPr>
          <p:nvPr>
            <p:ph type="ftr" sz="quarter" idx="11"/>
          </p:nvPr>
        </p:nvSpPr>
        <p:spPr/>
        <p:txBody>
          <a:bodyPr/>
          <a:lstStyle/>
          <a:p>
            <a:endParaRPr/>
          </a:p>
        </p:txBody>
      </p:sp>
      <p:sp>
        <p:nvSpPr>
          <p:cNvPr id="7" name="SlideNumberArea1"/>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gfw5ZxMAAAAlAAAAZAAAAA0AAAAAkAAAAEgAAACQAAAASAAAAAAAAAABAAAAAAAAAAEAAABQAAAAAAAAAAAA4D8AAAAAAADgPwAAAAAAAOA/AAAAAAAA4D8AAAAAAADgPwAAAAAAAOA/AAAAAAAA4D8AAAAAAADgPwAAAAAAAOA/AAAAAAAA4D8CAAAAjAAAAAAAAAAAAAAA////AP///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P8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AAEAAAAAAAAAAAAAAAAAAAAAAAAAAAAAAAAAAAAAAAAAAAAAAAB/f38AAAAAA8zMzADAwP8Af39/AAAAAAAAAAAAAAAAAAAAAAAAAAAAIQAAABgAAAAUAAAA+DQAABonAADYRQAAWSkAABAAAAAmAAAACAAAAAAAAAAAAAAA"/>
              </a:ext>
            </a:extLst>
          </p:cNvSpPr>
          <p:nvPr>
            <p:ph type="sldNum" sz="quarter" idx="12"/>
          </p:nvPr>
        </p:nvSpPr>
        <p:spPr/>
        <p:txBody>
          <a:bodyPr/>
          <a:lstStyle/>
          <a:p>
            <a:fld id="{68FA18B2-FC85-AFEE-CB42-0ABB560C3D5F}" type="slidenum">
              <a:t>‹#›</a:t>
            </a:fld>
            <a:endParaRPr/>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twoTxTwoObj">
  <p:cSld name="Comparison">
    <p:spTree>
      <p:nvGrpSpPr>
        <p:cNvPr id="1" name=""/>
        <p:cNvGrpSpPr/>
        <p:nvPr/>
      </p:nvGrpSpPr>
      <p:grpSpPr>
        <a:xfrm>
          <a:off x="0" y="0"/>
          <a:ext cx="0" cy="0"/>
          <a:chOff x="0" y="0"/>
          <a:chExt cx="0" cy="0"/>
        </a:xfrm>
      </p:grpSpPr>
      <p:sp>
        <p:nvSpPr>
          <p:cNvPr id="2" name="SlideTitle1"/>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gfw5ZxMAAAAlAAAAZAAAAA0AAAAAkAAAAEgAAACQAAAASAAAAAAAAAABAAAAAAAAAAEAAABQAAAAAAAAAAAA4D8AAAAAAADgPwAAAAAAAOA/AAAAAAAA4D8AAAAAAADgPwAAAAAAAOA/AAAAAAAA4D8AAAAAAADgPwAAAAAAAOA/AAAAAAAA4D8CAAAAjAAAAAAAAAAAAAAA////AP///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D7o2aw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AAEAAAAAAAAAAAAAAAAAAAAAAAAAAAAAAAAAAAAAAAAAAAAAAAB/f38AAAAAA8zMzADAwP8Af39/AAAAAAAAAAAAAAAAAAAAAAAAAAAAIQAAABgAAAAUAAAAKAUAAD8CAADYRQAAZwoAABAAAAAmAAAACAAAAAAAAAAAAAAA"/>
              </a:ext>
            </a:extLst>
          </p:cNvSpPr>
          <p:nvPr>
            <p:ph type="title"/>
          </p:nvPr>
        </p:nvSpPr>
        <p:spPr/>
        <p:txBody>
          <a:bodyPr/>
          <a:lstStyle/>
          <a:p>
            <a:r>
              <a:t>Click to edit Master title style</a:t>
            </a:r>
          </a:p>
        </p:txBody>
      </p:sp>
      <p:sp>
        <p:nvSpPr>
          <p:cNvPr id="3" name="SlideText3"/>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gfw5ZxMAAAAlAAAAZAAAAA0AAAAAkAAAAEgAAACQAAAASAAAAAAAAAACAAAAAAAAAAEAAABQAAAAAAAAAAAA4D8AAAAAAADgPwAAAAAAAOA/AAAAAAAA4D8AAAAAAADgPwAAAAAAAOA/AAAAAAAA4D8AAAAAAADgPwAAAAAAAOA/AAAAAAAA4D8CAAAAjAAAAAAAAAAAAAAA////AP///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AAEAAAAAAAAAAAAAAAAAAAAAAAAAAAAAAAAAAAAAAAAAAAAAAAB/f38AAAAAA8zMzADAwP8Af39/AAAAAAAAAAAAAAAAAAAAAAAAAAAAIQAAABgAAAAUAAAAwAMAAHEJAADjJAAAYQ0AABAAAAAmAAAACAAAAIEAAAAAAAAA"/>
              </a:ext>
            </a:extLst>
          </p:cNvSpPr>
          <p:nvPr>
            <p:ph idx="1"/>
          </p:nvPr>
        </p:nvSpPr>
        <p:spPr>
          <a:xfrm>
            <a:off x="609600" y="1534795"/>
            <a:ext cx="5386705" cy="640080"/>
          </a:xfrm>
        </p:spPr>
        <p:txBody>
          <a:bodyPr vert="horz" wrap="square" lIns="91440" tIns="45720" rIns="91440" bIns="45720" numCol="1" spcCol="215900" anchor="b">
            <a:prstTxWarp prst="textNoShape">
              <a:avLst/>
            </a:prstTxWarp>
          </a:bodyPr>
          <a:lstStyle/>
          <a:p>
            <a:r>
              <a:t>Click to edit Master text styles</a:t>
            </a:r>
          </a:p>
        </p:txBody>
      </p:sp>
      <p:sp>
        <p:nvSpPr>
          <p:cNvPr id="4" name="SlideText1"/>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gfw5ZxMAAAAlAAAAZAAAAA8AAAAAkAAAAEgAAACQAAAASAAAAAAAAAAAAAAAAAAAAAEAAABQAAAAAAAAAAAA4D8AAAAAAADgPwAAAAAAAOA/AAAAAAAA4D8AAAAAAADgPwAAAAAAAOA/AAAAAAAA4D8AAAAAAADgPwAAAAAAAOA/AAAAAAAA4D8CAAAAjAAAAAAAAAAAAAAA////AP///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AAEAAAAAAAAAAAAAAAAAAAAAAAAAAAAAAAAAAAAAAAAAAAAAAAB/f38AAAAAA8zMzADAwP8Af39/AAAAAAAAAAAAAAAAAAAAAAAAAAAAIQAAABgAAAAUAAAAwAMAAGENAADjJAAAsCUAAAAAAAAmAAAACAAAAAEAAAAAAAAA"/>
              </a:ext>
            </a:extLst>
          </p:cNvSpPr>
          <p:nvPr>
            <p:ph sz="half" idx="2"/>
          </p:nvPr>
        </p:nvSpPr>
        <p:spPr>
          <a:xfrm>
            <a:off x="609600" y="2174875"/>
            <a:ext cx="5386705" cy="3951605"/>
          </a:xfrm>
        </p:spPr>
        <p:txBody>
          <a:bodyPr/>
          <a:lstStyle/>
          <a:p>
            <a:r>
              <a:t>Click to edit Master text styles</a:t>
            </a:r>
          </a:p>
          <a:p>
            <a:pPr lvl="1"/>
            <a:r>
              <a:t>Second level</a:t>
            </a:r>
          </a:p>
          <a:p>
            <a:pPr lvl="2"/>
            <a:r>
              <a:t>Third level</a:t>
            </a:r>
          </a:p>
          <a:p>
            <a:pPr lvl="3"/>
            <a:r>
              <a:t>Fourth level</a:t>
            </a:r>
          </a:p>
          <a:p>
            <a:pPr lvl="4"/>
            <a:r>
              <a:t>Fifth level</a:t>
            </a:r>
          </a:p>
        </p:txBody>
      </p:sp>
      <p:sp>
        <p:nvSpPr>
          <p:cNvPr id="5" name="SlideText2"/>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gfw5ZxMAAAAlAAAAZAAAAA8AAAAAkAAAAEgAAACQAAAASAAAAAAAAAACAAAAAAAAAAEAAABQAAAAAAAAAAAA4D8AAAAAAADgPwAAAAAAAOA/AAAAAAAA4D8AAAAAAADgPwAAAAAAAOA/AAAAAAAA4D8AAAAAAADgPwAAAAAAAOA/AAAAAAAA4D8CAAAAjAAAAAAAAAAAAAAA////AP///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AAEAAAAAAAAAAAAAAAAAAAAAAAAAAAAAAAAAAAAAAAAAAAAAAAB/f38AAAAAA8zMzADAwP8Af39/AAAAAAAAAAAAAAAAAAAAAAAAAAAAIQAAABgAAAAUAAAAHSYAAHEJAABARwAAYQ0AAAAAAAAmAAAACAAAAIEAAAAAAAAA"/>
              </a:ext>
            </a:extLst>
          </p:cNvSpPr>
          <p:nvPr>
            <p:ph idx="3"/>
          </p:nvPr>
        </p:nvSpPr>
        <p:spPr>
          <a:xfrm>
            <a:off x="6195695" y="1534795"/>
            <a:ext cx="5386705" cy="640080"/>
          </a:xfrm>
        </p:spPr>
        <p:txBody>
          <a:bodyPr vert="horz" wrap="square" lIns="91440" tIns="45720" rIns="91440" bIns="45720" numCol="1" spcCol="215900" anchor="b">
            <a:prstTxWarp prst="textNoShape">
              <a:avLst/>
            </a:prstTxWarp>
          </a:bodyPr>
          <a:lstStyle/>
          <a:p>
            <a:r>
              <a:t>Click to edit Master text styles</a:t>
            </a:r>
          </a:p>
        </p:txBody>
      </p:sp>
      <p:sp>
        <p:nvSpPr>
          <p:cNvPr id="6" name="SlideText4"/>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gfw5ZxMAAAAlAAAAZAAAAA8AAAAAkAAAAEgAAACQAAAASAAAAAAAAAAAAAAAAAAAAAEAAABQAAAAAAAAAAAA4D8AAAAAAADgPwAAAAAAAOA/AAAAAAAA4D8AAAAAAADgPwAAAAAAAOA/AAAAAAAA4D8AAAAAAADgPwAAAAAAAOA/AAAAAAAA4D8CAAAAjAAAAAAAAAAAAAAA////AP///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AAEAAAAAAAAAAAAAAAAAAAAAAAAAAAAAAAAAAAAAAAAAAAAAAAB/f38AAAAAA8zMzADAwP8Af39/AAAAAAAAAAAAAAAAAAAAAAAAAAAAIQAAABgAAAAUAAAAHSYAAGENAABARwAAsCUAAAAAAAAmAAAACAAAAAEAAAAAAAAA"/>
              </a:ext>
            </a:extLst>
          </p:cNvSpPr>
          <p:nvPr>
            <p:ph sz="half" idx="4"/>
          </p:nvPr>
        </p:nvSpPr>
        <p:spPr>
          <a:xfrm>
            <a:off x="6195695" y="2174875"/>
            <a:ext cx="5386705" cy="3951605"/>
          </a:xfrm>
        </p:spPr>
        <p:txBody>
          <a:bodyPr/>
          <a:lstStyle/>
          <a:p>
            <a:r>
              <a:t>Click to edit Master text styles</a:t>
            </a:r>
          </a:p>
          <a:p>
            <a:pPr lvl="1"/>
            <a:r>
              <a:t>Second level</a:t>
            </a:r>
          </a:p>
          <a:p>
            <a:pPr lvl="2"/>
            <a:r>
              <a:t>Third level</a:t>
            </a:r>
          </a:p>
          <a:p>
            <a:pPr lvl="3"/>
            <a:r>
              <a:t>Fourth level</a:t>
            </a:r>
          </a:p>
          <a:p>
            <a:pPr lvl="4"/>
            <a:r>
              <a:t>Fifth level</a:t>
            </a:r>
          </a:p>
        </p:txBody>
      </p:sp>
      <p:sp>
        <p:nvSpPr>
          <p:cNvPr id="7" name="DateTimeArea1"/>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gfw5ZxMAAAAlAAAAZAAAAA0AAAAAkAAAAEgAAACQAAAASAAAAAAAAAABAAAAAAAAAAEAAABQAAAAAAAAAAAA4D8AAAAAAADgPwAAAAAAAOA/AAAAAAAA4D8AAAAAAADgPwAAAAAAAOA/AAAAAAAA4D8AAAAAAADgPwAAAAAAAOA/AAAAAAAA4D8CAAAAjAAAAAAAAAAAAAAA////AP///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AAEAAAAAAAAAAAAAAAAAAAAAAAAAAAAAAAAAAAAAAAAAAAAAAAB/f38AAAAAA8zMzADAwP8Af39/AAAAAAAAAAAAAAAAAAAAAAAAAAAAIQAAABgAAAAUAAAAKAUAABonAAAIFgAAWSkAABAAAAAmAAAACAAAAAAAAAAAAAAA"/>
              </a:ext>
            </a:extLst>
          </p:cNvSpPr>
          <p:nvPr>
            <p:ph type="dt" sz="quarter" idx="10"/>
          </p:nvPr>
        </p:nvSpPr>
        <p:spPr/>
        <p:txBody>
          <a:bodyPr/>
          <a:lstStyle/>
          <a:p>
            <a:fld id="{450DA7DB-95A8-5851-E6B5-6304E9FB1036}" type="datetime1">
              <a:t>2/14/2026</a:t>
            </a:fld>
            <a:endParaRPr/>
          </a:p>
        </p:txBody>
      </p:sp>
      <p:sp>
        <p:nvSpPr>
          <p:cNvPr id="8" name="FooterArea1"/>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gfw5ZxMAAAAlAAAAZAAAAA0AAAAAkAAAAEgAAACQAAAASAAAAAAAAAABAAAAAAAAAAEAAABQAAAAAAAAAAAA4D8AAAAAAADgPwAAAAAAAOA/AAAAAAAA4D8AAAAAAADgPwAAAAAAAOA/AAAAAAAA4D8AAAAAAADgPwAAAAAAAOA/AAAAAAAA4D8CAAAAjAAAAAAAAAAAAAAA////AP///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AAEAAAAAAAAAAAAAAAAAAAAAAAAAAAAAAAAAAAAAAAAAAAAAAAB/f38AAAAAA8zMzADAwP8Af39/AAAAAAAAAAAAAAAAAAAAAAAAAAAAIQAAABgAAAAUAAAA2BgAABonAAAoMgAAWSkAABAAAAAmAAAACAAAAAAAAAAAAAAA"/>
              </a:ext>
            </a:extLst>
          </p:cNvSpPr>
          <p:nvPr>
            <p:ph type="ftr" sz="quarter" idx="11"/>
          </p:nvPr>
        </p:nvSpPr>
        <p:spPr/>
        <p:txBody>
          <a:bodyPr/>
          <a:lstStyle/>
          <a:p>
            <a:endParaRPr/>
          </a:p>
        </p:txBody>
      </p:sp>
      <p:sp>
        <p:nvSpPr>
          <p:cNvPr id="9" name="SlideNumberArea1"/>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gfw5ZxMAAAAlAAAAZAAAAA0AAAAAkAAAAEgAAACQAAAASAAAAAAAAAABAAAAAAAAAAEAAABQAAAAAAAAAAAA4D8AAAAAAADgPwAAAAAAAOA/AAAAAAAA4D8AAAAAAADgPwAAAAAAAOA/AAAAAAAA4D8AAAAAAADgPwAAAAAAAOA/AAAAAAAA4D8CAAAAjAAAAAAAAAAAAAAA////AP///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AAEAAAAAAAAAAAAAAAAAAAAAAAAAAAAAAAAAAAAAAAAAAAAAAAB/f38AAAAAA8zMzADAwP8Af39/AAAAAAAAAAAAAAAAAAAAAAAAAAAAIQAAABgAAAAUAAAA+DQAABonAADYRQAAWSkAABAAAAAmAAAACAAAAAAAAAAAAAAA"/>
              </a:ext>
            </a:extLst>
          </p:cNvSpPr>
          <p:nvPr>
            <p:ph type="sldNum" sz="quarter" idx="12"/>
          </p:nvPr>
        </p:nvSpPr>
        <p:spPr/>
        <p:txBody>
          <a:bodyPr/>
          <a:lstStyle/>
          <a:p>
            <a:fld id="{589DD02F-61B5-C826-FB25-97739E6B0DC2}" type="slidenum">
              <a:t>‹#›</a:t>
            </a:fld>
            <a:endParaRPr/>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SlideTitle1"/>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gfw5ZxMAAAAlAAAAZAAAAA0AAAAAkAAAAEgAAACQAAAASAAAAAAAAAABAAAAAAAAAAEAAABQAAAAAAAAAAAA4D8AAAAAAADgPwAAAAAAAOA/AAAAAAAA4D8AAAAAAADgPwAAAAAAAOA/AAAAAAAA4D8AAAAAAADgPwAAAAAAAOA/AAAAAAAA4D8CAAAAjAAAAAAAAAAAAAAA////AP///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D7o2aw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AAEAAAAAAAAAAAAAAAAAAAAAAAAAAAAAAAAAAAAAAAAAAAAAAAB/f38AAAAAA8zMzADAwP8Af39/AAAAAAAAAAAAAAAAAAAAAAAAAAAAIQAAABgAAAAUAAAAKAUAAD8CAADYRQAAZwoAABAAAAAmAAAACAAAAAAAAAAAAAAA"/>
              </a:ext>
            </a:extLst>
          </p:cNvSpPr>
          <p:nvPr>
            <p:ph type="title"/>
          </p:nvPr>
        </p:nvSpPr>
        <p:spPr/>
        <p:txBody>
          <a:bodyPr/>
          <a:lstStyle/>
          <a:p>
            <a:r>
              <a:t>Click to edit Master title style</a:t>
            </a:r>
          </a:p>
        </p:txBody>
      </p:sp>
      <p:sp>
        <p:nvSpPr>
          <p:cNvPr id="3" name="DateTimeArea1"/>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gfw5ZxMAAAAlAAAAZAAAAA0AAAAAkAAAAEgAAACQAAAASAAAAAAAAAABAAAAAAAAAAEAAABQAAAAAAAAAAAA4D8AAAAAAADgPwAAAAAAAOA/AAAAAAAA4D8AAAAAAADgPwAAAAAAAOA/AAAAAAAA4D8AAAAAAADgPwAAAAAAAOA/AAAAAAAA4D8CAAAAjAAAAAAAAAAAAAAA////AP///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AAEAAAAAAAAAAAAAAAAAAAAAAAAAAAAAAAAAAAAAAAAAAAAAAAB/f38AAAAAA8zMzADAwP8Af39/AAAAAAAAAAAAAAAAAAAAAAAAAAAAIQAAABgAAAAUAAAAKAUAABonAAAIFgAAWSkAABAAAAAmAAAACAAAAAAAAAAAAAAA"/>
              </a:ext>
            </a:extLst>
          </p:cNvSpPr>
          <p:nvPr>
            <p:ph type="dt" sz="quarter" idx="10"/>
          </p:nvPr>
        </p:nvSpPr>
        <p:spPr/>
        <p:txBody>
          <a:bodyPr/>
          <a:lstStyle/>
          <a:p>
            <a:fld id="{59D0D686-C8B4-8520-FA68-3E7598260C6B}" type="datetime1">
              <a:t>2/14/2026</a:t>
            </a:fld>
            <a:endParaRPr/>
          </a:p>
        </p:txBody>
      </p:sp>
      <p:sp>
        <p:nvSpPr>
          <p:cNvPr id="4" name="FooterArea1"/>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gfw5ZxMAAAAlAAAAZAAAAA0AAAAAkAAAAEgAAACQAAAASAAAAAAAAAABAAAAAAAAAAEAAABQAAAAAAAAAAAA4D8AAAAAAADgPwAAAAAAAOA/AAAAAAAA4D8AAAAAAADgPwAAAAAAAOA/AAAAAAAA4D8AAAAAAADgPwAAAAAAAOA/AAAAAAAA4D8CAAAAjAAAAAAAAAAAAAAA////AP///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AAEAAAAAAAAAAAAAAAAAAAAAAAAAAAAAAAAAAAAAAAAAAAAAAAB/f38AAAAAA8zMzADAwP8Af39/AAAAAAAAAAAAAAAAAAAAAAAAAAAAIQAAABgAAAAUAAAA2BgAABonAAAoMgAAWSkAABAAAAAmAAAACAAAAAAAAAAAAAAA"/>
              </a:ext>
            </a:extLst>
          </p:cNvSpPr>
          <p:nvPr>
            <p:ph type="ftr" sz="quarter" idx="11"/>
          </p:nvPr>
        </p:nvSpPr>
        <p:spPr/>
        <p:txBody>
          <a:bodyPr/>
          <a:lstStyle/>
          <a:p>
            <a:endParaRPr/>
          </a:p>
        </p:txBody>
      </p:sp>
      <p:sp>
        <p:nvSpPr>
          <p:cNvPr id="5" name="SlideNumberArea1"/>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gfw5ZxMAAAAlAAAAZAAAAA0AAAAAkAAAAEgAAACQAAAASAAAAAAAAAABAAAAAAAAAAEAAABQAAAAAAAAAAAA4D8AAAAAAADgPwAAAAAAAOA/AAAAAAAA4D8AAAAAAADgPwAAAAAAAOA/AAAAAAAA4D8AAAAAAADgPwAAAAAAAOA/AAAAAAAA4D8CAAAAjAAAAAAAAAAAAAAA////AP///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AAEAAAAAAAAAAAAAAAAAAAAAAAAAAAAAAAAAAAAAAAAAAAAAAAB/f38AAAAAA8zMzADAwP8Af39/AAAAAAAAAAAAAAAAAAAAAAAAAAAAIQAAABgAAAAUAAAA+DQAABonAADYRQAAWSkAABAAAAAmAAAACAAAAAAAAAAAAAAA"/>
              </a:ext>
            </a:extLst>
          </p:cNvSpPr>
          <p:nvPr>
            <p:ph type="sldNum" sz="quarter" idx="12"/>
          </p:nvPr>
        </p:nvSpPr>
        <p:spPr/>
        <p:txBody>
          <a:bodyPr/>
          <a:lstStyle/>
          <a:p>
            <a:fld id="{113554EF-A1FC-60A2-B28D-57F71AC34402}" type="slidenum">
              <a:t>‹#›</a:t>
            </a:fld>
            <a:endParaRPr/>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DateTimeArea1"/>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gfw5ZxMAAAAlAAAAZAAAAA0AAAAAkAAAAEgAAACQAAAASAAAAAAAAAABAAAAAAAAAAEAAABQAAAAAAAAAAAA4D8AAAAAAADgPwAAAAAAAOA/AAAAAAAA4D8AAAAAAADgPwAAAAAAAOA/AAAAAAAA4D8AAAAAAADgPwAAAAAAAOA/AAAAAAAA4D8CAAAAjAAAAAAAAAAAAAAA////AP///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D7o2aw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AAEAAAAAAAAAAAAAAAAAAAAAAAAAAAAAAAAAAAAAAAAAAAAAAAB/f38AAAAAA8zMzADAwP8Af39/AAAAAAAAAAAAAAAAAAAAAAAAAAAAIQAAABgAAAAUAAAAKAUAABonAAAIFgAAWSkAABAAAAAmAAAACAAAAAAAAAAAAAAA"/>
              </a:ext>
            </a:extLst>
          </p:cNvSpPr>
          <p:nvPr>
            <p:ph type="dt" sz="quarter" idx="10"/>
          </p:nvPr>
        </p:nvSpPr>
        <p:spPr/>
        <p:txBody>
          <a:bodyPr/>
          <a:lstStyle/>
          <a:p>
            <a:fld id="{055E607F-31E8-0B96-A6E6-C7C32EA85092}" type="datetime1">
              <a:t>2/14/2026</a:t>
            </a:fld>
            <a:endParaRPr/>
          </a:p>
        </p:txBody>
      </p:sp>
      <p:sp>
        <p:nvSpPr>
          <p:cNvPr id="3" name="FooterArea1"/>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gfw5ZxMAAAAlAAAAZAAAAA0AAAAAkAAAAEgAAACQAAAASAAAAAAAAAABAAAAAAAAAAEAAABQAAAAAAAAAAAA4D8AAAAAAADgPwAAAAAAAOA/AAAAAAAA4D8AAAAAAADgPwAAAAAAAOA/AAAAAAAA4D8AAAAAAADgPwAAAAAAAOA/AAAAAAAA4D8CAAAAjAAAAAAAAAAAAAAA////AP///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AAEAAAAAAAAAAAAAAAAAAAAAAAAAAAAAAAAAAAAAAAAAAAAAAAB/f38AAAAAA8zMzADAwP8Af39/AAAAAAAAAAAAAAAAAAAAAAAAAAAAIQAAABgAAAAUAAAA2BgAABonAAAoMgAAWSkAABAAAAAmAAAACAAAAAAAAAAAAAAA"/>
              </a:ext>
            </a:extLst>
          </p:cNvSpPr>
          <p:nvPr>
            <p:ph type="ftr" sz="quarter" idx="11"/>
          </p:nvPr>
        </p:nvSpPr>
        <p:spPr/>
        <p:txBody>
          <a:bodyPr/>
          <a:lstStyle/>
          <a:p>
            <a:endParaRPr/>
          </a:p>
        </p:txBody>
      </p:sp>
      <p:sp>
        <p:nvSpPr>
          <p:cNvPr id="4" name="SlideNumberArea1"/>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gfw5ZxMAAAAlAAAAZAAAAA0AAAAAkAAAAEgAAACQAAAASAAAAAAAAAABAAAAAAAAAAEAAABQAAAAAAAAAAAA4D8AAAAAAADgPwAAAAAAAOA/AAAAAAAA4D8AAAAAAADgPwAAAAAAAOA/AAAAAAAA4D8AAAAAAADgPwAAAAAAAOA/AAAAAAAA4D8CAAAAjAAAAAAAAAAAAAAA////AP///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AAEAAAAAAAAAAAAAAAAAAAAAAAAAAAAAAAAAAAAAAAAAAAAAAAB/f38AAAAAA8zMzADAwP8Af39/AAAAAAAAAAAAAAAAAAAAAAAAAAAAIQAAABgAAAAUAAAA+DQAABonAADYRQAAWSkAABAAAAAmAAAACAAAAAAAAAAAAAAA"/>
              </a:ext>
            </a:extLst>
          </p:cNvSpPr>
          <p:nvPr>
            <p:ph type="sldNum" sz="quarter" idx="12"/>
          </p:nvPr>
        </p:nvSpPr>
        <p:spPr/>
        <p:txBody>
          <a:bodyPr/>
          <a:lstStyle/>
          <a:p>
            <a:fld id="{1C4B5F46-08F1-1EA9-BFF3-FEFC11BD49AB}" type="slidenum">
              <a:t>‹#›</a:t>
            </a:fld>
            <a:endParaRPr/>
          </a:p>
        </p:txBody>
      </p:sp>
    </p:spTree>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objTx">
  <p:cSld name="Content with caption">
    <p:spTree>
      <p:nvGrpSpPr>
        <p:cNvPr id="1" name=""/>
        <p:cNvGrpSpPr/>
        <p:nvPr/>
      </p:nvGrpSpPr>
      <p:grpSpPr>
        <a:xfrm>
          <a:off x="0" y="0"/>
          <a:ext cx="0" cy="0"/>
          <a:chOff x="0" y="0"/>
          <a:chExt cx="0" cy="0"/>
        </a:xfrm>
      </p:grpSpPr>
      <p:sp>
        <p:nvSpPr>
          <p:cNvPr id="2" name="SlideTitle1"/>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gfw5ZxMAAAAlAAAAZAAAAA0AAAAAkAAAAEgAAACQAAAASAAAAAAAAAACAAAAAAAAAAEAAABQAAAAAAAAAAAA4D8AAAAAAADgPwAAAAAAAOA/AAAAAAAA4D8AAAAAAADgPwAAAAAAAOA/AAAAAAAA4D8AAAAAAADgPwAAAAAAAOA/AAAAAAAA4D8CAAAAjAAAAAAAAAAAAAAA////AP///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D7o2aw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AAEAAAAAAAAAAAAAAAAAAAAAAAAAAAAAAAAAAAAAAAAAAAAAAAB/f38AAAAAA8zMzADAwP8Af39/AAAAAAAAAAAAAAAAAAAAAAAAAAAAIQAAABgAAAAUAAAAwAMAAK4BAABtHAAA1AgAABAAAAAmAAAACAAAAIEAAAAAAAAA"/>
              </a:ext>
            </a:extLst>
          </p:cNvSpPr>
          <p:nvPr>
            <p:ph type="title"/>
          </p:nvPr>
        </p:nvSpPr>
        <p:spPr>
          <a:xfrm>
            <a:off x="609600" y="273050"/>
            <a:ext cx="4011295" cy="1162050"/>
          </a:xfrm>
        </p:spPr>
        <p:txBody>
          <a:bodyPr vert="horz" wrap="square" lIns="91440" tIns="45720" rIns="91440" bIns="45720" numCol="1" spcCol="215900" anchor="b">
            <a:prstTxWarp prst="textNoShape">
              <a:avLst/>
            </a:prstTxWarp>
          </a:bodyPr>
          <a:lstStyle/>
          <a:p>
            <a:r>
              <a:t>Click to edit Master title style</a:t>
            </a:r>
          </a:p>
        </p:txBody>
      </p:sp>
      <p:sp>
        <p:nvSpPr>
          <p:cNvPr id="3" name="SlideText2"/>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gfw5ZxMAAAAlAAAAZAAAAA0AAAAAkAAAAEgAAACQAAAASAAAAAAAAAAAAAAAAAAAAAEAAABQAAAAAAAAAAAA4D8AAAAAAADgPwAAAAAAAOA/AAAAAAAA4D8AAAAAAADgPwAAAAAAAOA/AAAAAAAA4D8AAAAAAADgPwAAAAAAAOA/AAAAAAAA4D8CAAAAjAAAAAAAAAAAAAAA////AP///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AAEAAAAAAAAAAAAAAAAAAAAAAAAAAAAAAAAAAAAAAAAAAAAAAAB/f38AAAAAA8zMzADAwP8Af39/AAAAAAAAAAAAAAAAAAAAAAAAAAAAIQAAABgAAAAUAAAAUx0AAK4BAABARwAAsCUAABAAAAAmAAAACAAAAAEAAAAAAAAA"/>
              </a:ext>
            </a:extLst>
          </p:cNvSpPr>
          <p:nvPr>
            <p:ph idx="1"/>
          </p:nvPr>
        </p:nvSpPr>
        <p:spPr>
          <a:xfrm>
            <a:off x="4766945" y="273050"/>
            <a:ext cx="6815455" cy="5853430"/>
          </a:xfrm>
        </p:spPr>
        <p:txBody>
          <a:bodyPr/>
          <a:lstStyle/>
          <a:p>
            <a:r>
              <a:t>Click to edit Master text styles</a:t>
            </a:r>
          </a:p>
          <a:p>
            <a:pPr lvl="1"/>
            <a:r>
              <a:t>Second level</a:t>
            </a:r>
          </a:p>
          <a:p>
            <a:pPr lvl="2"/>
            <a:r>
              <a:t>Third level</a:t>
            </a:r>
          </a:p>
          <a:p>
            <a:pPr lvl="3"/>
            <a:r>
              <a:t>Fourth level</a:t>
            </a:r>
          </a:p>
          <a:p>
            <a:pPr lvl="4"/>
            <a:r>
              <a:t>Fifth level</a:t>
            </a:r>
          </a:p>
        </p:txBody>
      </p:sp>
      <p:sp>
        <p:nvSpPr>
          <p:cNvPr id="4" name="SlideText1"/>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gfw5ZxMAAAAlAAAAZAAAAA8AAAAAkAAAAEgAAACQAAAASAAAAAAAAAAAAAAAAAAAAAEAAABQAAAAAAAAAAAA4D8AAAAAAADgPwAAAAAAAOA/AAAAAAAA4D8AAAAAAADgPwAAAAAAAOA/AAAAAAAA4D8AAAAAAADgPwAAAAAAAOA/AAAAAAAA4D8CAAAAjAAAAAAAAAAAAAAA////AP///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AAEAAAAAAAAAAAAAAAAAAAAAAAAAAAAAAAAAAAAAAAAAAAAAAAB/f38AAAAAA8zMzADAwP8Af39/AAAAAAAAAAAAAAAAAAAAAAAAAAAAIQAAABgAAAAUAAAAwAMAANQIAABtHAAAsCUAAAAAAAAmAAAACAAAAAEAAAAAAAAA"/>
              </a:ext>
            </a:extLst>
          </p:cNvSpPr>
          <p:nvPr>
            <p:ph sz="half" idx="2"/>
          </p:nvPr>
        </p:nvSpPr>
        <p:spPr>
          <a:xfrm>
            <a:off x="609600" y="1435100"/>
            <a:ext cx="4011295" cy="4691380"/>
          </a:xfrm>
        </p:spPr>
        <p:txBody>
          <a:bodyPr/>
          <a:lstStyle/>
          <a:p>
            <a:r>
              <a:t>Click to edit Master text styles</a:t>
            </a:r>
          </a:p>
        </p:txBody>
      </p:sp>
      <p:sp>
        <p:nvSpPr>
          <p:cNvPr id="5" name="DateTimeArea1"/>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gfw5ZxMAAAAlAAAAZAAAAA0AAAAAkAAAAEgAAACQAAAASAAAAAAAAAABAAAAAAAAAAEAAABQAAAAAAAAAAAA4D8AAAAAAADgPwAAAAAAAOA/AAAAAAAA4D8AAAAAAADgPwAAAAAAAOA/AAAAAAAA4D8AAAAAAADgPwAAAAAAAOA/AAAAAAAA4D8CAAAAjAAAAAAAAAAAAAAA////AP///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AAEAAAAAAAAAAAAAAAAAAAAAAAAAAAAAAAAAAAAAAAAAAAAAAAB/f38AAAAAA8zMzADAwP8Af39/AAAAAAAAAAAAAAAAAAAAAAAAAAAAIQAAABgAAAAUAAAAKAUAABonAAAIFgAAWSkAABAAAAAmAAAACAAAAAAAAAAAAAAA"/>
              </a:ext>
            </a:extLst>
          </p:cNvSpPr>
          <p:nvPr>
            <p:ph type="dt" sz="quarter" idx="10"/>
          </p:nvPr>
        </p:nvSpPr>
        <p:spPr/>
        <p:txBody>
          <a:bodyPr/>
          <a:lstStyle/>
          <a:p>
            <a:fld id="{1FC6AA6A-24F2-935C-BC7E-D209E4304A87}" type="datetime1">
              <a:t>2/14/2026</a:t>
            </a:fld>
            <a:endParaRPr/>
          </a:p>
        </p:txBody>
      </p:sp>
      <p:sp>
        <p:nvSpPr>
          <p:cNvPr id="6" name="FooterArea1"/>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gfw5ZxMAAAAlAAAAZAAAAA0AAAAAkAAAAEgAAACQAAAASAAAAAAAAAABAAAAAAAAAAEAAABQAAAAAAAAAAAA4D8AAAAAAADgPwAAAAAAAOA/AAAAAAAA4D8AAAAAAADgPwAAAAAAAOA/AAAAAAAA4D8AAAAAAADgPwAAAAAAAOA/AAAAAAAA4D8CAAAAjAAAAAAAAAAAAAAA////AP///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AAEAAAAAAAAAAAAAAAAAAAAAAAAAAAAAAAAAAAAAAAAAAAAAAAB/f38AAAAAA8zMzADAwP8Af39/AAAAAAAAAAAAAAAAAAAAAAAAAAAAIQAAABgAAAAUAAAA2BgAABonAAAoMgAAWSkAABAAAAAmAAAACAAAAAAAAAAAAAAA"/>
              </a:ext>
            </a:extLst>
          </p:cNvSpPr>
          <p:nvPr>
            <p:ph type="ftr" sz="quarter" idx="11"/>
          </p:nvPr>
        </p:nvSpPr>
        <p:spPr/>
        <p:txBody>
          <a:bodyPr/>
          <a:lstStyle/>
          <a:p>
            <a:endParaRPr/>
          </a:p>
        </p:txBody>
      </p:sp>
      <p:sp>
        <p:nvSpPr>
          <p:cNvPr id="7" name="SlideNumberArea1"/>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gfw5ZxMAAAAlAAAAZAAAAA0AAAAAkAAAAEgAAACQAAAASAAAAAAAAAABAAAAAAAAAAEAAABQAAAAAAAAAAAA4D8AAAAAAADgPwAAAAAAAOA/AAAAAAAA4D8AAAAAAADgPwAAAAAAAOA/AAAAAAAA4D8AAAAAAADgPwAAAAAAAOA/AAAAAAAA4D8CAAAAjAAAAAAAAAAAAAAA////AP///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AAEAAAAAAAAAAAAAAAAAAAAAAAAAAAAAAAAAAAAAAAAAAAAAAAB/f38AAAAAA8zMzADAwP8Af39/AAAAAAAAAAAAAAAAAAAAAAAAAAAAIQAAABgAAAAUAAAA+DQAABonAADYRQAAWSkAABAAAAAmAAAACAAAAAAAAAAAAAAA"/>
              </a:ext>
            </a:extLst>
          </p:cNvSpPr>
          <p:nvPr>
            <p:ph type="sldNum" sz="quarter" idx="12"/>
          </p:nvPr>
        </p:nvSpPr>
        <p:spPr/>
        <p:txBody>
          <a:bodyPr/>
          <a:lstStyle/>
          <a:p>
            <a:fld id="{02B730B6-F8EF-E2C6-A10F-0E937E41575B}" type="slidenum">
              <a:t>‹#›</a:t>
            </a:fld>
            <a:endParaRPr/>
          </a:p>
        </p:txBody>
      </p:sp>
    </p:spTree>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type="picTx">
  <p:cSld name="Picture with caption">
    <p:spTree>
      <p:nvGrpSpPr>
        <p:cNvPr id="1" name=""/>
        <p:cNvGrpSpPr/>
        <p:nvPr/>
      </p:nvGrpSpPr>
      <p:grpSpPr>
        <a:xfrm>
          <a:off x="0" y="0"/>
          <a:ext cx="0" cy="0"/>
          <a:chOff x="0" y="0"/>
          <a:chExt cx="0" cy="0"/>
        </a:xfrm>
      </p:grpSpPr>
      <p:sp>
        <p:nvSpPr>
          <p:cNvPr id="2" name="SlideTitle1"/>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gfw5ZxMAAAAlAAAAZAAAAA0AAAAAkAAAAEgAAACQAAAASAAAAAAAAAACAAAAAAAAAAEAAABQAAAAAAAAAAAA4D8AAAAAAADgPwAAAAAAAOA/AAAAAAAA4D8AAAAAAADgPwAAAAAAAOA/AAAAAAAA4D8AAAAAAADgPwAAAAAAAOA/AAAAAAAA4D8CAAAAjAAAAAAAAAAAAAAA////AP///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D7o2aw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AAEAAAAAAAAAAAAAAAAAAAAAAAAAAAAAAAAAAAAAAAAAAAAAAAB/f38AAAAAA8zMzADAwP8Af39/AAAAAAAAAAAAAAAAAAAAAAAAAAAAIQAAABgAAAAUAAAAsw4AAIgdAACzOwAABCEAABAAAAAmAAAACAAAAIEAAAAAAAAA"/>
              </a:ext>
            </a:extLst>
          </p:cNvSpPr>
          <p:nvPr>
            <p:ph type="title"/>
          </p:nvPr>
        </p:nvSpPr>
        <p:spPr>
          <a:xfrm>
            <a:off x="2389505" y="4800600"/>
            <a:ext cx="7315200" cy="566420"/>
          </a:xfrm>
        </p:spPr>
        <p:txBody>
          <a:bodyPr vert="horz" wrap="square" lIns="91440" tIns="45720" rIns="91440" bIns="45720" numCol="1" spcCol="215900" anchor="b">
            <a:prstTxWarp prst="textNoShape">
              <a:avLst/>
            </a:prstTxWarp>
          </a:bodyPr>
          <a:lstStyle/>
          <a:p>
            <a:r>
              <a:t>Click to edit Master title style</a:t>
            </a:r>
          </a:p>
        </p:txBody>
      </p:sp>
      <p:sp>
        <p:nvSpPr>
          <p:cNvPr id="3" name="SlideText2"/>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gfw5ZxMAAAAlAAAAZAAAAA0AAAAAkAAAAEgAAACQAAAASAAAAAAAAAAAAAAAAAAAAAEAAABQAAAAAAAAAAAA4D8AAAAAAADgPwAAAAAAAOA/AAAAAAAA4D8AAAAAAADgPwAAAAAAAOA/AAAAAAAA4D8AAAAAAADgPwAAAAAAAOA/AAAAAAAA4D8CAAAAjAAAAAAAAAAAAAAA////AP///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AAEAAAAAAAAAAAAAAAAAAAAAAAAAAAAAAAAAAAAAAAAAAAAAAAB/f38AAAAAA8zMzADAwP8Af39/AAAAAAAAAAAAAAAAAAAAAAAAAAAAIQAAABgAAAAUAAAAsw4AAMYDAACzOwAAFh0AABAAAAAmAAAACAAAAAEAAAAAAAAA"/>
              </a:ext>
            </a:extLst>
          </p:cNvSpPr>
          <p:nvPr>
            <p:ph idx="1"/>
          </p:nvPr>
        </p:nvSpPr>
        <p:spPr>
          <a:xfrm>
            <a:off x="2389505" y="613410"/>
            <a:ext cx="7315200" cy="4114800"/>
          </a:xfrm>
        </p:spPr>
        <p:txBody>
          <a:bodyPr/>
          <a:lstStyle/>
          <a:p>
            <a:r>
              <a:t>Click to edit Master text styles</a:t>
            </a:r>
          </a:p>
        </p:txBody>
      </p:sp>
      <p:sp>
        <p:nvSpPr>
          <p:cNvPr id="4" name="SlideText1"/>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gfw5ZxMAAAAlAAAAZAAAAA8AAAAAkAAAAEgAAACQAAAASAAAAAAAAAAAAAAAAAAAAAEAAABQAAAAAAAAAAAA4D8AAAAAAADgPwAAAAAAAOA/AAAAAAAA4D8AAAAAAADgPwAAAAAAAOA/AAAAAAAA4D8AAAAAAADgPwAAAAAAAOA/AAAAAAAA4D8CAAAAjAAAAAAAAAAAAAAA////AP///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AAEAAAAAAAAAAAAAAAAAAAAAAAAAAAAAAAAAAAAAAAAAAAAAAAB/f38AAAAAA8zMzADAwP8Af39/AAAAAAAAAAAAAAAAAAAAAAAAAAAAIQAAABgAAAAUAAAAsw4AAAQhAACzOwAA+CUAAAAAAAAmAAAACAAAAAEAAAAAAAAA"/>
              </a:ext>
            </a:extLst>
          </p:cNvSpPr>
          <p:nvPr>
            <p:ph sz="half" idx="2"/>
          </p:nvPr>
        </p:nvSpPr>
        <p:spPr>
          <a:xfrm>
            <a:off x="2389505" y="5367020"/>
            <a:ext cx="7315200" cy="805180"/>
          </a:xfrm>
        </p:spPr>
        <p:txBody>
          <a:bodyPr/>
          <a:lstStyle/>
          <a:p>
            <a:r>
              <a:t>Click to edit Master text styles</a:t>
            </a:r>
          </a:p>
        </p:txBody>
      </p:sp>
      <p:sp>
        <p:nvSpPr>
          <p:cNvPr id="5" name="DateTimeArea1"/>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gfw5ZxMAAAAlAAAAZAAAAA0AAAAAkAAAAEgAAACQAAAASAAAAAAAAAABAAAAAAAAAAEAAABQAAAAAAAAAAAA4D8AAAAAAADgPwAAAAAAAOA/AAAAAAAA4D8AAAAAAADgPwAAAAAAAOA/AAAAAAAA4D8AAAAAAADgPwAAAAAAAOA/AAAAAAAA4D8CAAAAjAAAAAAAAAAAAAAA////AP///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AAEAAAAAAAAAAAAAAAAAAAAAAAAAAAAAAAAAAAAAAAAAAAAAAAB/f38AAAAAA8zMzADAwP8Af39/AAAAAAAAAAAAAAAAAAAAAAAAAAAAIQAAABgAAAAUAAAAKAUAABonAAAIFgAAWSkAABAAAAAmAAAACAAAAAAAAAAAAAAA"/>
              </a:ext>
            </a:extLst>
          </p:cNvSpPr>
          <p:nvPr>
            <p:ph type="dt" sz="quarter" idx="10"/>
          </p:nvPr>
        </p:nvSpPr>
        <p:spPr/>
        <p:txBody>
          <a:bodyPr/>
          <a:lstStyle/>
          <a:p>
            <a:fld id="{631AB694-DA8E-4F40-C0A2-2C15F8EC3679}" type="datetime1">
              <a:t>2/14/2026</a:t>
            </a:fld>
            <a:endParaRPr/>
          </a:p>
        </p:txBody>
      </p:sp>
      <p:sp>
        <p:nvSpPr>
          <p:cNvPr id="6" name="FooterArea1"/>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gfw5ZxMAAAAlAAAAZAAAAA0AAAAAkAAAAEgAAACQAAAASAAAAAAAAAABAAAAAAAAAAEAAABQAAAAAAAAAAAA4D8AAAAAAADgPwAAAAAAAOA/AAAAAAAA4D8AAAAAAADgPwAAAAAAAOA/AAAAAAAA4D8AAAAAAADgPwAAAAAAAOA/AAAAAAAA4D8CAAAAjAAAAAAAAAAAAAAA////AP///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Q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AAEAAAAAAAAAAAAAAAAAAAAAAAAAAAAAAAAAAAAAAAAAAAAAAAB/f38AAAAAA8zMzADAwP8Af39/AAAAAAAAAAAAAAAAAAAAAAAAAAAAIQAAABgAAAAUAAAA2BgAABonAAAoMgAAWSkAABAAAAAmAAAACAAAAAAAAAAAAAAA"/>
              </a:ext>
            </a:extLst>
          </p:cNvSpPr>
          <p:nvPr>
            <p:ph type="ftr" sz="quarter" idx="11"/>
          </p:nvPr>
        </p:nvSpPr>
        <p:spPr/>
        <p:txBody>
          <a:bodyPr/>
          <a:lstStyle/>
          <a:p>
            <a:endParaRPr/>
          </a:p>
        </p:txBody>
      </p:sp>
      <p:sp>
        <p:nvSpPr>
          <p:cNvPr id="7" name="SlideNumberArea1"/>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gfw5ZxMAAAAlAAAAZAAAAA0AAAAAkAAAAEgAAACQAAAASAAAAAAAAAABAAAAAAAAAAEAAABQAAAAAAAAAAAA4D8AAAAAAADgPwAAAAAAAOA/AAAAAAAA4D8AAAAAAADgPwAAAAAAAOA/AAAAAAAA4D8AAAAAAADgPwAAAAAAAOA/AAAAAAAA4D8CAAAAjAAAAAAAAAAAAAAA////AP///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AAEAAAAAAAAAAAAAAAAAAAAAAAAAAAAAAAAAAAAAAAAAAAAAAAB/f38AAAAAA8zMzADAwP8Af39/AAAAAAAAAAAAAAAAAAAAAAAAAAAAIQAAABgAAAAUAAAA+DQAABonAADYRQAAWSkAABAAAAAmAAAACAAAAAAAAAAAAAAA"/>
              </a:ext>
            </a:extLst>
          </p:cNvSpPr>
          <p:nvPr>
            <p:ph type="sldNum" sz="quarter" idx="12"/>
          </p:nvPr>
        </p:nvSpPr>
        <p:spPr/>
        <p:txBody>
          <a:bodyPr/>
          <a:lstStyle/>
          <a:p>
            <a:fld id="{48CC79A4-EAA5-998F-EB74-1CDA373A1D49}" type="slidenum">
              <a:t>‹#›</a:t>
            </a:fld>
            <a:endParaRPr/>
          </a:p>
        </p:txBody>
      </p:sp>
    </p:spTree>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type="vertTx">
  <p:cSld name="Title and vertical text">
    <p:spTree>
      <p:nvGrpSpPr>
        <p:cNvPr id="1" name=""/>
        <p:cNvGrpSpPr/>
        <p:nvPr/>
      </p:nvGrpSpPr>
      <p:grpSpPr>
        <a:xfrm>
          <a:off x="0" y="0"/>
          <a:ext cx="0" cy="0"/>
          <a:chOff x="0" y="0"/>
          <a:chExt cx="0" cy="0"/>
        </a:xfrm>
      </p:grpSpPr>
      <p:sp>
        <p:nvSpPr>
          <p:cNvPr id="2" name="SlideTitle1"/>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gfw5ZxMAAAAlAAAAZAAAAA0AAAAAkAAAAEgAAACQAAAASAAAAAAAAAABAAAAAAAAAAEAAABQAAAAAAAAAAAA4D8AAAAAAADgPwAAAAAAAOA/AAAAAAAA4D8AAAAAAADgPwAAAAAAAOA/AAAAAAAA4D8AAAAAAADgPwAAAAAAAOA/AAAAAAAA4D8CAAAAjAAAAAAAAAAAAAAA////AP///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D7o2aw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AAEAAAAAAAAAAAAAAAAAAAAAAAAAAAAAAAAAAAAAAAAAAAAAAAB/f38AAAAAA8zMzADAwP8Af39/AAAAAAAAAAAAAAAAAAAAAAAAAAAAIQAAABgAAAAUAAAAKAUAAD8CAADYRQAAZwoAABAAAAAmAAAACAAAAAAAAAAAAAAA"/>
              </a:ext>
            </a:extLst>
          </p:cNvSpPr>
          <p:nvPr>
            <p:ph type="title"/>
          </p:nvPr>
        </p:nvSpPr>
        <p:spPr/>
        <p:txBody>
          <a:bodyPr/>
          <a:lstStyle/>
          <a:p>
            <a:r>
              <a:t>Click to edit Master title style</a:t>
            </a:r>
          </a:p>
        </p:txBody>
      </p:sp>
      <p:sp>
        <p:nvSpPr>
          <p:cNvPr id="3" name="SlideText1"/>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gfw5ZxMAAAAlAAAAZAAAAA0AAAAAkAAAAEgAAACQAAAASAAAAAAAAAAAAAAAAQAAAAEAAABQAAAAAAAAAAAA4D8AAAAAAADgPwAAAAAAAOA/AAAAAAAA4D8AAAAAAADgPwAAAAAAAOA/AAAAAAAA4D8AAAAAAADgPwAAAAAAAOA/AAAAAAAA4D8CAAAAjAAAAAAAAAAAAAAA////AP///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AAEAAAAAAAAAAAAAAAAAAAAAAAAAAAAAAAAAAAAAAAAAAAAAAAB/f38AAAAAA8zMzADAwP8Af39/AAAAAAAAAAAAAAAAAAAAAAAAAAAAIQAAABgAAAAUAAAAKAUAADsLAADYRQAAACYAABAAAAAmAAAACAAAAAIAAAAAAAAA"/>
              </a:ext>
            </a:extLst>
          </p:cNvSpPr>
          <p:nvPr>
            <p:ph idx="1"/>
          </p:nvPr>
        </p:nvSpPr>
        <p:spPr/>
        <p:txBody>
          <a:bodyPr vert="vert" wrap="square" lIns="91440" tIns="45720" rIns="91440" bIns="45720" numCol="1" spcCol="215900" anchor="t">
            <a:prstTxWarp prst="textNoShape">
              <a:avLst/>
            </a:prstTxWarp>
          </a:bodyPr>
          <a:lstStyle/>
          <a:p>
            <a:r>
              <a:t>Click to edit Master text styles</a:t>
            </a:r>
          </a:p>
          <a:p>
            <a:pPr lvl="1"/>
            <a:r>
              <a:t>Second level</a:t>
            </a:r>
          </a:p>
          <a:p>
            <a:pPr lvl="2"/>
            <a:r>
              <a:t>Third level</a:t>
            </a:r>
          </a:p>
          <a:p>
            <a:pPr lvl="3"/>
            <a:r>
              <a:t>Fourth level</a:t>
            </a:r>
          </a:p>
          <a:p>
            <a:pPr lvl="4"/>
            <a:r>
              <a:t>Fifth level</a:t>
            </a:r>
          </a:p>
        </p:txBody>
      </p:sp>
      <p:sp>
        <p:nvSpPr>
          <p:cNvPr id="4" name="DateTimeArea1"/>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gfw5ZxMAAAAlAAAAZAAAAA0AAAAAkAAAAEgAAACQAAAASAAAAAAAAAABAAAAAAAAAAEAAABQAAAAAAAAAAAA4D8AAAAAAADgPwAAAAAAAOA/AAAAAAAA4D8AAAAAAADgPwAAAAAAAOA/AAAAAAAA4D8AAAAAAADgPwAAAAAAAOA/AAAAAAAA4D8CAAAAjAAAAAAAAAAAAAAA////AP///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AAEAAAAAAAAAAAAAAAAAAAAAAAAAAAAAAAAAAAAAAAAAAAAAAAB/f38AAAAAA8zMzADAwP8Af39/AAAAAAAAAAAAAAAAAAAAAAAAAAAAIQAAABgAAAAUAAAAKAUAABonAAAIFgAAWSkAABAAAAAmAAAACAAAAAAAAAAAAAAA"/>
              </a:ext>
            </a:extLst>
          </p:cNvSpPr>
          <p:nvPr>
            <p:ph type="dt" sz="quarter" idx="10"/>
          </p:nvPr>
        </p:nvSpPr>
        <p:spPr/>
        <p:txBody>
          <a:bodyPr/>
          <a:lstStyle/>
          <a:p>
            <a:fld id="{263180A1-EFCB-6476-8589-1923CEC7734C}" type="datetime1">
              <a:t>2/14/2026</a:t>
            </a:fld>
            <a:endParaRPr/>
          </a:p>
        </p:txBody>
      </p:sp>
      <p:sp>
        <p:nvSpPr>
          <p:cNvPr id="5" name="FooterArea1"/>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gfw5ZxMAAAAlAAAAZAAAAA0AAAAAkAAAAEgAAACQAAAASAAAAAAAAAABAAAAAAAAAAEAAABQAAAAAAAAAAAA4D8AAAAAAADgPwAAAAAAAOA/AAAAAAAA4D8AAAAAAADgPwAAAAAAAOA/AAAAAAAA4D8AAAAAAADgPwAAAAAAAOA/AAAAAAAA4D8CAAAAjAAAAAAAAAAAAAAA////AP///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AAEAAAAAAAAAAAAAAAAAAAAAAAAAAAAAAAAAAAAAAAAAAAAAAAB/f38AAAAAA8zMzADAwP8Af39/AAAAAAAAAAAAAAAAAAAAAAAAAAAAIQAAABgAAAAUAAAA2BgAABonAAAoMgAAWSkAABAAAAAmAAAACAAAAAAAAAAAAAAA"/>
              </a:ext>
            </a:extLst>
          </p:cNvSpPr>
          <p:nvPr>
            <p:ph type="ftr" sz="quarter" idx="11"/>
          </p:nvPr>
        </p:nvSpPr>
        <p:spPr/>
        <p:txBody>
          <a:bodyPr/>
          <a:lstStyle/>
          <a:p>
            <a:endParaRPr/>
          </a:p>
        </p:txBody>
      </p:sp>
      <p:sp>
        <p:nvSpPr>
          <p:cNvPr id="6" name="SlideNumberArea1"/>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gfw5ZxMAAAAlAAAAZAAAAA0AAAAAkAAAAEgAAACQAAAASAAAAAAAAAABAAAAAAAAAAEAAABQAAAAAAAAAAAA4D8AAAAAAADgPwAAAAAAAOA/AAAAAAAA4D8AAAAAAADgPwAAAAAAAOA/AAAAAAAA4D8AAAAAAADgPwAAAAAAAOA/AAAAAAAA4D8CAAAAjAAAAAAAAAAAAAAA////AP///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AAEAAAAAAAAAAAAAAAAAAAAAAAAAAAAAAAAAAAAAAAAAAAAAAAB/f38AAAAAA8zMzADAwP8Af39/AAAAAAAAAAAAAAAAAAAAAAAAAAAAIQAAABgAAAAUAAAA+DQAABonAADYRQAAWSkAABAAAAAmAAAACAAAAAAAAAAAAAAA"/>
              </a:ext>
            </a:extLst>
          </p:cNvSpPr>
          <p:nvPr>
            <p:ph type="sldNum" sz="quarter" idx="12"/>
          </p:nvPr>
        </p:nvSpPr>
        <p:spPr/>
        <p:txBody>
          <a:bodyPr/>
          <a:lstStyle/>
          <a:p>
            <a:fld id="{105EABD3-9DFD-0B5D-B3E6-6B08E5A8453E}" type="slidenum">
              <a:t>‹#›</a:t>
            </a:fld>
            <a:endParaRPr/>
          </a:p>
        </p:txBody>
      </p:sp>
    </p:spTree>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type="vertTitleAndTx">
  <p:cSld name="Vertical title and text">
    <p:spTree>
      <p:nvGrpSpPr>
        <p:cNvPr id="1" name=""/>
        <p:cNvGrpSpPr/>
        <p:nvPr/>
      </p:nvGrpSpPr>
      <p:grpSpPr>
        <a:xfrm>
          <a:off x="0" y="0"/>
          <a:ext cx="0" cy="0"/>
          <a:chOff x="0" y="0"/>
          <a:chExt cx="0" cy="0"/>
        </a:xfrm>
      </p:grpSpPr>
      <p:sp>
        <p:nvSpPr>
          <p:cNvPr id="2" name="SlideTitle1"/>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gfw5ZxMAAAAlAAAAZAAAAA0AAAAAkAAAAEgAAACQAAAASAAAAAAAAAACAAAAAQAAAAEAAABQAAAAAAAAAAAA4D8AAAAAAADgPwAAAAAAAOA/AAAAAAAA4D8AAAAAAADgPwAAAAAAAOA/AAAAAAAA4D8AAAAAAADgPwAAAAAAAOA/AAAAAAAA4D8CAAAAjAAAAAAAAAAAAAAA////AP///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D7o2aw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AAEAAAAAAAAAAAAAAAAAAAAAAAAAAAAAAAAAAAAAAAAAAAAAAAB/f38AAAAAA8zMzADAwP8Af39/AAAAAAAAAAAAAAAAAAAAAAAAAAAAIQAAABgAAAAUAAAAYDYAALABAABARwAAsCUAABAAAAAmAAAACAAAAIMAAAAAAAAA"/>
              </a:ext>
            </a:extLst>
          </p:cNvSpPr>
          <p:nvPr>
            <p:ph type="title"/>
          </p:nvPr>
        </p:nvSpPr>
        <p:spPr>
          <a:xfrm>
            <a:off x="8839200" y="274320"/>
            <a:ext cx="2743200" cy="5852160"/>
          </a:xfrm>
        </p:spPr>
        <p:txBody>
          <a:bodyPr vert="vert" wrap="square" lIns="91440" tIns="45720" rIns="91440" bIns="45720" numCol="1" spcCol="215900" anchor="b">
            <a:prstTxWarp prst="textNoShape">
              <a:avLst/>
            </a:prstTxWarp>
          </a:bodyPr>
          <a:lstStyle/>
          <a:p>
            <a:r>
              <a:t>Click to edit Master title style</a:t>
            </a:r>
          </a:p>
        </p:txBody>
      </p:sp>
      <p:sp>
        <p:nvSpPr>
          <p:cNvPr id="3" name="SlideText1"/>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gfw5ZxMAAAAlAAAAZAAAAA0AAAAAkAAAAEgAAACQAAAASAAAAAAAAAAAAAAAAQAAAAEAAABQAAAAAAAAAAAA4D8AAAAAAADgPwAAAAAAAOA/AAAAAAAA4D8AAAAAAADgPwAAAAAAAOA/AAAAAAAA4D8AAAAAAADgPwAAAAAAAOA/AAAAAAAA4D8CAAAAjAAAAAAAAAAAAAAA////AP///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AAEAAAAAAAAAAAAAAAAAAAAAAAAAAAAAAAAAAAAAAAAAAAAAAAB/f38AAAAAA8zMzADAwP8Af39/AAAAAAAAAAAAAAAAAAAAAAAAAAAAIQAAABgAAAAUAAAAwAMAALABAAAfNQAAsCUAABAAAAAmAAAACAAAAAMAAAAAAAAA"/>
              </a:ext>
            </a:extLst>
          </p:cNvSpPr>
          <p:nvPr>
            <p:ph idx="1"/>
          </p:nvPr>
        </p:nvSpPr>
        <p:spPr>
          <a:xfrm>
            <a:off x="609600" y="274320"/>
            <a:ext cx="8025765" cy="5852160"/>
          </a:xfrm>
        </p:spPr>
        <p:txBody>
          <a:bodyPr vert="vert" wrap="square" lIns="91440" tIns="45720" rIns="91440" bIns="45720" numCol="1" spcCol="215900" anchor="t">
            <a:prstTxWarp prst="textNoShape">
              <a:avLst/>
            </a:prstTxWarp>
          </a:bodyPr>
          <a:lstStyle/>
          <a:p>
            <a:r>
              <a:t>Click to edit Master text styles</a:t>
            </a:r>
          </a:p>
          <a:p>
            <a:pPr lvl="1"/>
            <a:r>
              <a:t>Second level</a:t>
            </a:r>
          </a:p>
          <a:p>
            <a:pPr lvl="2"/>
            <a:r>
              <a:t>Third level</a:t>
            </a:r>
          </a:p>
          <a:p>
            <a:pPr lvl="3"/>
            <a:r>
              <a:t>Fourth level</a:t>
            </a:r>
          </a:p>
          <a:p>
            <a:pPr lvl="4"/>
            <a:r>
              <a:t>Fifth level</a:t>
            </a:r>
          </a:p>
        </p:txBody>
      </p:sp>
      <p:sp>
        <p:nvSpPr>
          <p:cNvPr id="4" name="DateTimeArea1"/>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gfw5ZxMAAAAlAAAAZAAAAA0AAAAAkAAAAEgAAACQAAAASAAAAAAAAAABAAAAAAAAAAEAAABQAAAAAAAAAAAA4D8AAAAAAADgPwAAAAAAAOA/AAAAAAAA4D8AAAAAAADgPwAAAAAAAOA/AAAAAAAA4D8AAAAAAADgPwAAAAAAAOA/AAAAAAAA4D8CAAAAjAAAAAAAAAAAAAAA////AP///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M0MTgE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AAEAAAAAAAAAAAAAAAAAAAAAAAAAAAAAAAAAAAAAAAAAAAAAAAB/f38AAAAAA8zMzADAwP8Af39/AAAAAAAAAAAAAAAAAAAAAAAAAAAAIQAAABgAAAAUAAAAKAUAABonAAAIFgAAWSkAABAAAAAmAAAACAAAAAAAAAAAAAAA"/>
              </a:ext>
            </a:extLst>
          </p:cNvSpPr>
          <p:nvPr>
            <p:ph type="dt" sz="quarter" idx="10"/>
          </p:nvPr>
        </p:nvSpPr>
        <p:spPr/>
        <p:txBody>
          <a:bodyPr/>
          <a:lstStyle/>
          <a:p>
            <a:fld id="{03D8D979-37EE-8D2F-A060-C17A972E5694}" type="datetime1">
              <a:t>2/14/2026</a:t>
            </a:fld>
            <a:endParaRPr/>
          </a:p>
        </p:txBody>
      </p:sp>
      <p:sp>
        <p:nvSpPr>
          <p:cNvPr id="5" name="FooterArea1"/>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gfw5ZxMAAAAlAAAAZAAAAA0AAAAAkAAAAEgAAACQAAAASAAAAAAAAAABAAAAAAAAAAEAAABQAAAAAAAAAAAA4D8AAAAAAADgPwAAAAAAAOA/AAAAAAAA4D8AAAAAAADgPwAAAAAAAOA/AAAAAAAA4D8AAAAAAADgPwAAAAAAAOA/AAAAAAAA4D8CAAAAjAAAAAAAAAAAAAAA////AP///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AAEAAAAAAAAAAAAAAAAAAAAAAAAAAAAAAAAAAAAAAAAAAAAAAAB/f38AAAAAA8zMzADAwP8Af39/AAAAAAAAAAAAAAAAAAAAAAAAAAAAIQAAABgAAAAUAAAA2BgAABonAAAoMgAAWSkAABAAAAAmAAAACAAAAAAAAAAAAAAA"/>
              </a:ext>
            </a:extLst>
          </p:cNvSpPr>
          <p:nvPr>
            <p:ph type="ftr" sz="quarter" idx="11"/>
          </p:nvPr>
        </p:nvSpPr>
        <p:spPr/>
        <p:txBody>
          <a:bodyPr/>
          <a:lstStyle/>
          <a:p>
            <a:endParaRPr/>
          </a:p>
        </p:txBody>
      </p:sp>
      <p:sp>
        <p:nvSpPr>
          <p:cNvPr id="6" name="SlideNumberArea1"/>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gfw5ZxMAAAAlAAAAZAAAAA0AAAAAkAAAAEgAAACQAAAASAAAAAAAAAABAAAAAAAAAAEAAABQAAAAAAAAAAAA4D8AAAAAAADgPwAAAAAAAOA/AAAAAAAA4D8AAAAAAADgPwAAAAAAAOA/AAAAAAAA4D8AAAAAAADgPwAAAAAAAOA/AAAAAAAA4D8CAAAAjAAAAAAAAAAAAAAA////AP///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JwNTgE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AAEAAAAAAAAAAAAAAAAAAAAAAAAAAAAAAAAAAAAAAAAAAAAAAAB/f38AAAAAA8zMzADAwP8Af39/AAAAAAAAAAAAAAAAAAAAAAAAAAAAIQAAABgAAAAUAAAA+DQAABonAADYRQAAWSkAABAAAAAmAAAACAAAAAAAAAAAAAAA"/>
              </a:ext>
            </a:extLst>
          </p:cNvSpPr>
          <p:nvPr>
            <p:ph type="sldNum" sz="quarter" idx="12"/>
          </p:nvPr>
        </p:nvSpPr>
        <p:spPr/>
        <p:txBody>
          <a:bodyPr/>
          <a:lstStyle/>
          <a:p>
            <a:fld id="{4C25877F-31A1-7071-EF9D-C724C9D31992}" type="slidenum">
              <a:t>‹#›</a:t>
            </a:fld>
            <a:endParaRPr/>
          </a:p>
        </p:txBody>
      </p:sp>
    </p:spTree>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gfw5ZxMAAAAlAAAAZAAAAA0AAAAAkAAAAEgAAACQAAAASAAAAAAAAAAC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CDZG1s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YAkAAOgGAACgQQAAmBUAABAAAAAmAAAACAAAAP3w////////"/>
              </a:ext>
            </a:extLst>
          </p:cNvSpPr>
          <p:nvPr>
            <p:ph type="ctrTitle"/>
          </p:nvPr>
        </p:nvSpPr>
        <p:spPr>
          <a:xfrm>
            <a:off x="1524000" y="1122680"/>
            <a:ext cx="9144000" cy="2387600"/>
          </a:xfrm>
          <a:noFill/>
          <a:ln>
            <a:noFill/>
          </a:ln>
          <a:effectLst/>
        </p:spPr>
        <p:txBody>
          <a:bodyPr vert="horz" wrap="square" lIns="91440" tIns="45720" rIns="91440" bIns="45720" numCol="1" spcCol="215900" anchor="b">
            <a:prstTxWarp prst="textNoShape">
              <a:avLst/>
            </a:prstTxWarp>
          </a:bodyPr>
          <a:lstStyle/>
          <a:p>
            <a:pPr marL="0" marR="0" indent="0" algn="ctr" defTabSz="914400">
              <a:lnSpc>
                <a:spcPct val="90000"/>
              </a:lnSpc>
              <a:spcBef>
                <a:spcPts val="0"/>
              </a:spcBef>
              <a:spcAft>
                <a:spcPts val="0"/>
              </a:spcAft>
              <a:buNone/>
              <a:tabLst/>
              <a:defRPr sz="6000" b="0" i="0" u="none" strike="noStrike" kern="1" cap="none" spc="0" baseline="0">
                <a:solidFill>
                  <a:schemeClr val="tx1"/>
                </a:solidFill>
                <a:effectLst/>
                <a:latin typeface="Calibri Light" charset="0"/>
                <a:ea typeface="Calibri Light" charset="0"/>
                <a:cs typeface="Calibri Light" charset="0"/>
              </a:defRPr>
            </a:pPr>
            <a:r>
              <a:t>Click to edit Master title style</a:t>
            </a:r>
          </a:p>
        </p:txBody>
      </p:sp>
      <p:sp>
        <p:nvSpPr>
          <p:cNvPr id="3" name="Subtitle 2"/>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gfw5ZxMAAAAlAAAAZAAAAA0AAAAAkAAAAEgAAACQAAAAS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YAkAACkWAACgQQAAWCAAABAAAAAmAAAACAAAAH3w////////"/>
              </a:ext>
            </a:extLst>
          </p:cNvSpPr>
          <p:nvPr>
            <p:ph type="subTitle" idx="1"/>
          </p:nvPr>
        </p:nvSpPr>
        <p:spPr>
          <a:xfrm>
            <a:off x="1524000" y="3602355"/>
            <a:ext cx="9144000" cy="1655445"/>
          </a:xfrm>
          <a:noFill/>
          <a:ln>
            <a:noFill/>
          </a:ln>
          <a:effectLst/>
        </p:spPr>
        <p:txBody>
          <a:bodyPr vert="horz" wrap="square" lIns="91440" tIns="45720" rIns="91440" bIns="45720" numCol="1" spcCol="215900" anchor="t">
            <a:prstTxWarp prst="textNoShape">
              <a:avLst/>
            </a:prstTxWarp>
          </a:bodyPr>
          <a:lstStyle/>
          <a:p>
            <a:pPr marL="0" marR="0" indent="0" algn="ctr" defTabSz="914400">
              <a:lnSpc>
                <a:spcPct val="90000"/>
              </a:lnSpc>
              <a:spcBef>
                <a:spcPts val="1000"/>
              </a:spcBef>
              <a:spcAft>
                <a:spcPts val="0"/>
              </a:spcAft>
              <a:buNone/>
              <a:tabLst/>
              <a:defRPr sz="2400" b="0" i="0" u="none" strike="noStrike" kern="1" cap="none" spc="0" baseline="0">
                <a:solidFill>
                  <a:schemeClr val="tx1"/>
                </a:solidFill>
                <a:effectLst/>
                <a:latin typeface="Calibri" pitchFamily="2" charset="0"/>
                <a:ea typeface="Calibri" pitchFamily="2" charset="0"/>
                <a:cs typeface="Calibri" pitchFamily="2" charset="0"/>
              </a:defRPr>
            </a:pPr>
            <a:r>
              <a:t>Click to edit Master subtitle style</a:t>
            </a:r>
          </a:p>
        </p:txBody>
      </p:sp>
      <p:sp>
        <p:nvSpPr>
          <p:cNvPr id="4" name="Date Placeholder 3"/>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gfw5ZxMAAAAlAAAAZAAAAA0AAAAAkAAAAEgAAACQAAAAS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FRhcmc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KAUAABonAAAIFgAAWSkAABAAAAAmAAAACAAAAHxw////////"/>
              </a:ext>
            </a:extLst>
          </p:cNvSpPr>
          <p:nvPr>
            <p:ph type="dt" sz="half" idx="10"/>
          </p:nvPr>
        </p:nvSpPr>
        <p:spPr>
          <a:noFill/>
          <a:ln>
            <a:noFill/>
          </a:ln>
          <a:effectLst/>
        </p:spPr>
        <p:txBody>
          <a:bodyPr vert="horz" wrap="square" lIns="91440" tIns="45720" rIns="91440" bIns="45720" numCol="1" spcCol="215900" anchor="ctr">
            <a:prstTxWarp prst="textNoShape">
              <a:avLst/>
            </a:prstTxWarp>
          </a:bodyPr>
          <a:lstStyle/>
          <a:p>
            <a:fld id="{340600FB-B5D9-53F6-97BE-43A34EF06116}" type="datetime1">
              <a:t>2/14/2026</a:t>
            </a:fld>
            <a:endParaRPr/>
          </a:p>
        </p:txBody>
      </p:sp>
      <p:sp>
        <p:nvSpPr>
          <p:cNvPr id="5" name="Footer Placeholder 4"/>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gfw5ZxMAAAAlAAAAZAAAAA0AAAAAkAAAAEgAAACQAAAAS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2BgAABonAAAoMgAAWSkAABAAAAAmAAAACAAAAHxw////////"/>
              </a:ext>
            </a:extLst>
          </p:cNvSpPr>
          <p:nvPr>
            <p:ph type="ftr" sz="quarter" idx="11"/>
          </p:nvPr>
        </p:nvSpPr>
        <p:spPr>
          <a:noFill/>
          <a:ln>
            <a:noFill/>
          </a:ln>
          <a:effectLst/>
        </p:spPr>
        <p:txBody>
          <a:bodyPr vert="horz" wrap="square" lIns="91440" tIns="45720" rIns="91440" bIns="45720" numCol="1" spcCol="215900" anchor="ctr">
            <a:prstTxWarp prst="textNoShape">
              <a:avLst/>
            </a:prstTxWarp>
          </a:bodyPr>
          <a:lstStyle/>
          <a:p>
            <a:endParaRPr/>
          </a:p>
        </p:txBody>
      </p:sp>
      <p:sp>
        <p:nvSpPr>
          <p:cNvPr id="6" name="Slide Number Placeholder 5"/>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gfw5ZxMAAAAlAAAAZAAAAA0AAAAAkAAAAEgAAACQAAAAS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DQAABonAADYRQAAWSkAABAAAAAmAAAACAAAAHxw////////"/>
              </a:ext>
            </a:extLst>
          </p:cNvSpPr>
          <p:nvPr>
            <p:ph type="sldNum" sz="quarter" idx="12"/>
          </p:nvPr>
        </p:nvSpPr>
        <p:spPr>
          <a:noFill/>
          <a:ln>
            <a:noFill/>
          </a:ln>
          <a:effectLst/>
        </p:spPr>
        <p:txBody>
          <a:bodyPr vert="horz" wrap="square" lIns="91440" tIns="45720" rIns="91440" bIns="45720" numCol="1" spcCol="215900" anchor="ctr">
            <a:prstTxWarp prst="textNoShape">
              <a:avLst/>
            </a:prstTxWarp>
          </a:bodyPr>
          <a:lstStyle/>
          <a:p>
            <a:fld id="{36B0E834-7ADB-E51E-9508-8C4BA64663D9}" type="slidenum">
              <a:t>‹#›</a:t>
            </a:fld>
            <a:endParaRPr/>
          </a:p>
        </p:txBody>
      </p:sp>
    </p:spTree>
  </p:cSld>
  <p:clrMapOvr>
    <a:masterClrMapping/>
  </p:clrMapOvr>
  <p:hf hdr="0" ftr="0"/>
</p:sldLayout>
</file>

<file path=ppt/slideLayouts/slideLayout61.xml><?xml version="1.0" encoding="utf-8"?>
<p:sldLayout xmlns:a="http://schemas.openxmlformats.org/drawingml/2006/main" xmlns:r="http://schemas.openxmlformats.org/officeDocument/2006/relationships" xmlns:p="http://schemas.openxmlformats.org/presentationml/2006/main" type="tx">
  <p:cSld name="Title and content">
    <p:spTree>
      <p:nvGrpSpPr>
        <p:cNvPr id="1" name=""/>
        <p:cNvGrpSpPr/>
        <p:nvPr/>
      </p:nvGrpSpPr>
      <p:grpSpPr>
        <a:xfrm>
          <a:off x="0" y="0"/>
          <a:ext cx="0" cy="0"/>
          <a:chOff x="0" y="0"/>
          <a:chExt cx="0" cy="0"/>
        </a:xfrm>
      </p:grpSpPr>
      <p:sp>
        <p:nvSpPr>
          <p:cNvPr id="2" name="SlideTitle1"/>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gfw5ZxMAAAAlAAAAZAAAAA0AAAAAkAAAAEgAAACQAAAASAAAAAAAAAABAAAAAAAAAAEAAABQAAAAAAAAAAAA4D8AAAAAAADgPwAAAAAAAOA/AAAAAAAA4D8AAAAAAADgPwAAAAAAAOA/AAAAAAAA4D8AAAAAAADgPwAAAAAAAOA/AAAAAAAA4D8CAAAAjAAAAAAAAAAAAAAA////AP///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AAEAAAAAAAAAAAAAAAAAAAAAAAAAAAAAAAAAAAAAAAAAAAAAAAB/f38AAAAAA8zMzADAwP8Af39/AAAAAAAAAAAAAAAAAAAAAAAAAAAAIQAAABgAAAAUAAAAKAUAAD8CAADYRQAAZwoAABAAAAAmAAAACAAAAAAAAAAAAAAA"/>
              </a:ext>
            </a:extLst>
          </p:cNvSpPr>
          <p:nvPr>
            <p:ph type="title"/>
          </p:nvPr>
        </p:nvSpPr>
        <p:spPr/>
        <p:txBody>
          <a:bodyPr/>
          <a:lstStyle/>
          <a:p>
            <a:r>
              <a:t>Click to edit Master title style</a:t>
            </a:r>
          </a:p>
        </p:txBody>
      </p:sp>
      <p:sp>
        <p:nvSpPr>
          <p:cNvPr id="3" name="SlideText1"/>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gfw5ZxMAAAAlAAAAZAAAAA0AAAAAkAAAAEgAAACQAAAASAAAAAAAAAAAAAAAAAAAAAEAAABQAAAAAAAAAAAA4D8AAAAAAADgPwAAAAAAAOA/AAAAAAAA4D8AAAAAAADgPwAAAAAAAOA/AAAAAAAA4D8AAAAAAADgPwAAAAAAAOA/AAAAAAAA4D8CAAAAjAAAAAAAAAAAAAAA////AP///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P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AAEAAAAAAAAAAAAAAAAAAAAAAAAAAAAAAAAAAAAAAAAAAAAAAAB/f38AAAAAA8zMzADAwP8Af39/AAAAAAAAAAAAAAAAAAAAAAAAAAAAIQAAABgAAAAUAAAAKAUAADsLAADYRQAAACYAABAAAAAmAAAACAAAAAAAAAAAAAAA"/>
              </a:ext>
            </a:extLst>
          </p:cNvSpPr>
          <p:nvPr>
            <p:ph idx="1"/>
          </p:nvPr>
        </p:nvSpPr>
        <p:spPr/>
        <p:txBody>
          <a:bodyPr/>
          <a:lstStyle/>
          <a:p>
            <a:r>
              <a:t>Click to edit Master text styles</a:t>
            </a:r>
          </a:p>
          <a:p>
            <a:pPr lvl="1"/>
            <a:r>
              <a:t>Second level</a:t>
            </a:r>
          </a:p>
          <a:p>
            <a:pPr lvl="2"/>
            <a:r>
              <a:t>Third level</a:t>
            </a:r>
          </a:p>
          <a:p>
            <a:pPr lvl="3"/>
            <a:r>
              <a:t>Fourth level</a:t>
            </a:r>
          </a:p>
          <a:p>
            <a:pPr lvl="4"/>
            <a:r>
              <a:t>Fifth level</a:t>
            </a:r>
          </a:p>
        </p:txBody>
      </p:sp>
      <p:sp>
        <p:nvSpPr>
          <p:cNvPr id="4" name="DateTimeArea1"/>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gfw5ZxMAAAAlAAAAZAAAAA0AAAAAkAAAAEgAAACQAAAASAAAAAAAAAABAAAAAAAAAAEAAABQAAAAAAAAAAAA4D8AAAAAAADgPwAAAAAAAOA/AAAAAAAA4D8AAAAAAADgPwAAAAAAAOA/AAAAAAAA4D8AAAAAAADgPwAAAAAAAOA/AAAAAAAA4D8CAAAAjAAAAAAAAAAAAAAA////AP///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ExnJEM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AAEAAAAAAAAAAAAAAAAAAAAAAAAAAAAAAAAAAAAAAAAAAAAAAAB/f38AAAAAA8zMzADAwP8Af39/AAAAAAAAAAAAAAAAAAAAAAAAAAAAIQAAABgAAAAUAAAAKAUAABonAAAIFgAAWSkAABAAAAAmAAAACAAAAAAAAAAAAAAA"/>
              </a:ext>
            </a:extLst>
          </p:cNvSpPr>
          <p:nvPr>
            <p:ph type="dt" sz="quarter" idx="10"/>
          </p:nvPr>
        </p:nvSpPr>
        <p:spPr/>
        <p:txBody>
          <a:bodyPr/>
          <a:lstStyle/>
          <a:p>
            <a:fld id="{428F6D28-66AF-DA9B-E137-90CE237917C5}" type="datetime1">
              <a:t>2/14/2026</a:t>
            </a:fld>
            <a:endParaRPr/>
          </a:p>
        </p:txBody>
      </p:sp>
      <p:sp>
        <p:nvSpPr>
          <p:cNvPr id="5" name="FooterArea1"/>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gfw5ZxMAAAAlAAAAZAAAAA0AAAAAkAAAAEgAAACQAAAASAAAAAAAAAABAAAAAAAAAAEAAABQAAAAAAAAAAAA4D8AAAAAAADgPwAAAAAAAOA/AAAAAAAA4D8AAAAAAADgPwAAAAAAAOA/AAAAAAAA4D8AAAAAAADgPwAAAAAAAOA/AAAAAAAA4D8CAAAAjAAAAAAAAAAAAAAA////AP///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ExnJEM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AAEAAAAAAAAAAAAAAAAAAAAAAAAAAAAAAAAAAAAAAAAAAAAAAAB/f38AAAAAA8zMzADAwP8Af39/AAAAAAAAAAAAAAAAAAAAAAAAAAAAIQAAABgAAAAUAAAA2BgAABonAAAoMgAAWSkAABAAAAAmAAAACAAAAAAAAAAAAAAA"/>
              </a:ext>
            </a:extLst>
          </p:cNvSpPr>
          <p:nvPr>
            <p:ph type="ftr" sz="quarter" idx="11"/>
          </p:nvPr>
        </p:nvSpPr>
        <p:spPr/>
        <p:txBody>
          <a:bodyPr/>
          <a:lstStyle/>
          <a:p>
            <a:endParaRPr/>
          </a:p>
        </p:txBody>
      </p:sp>
      <p:sp>
        <p:nvSpPr>
          <p:cNvPr id="6" name="SlideNumberArea1"/>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gfw5ZxMAAAAlAAAAZAAAAA0AAAAAkAAAAEgAAACQAAAASAAAAAAAAAABAAAAAAAAAAEAAABQAAAAAAAAAAAA4D8AAAAAAADgPwAAAAAAAOA/AAAAAAAA4D8AAAAAAADgPwAAAAAAAOA/AAAAAAAA4D8AAAAAAADgPwAAAAAAAOA/AAAAAAAA4D8CAAAAjAAAAAAAAAAAAAAA////AP///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ExnJEM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AAEAAAAAAAAAAAAAAAAAAAAAAAAAAAAAAAAAAAAAAAAAAAAAAAB/f38AAAAAA8zMzADAwP8Af39/AAAAAAAAAAAAAAAAAAAAAAAAAAAAIQAAABgAAAAUAAAA+DQAABonAADYRQAAWSkAABAAAAAmAAAACAAAAAAAAAAAAAAA"/>
              </a:ext>
            </a:extLst>
          </p:cNvSpPr>
          <p:nvPr>
            <p:ph type="sldNum" sz="quarter" idx="12"/>
          </p:nvPr>
        </p:nvSpPr>
        <p:spPr/>
        <p:txBody>
          <a:bodyPr/>
          <a:lstStyle/>
          <a:p>
            <a:fld id="{0664891B-55EB-317F-A5DC-A32AC79253F6}" type="slidenum">
              <a:t>‹#›</a:t>
            </a:fld>
            <a:endParaRPr/>
          </a:p>
        </p:txBody>
      </p:sp>
    </p:spTree>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type="secHead">
  <p:cSld name="Section header">
    <p:spTree>
      <p:nvGrpSpPr>
        <p:cNvPr id="1" name=""/>
        <p:cNvGrpSpPr/>
        <p:nvPr/>
      </p:nvGrpSpPr>
      <p:grpSpPr>
        <a:xfrm>
          <a:off x="0" y="0"/>
          <a:ext cx="0" cy="0"/>
          <a:chOff x="0" y="0"/>
          <a:chExt cx="0" cy="0"/>
        </a:xfrm>
      </p:grpSpPr>
      <p:sp>
        <p:nvSpPr>
          <p:cNvPr id="2" name="SlideTitle1"/>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gfw5ZxMAAAAlAAAAZAAAAA0AAAAAkAAAAEgAAACQAAAASAAAAAAAAAAAAAAAAAAAAAEAAABQAAAAAAAAAAAA4D8AAAAAAADgPwAAAAAAAOA/AAAAAAAA4D8AAAAAAADgPwAAAAAAAOA/AAAAAAAA4D8AAAAAAADgPwAAAAAAAOA/AAAAAAAA4D8CAAAAjAAAAAAAAAAAAAAA////AP///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ExnJEM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AAEAAAAAAAAAAAAAAAAAAAAAAAAAAAAAAAAAAAAAAAAAAAAAAAB/f38AAAAAA8zMzADAwP8Af39/AAAAAAAAAAAAAAAAAAAAAAAAAAAAIQAAABgAAAAUAAAA7QUAABwbAACtRQAAfSMAABAAAAAmAAAACAAAAIEAAAAAAAAA"/>
              </a:ext>
            </a:extLst>
          </p:cNvSpPr>
          <p:nvPr>
            <p:ph type="title"/>
          </p:nvPr>
        </p:nvSpPr>
        <p:spPr>
          <a:xfrm>
            <a:off x="963295" y="4406900"/>
            <a:ext cx="10363200" cy="1362075"/>
          </a:xfrm>
        </p:spPr>
        <p:txBody>
          <a:bodyPr vert="horz" wrap="square" lIns="91440" tIns="45720" rIns="91440" bIns="45720" numCol="1" spcCol="215900" anchor="t">
            <a:prstTxWarp prst="textNoShape">
              <a:avLst/>
            </a:prstTxWarp>
          </a:bodyPr>
          <a:lstStyle/>
          <a:p>
            <a:r>
              <a:t>Click to edit Master title style</a:t>
            </a:r>
          </a:p>
        </p:txBody>
      </p:sp>
      <p:sp>
        <p:nvSpPr>
          <p:cNvPr id="3" name="SlideText1"/>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gfw5ZxMAAAAlAAAAZAAAAA0AAAAAkAAAAEgAAACQAAAASAAAAAAAAAACAAAAAAAAAAEAAABQAAAAAAAAAAAA4D8AAAAAAADgPwAAAAAAAOA/AAAAAAAA4D8AAAAAAADgPwAAAAAAAOA/AAAAAAAA4D8AAAAAAADgPwAAAAAAAOA/AAAAAAAA4D8CAAAAjAAAAAAAAAAAAAAA////AP///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ExnJEM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AAEAAAAAAAAAAAAAAAAAAAAAAAAAAAAAAAAAAAAAAAAAAAAAAAB/f38AAAAAA8zMzADAwP8Af39/AAAAAAAAAAAAAAAAAAAAAAAAAAAAIQAAABgAAAAUAAAA7QUAAOERAACtRQAAHBsAABAAAAAmAAAACAAAAIEAAAAAAAAA"/>
              </a:ext>
            </a:extLst>
          </p:cNvSpPr>
          <p:nvPr>
            <p:ph idx="1"/>
          </p:nvPr>
        </p:nvSpPr>
        <p:spPr>
          <a:xfrm>
            <a:off x="963295" y="2906395"/>
            <a:ext cx="10363200" cy="1500505"/>
          </a:xfrm>
        </p:spPr>
        <p:txBody>
          <a:bodyPr vert="horz" wrap="square" lIns="91440" tIns="45720" rIns="91440" bIns="45720" numCol="1" spcCol="215900" anchor="b">
            <a:prstTxWarp prst="textNoShape">
              <a:avLst/>
            </a:prstTxWarp>
          </a:bodyPr>
          <a:lstStyle/>
          <a:p>
            <a:r>
              <a:t>Click to edit Master text styles</a:t>
            </a:r>
          </a:p>
        </p:txBody>
      </p:sp>
      <p:sp>
        <p:nvSpPr>
          <p:cNvPr id="4" name="DateTimeArea1"/>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gfw5ZxMAAAAlAAAAZAAAAA0AAAAAkAAAAEgAAACQAAAASAAAAAAAAAABAAAAAAAAAAEAAABQAAAAAAAAAAAA4D8AAAAAAADgPwAAAAAAAOA/AAAAAAAA4D8AAAAAAADgPwAAAAAAAOA/AAAAAAAA4D8AAAAAAADgPwAAAAAAAOA/AAAAAAAA4D8CAAAAjAAAAAAAAAAAAAAA////AP///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DYRI0M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AAEAAAAAAAAAAAAAAAAAAAAAAAAAAAAAAAAAAAAAAAAAAAAAAAB/f38AAAAAA8zMzADAwP8Af39/AAAAAAAAAAAAAAAAAAAAAAAAAAAAIQAAABgAAAAUAAAAKAUAABonAAAIFgAAWSkAABAAAAAmAAAACAAAAAAAAAAAAAAA"/>
              </a:ext>
            </a:extLst>
          </p:cNvSpPr>
          <p:nvPr>
            <p:ph type="dt" sz="quarter" idx="10"/>
          </p:nvPr>
        </p:nvSpPr>
        <p:spPr/>
        <p:txBody>
          <a:bodyPr/>
          <a:lstStyle/>
          <a:p>
            <a:fld id="{1E1AEEC3-8DF3-4F18-BDA2-7B4DA0EC4B2E}" type="datetime1">
              <a:t>2/14/2026</a:t>
            </a:fld>
            <a:endParaRPr/>
          </a:p>
        </p:txBody>
      </p:sp>
      <p:sp>
        <p:nvSpPr>
          <p:cNvPr id="5" name="FooterArea1"/>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gfw5ZxMAAAAlAAAAZAAAAA0AAAAAkAAAAEgAAACQAAAASAAAAAAAAAABAAAAAAAAAAEAAABQAAAAAAAAAAAA4D8AAAAAAADgPwAAAAAAAOA/AAAAAAAA4D8AAAAAAADgPwAAAAAAAOA/AAAAAAAA4D8AAAAAAADgPwAAAAAAAOA/AAAAAAAA4D8CAAAAjAAAAAAAAAAAAAAA////AP///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GZmIHY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AAEAAAAAAAAAAAAAAAAAAAAAAAAAAAAAAAAAAAAAAAAAAAAAAAB/f38AAAAAA8zMzADAwP8Af39/AAAAAAAAAAAAAAAAAAAAAAAAAAAAIQAAABgAAAAUAAAA2BgAABonAAAoMgAAWSkAABAAAAAmAAAACAAAAAAAAAAAAAAA"/>
              </a:ext>
            </a:extLst>
          </p:cNvSpPr>
          <p:nvPr>
            <p:ph type="ftr" sz="quarter" idx="11"/>
          </p:nvPr>
        </p:nvSpPr>
        <p:spPr/>
        <p:txBody>
          <a:bodyPr/>
          <a:lstStyle/>
          <a:p>
            <a:endParaRPr/>
          </a:p>
        </p:txBody>
      </p:sp>
      <p:sp>
        <p:nvSpPr>
          <p:cNvPr id="6" name="SlideNumberArea1"/>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gfw5ZxMAAAAlAAAAZAAAAA0AAAAAkAAAAEgAAACQAAAASAAAAAAAAAABAAAAAAAAAAEAAABQAAAAAAAAAAAA4D8AAAAAAADgPwAAAAAAAOA/AAAAAAAA4D8AAAAAAADgPwAAAAAAAOA/AAAAAAAA4D8AAAAAAADgPwAAAAAAAOA/AAAAAAAA4D8CAAAAjAAAAAAAAAAAAAAA////AP///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AAEAAAAAAAAAAAAAAAAAAAAAAAAAAAAAAAAAAAAAAAAAAAAAAAB/f38AAAAAA8zMzADAwP8Af39/AAAAAAAAAAAAAAAAAAAAAAAAAAAAIQAAABgAAAAUAAAA+DQAABonAADYRQAAWSkAABAAAAAmAAAACAAAAAAAAAAAAAAA"/>
              </a:ext>
            </a:extLst>
          </p:cNvSpPr>
          <p:nvPr>
            <p:ph type="sldNum" sz="quarter" idx="12"/>
          </p:nvPr>
        </p:nvSpPr>
        <p:spPr/>
        <p:txBody>
          <a:bodyPr/>
          <a:lstStyle/>
          <a:p>
            <a:fld id="{112AD56B-25FC-7F23-B292-D3769BDC4486}" type="slidenum">
              <a:t>‹#›</a:t>
            </a:fld>
            <a:endParaRPr/>
          </a:p>
        </p:txBody>
      </p:sp>
    </p:spTree>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type="twoColTx">
  <p:cSld name="Title and two contents">
    <p:spTree>
      <p:nvGrpSpPr>
        <p:cNvPr id="1" name=""/>
        <p:cNvGrpSpPr/>
        <p:nvPr/>
      </p:nvGrpSpPr>
      <p:grpSpPr>
        <a:xfrm>
          <a:off x="0" y="0"/>
          <a:ext cx="0" cy="0"/>
          <a:chOff x="0" y="0"/>
          <a:chExt cx="0" cy="0"/>
        </a:xfrm>
      </p:grpSpPr>
      <p:sp>
        <p:nvSpPr>
          <p:cNvPr id="2" name="SlideTitle1"/>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gfw5ZxMAAAAlAAAAZAAAAA0AAAAAkAAAAEgAAACQAAAASAAAAAAAAAABAAAAAAAAAAEAAABQAAAAAAAAAAAA4D8AAAAAAADgPwAAAAAAAOA/AAAAAAAA4D8AAAAAAADgPwAAAAAAAOA/AAAAAAAA4D8AAAAAAADgPwAAAAAAAOA/AAAAAAAA4D8CAAAAjAAAAAAAAAAAAAAA////AP///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AAEAAAAAAAAAAAAAAAAAAAAAAAAAAAAAAAAAAAAAAAAAAAAAAAB/f38AAAAAA8zMzADAwP8Af39/AAAAAAAAAAAAAAAAAAAAAAAAAAAAIQAAABgAAAAUAAAAKAUAAD8CAADYRQAAZwoAABAAAAAmAAAACAAAAAAAAAAAAAAA"/>
              </a:ext>
            </a:extLst>
          </p:cNvSpPr>
          <p:nvPr>
            <p:ph type="title"/>
          </p:nvPr>
        </p:nvSpPr>
        <p:spPr/>
        <p:txBody>
          <a:bodyPr/>
          <a:lstStyle/>
          <a:p>
            <a:r>
              <a:t>Click to edit Master title style</a:t>
            </a:r>
          </a:p>
        </p:txBody>
      </p:sp>
      <p:sp>
        <p:nvSpPr>
          <p:cNvPr id="3" name="SlideText2"/>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gfw5ZxMAAAAlAAAAZAAAAA0AAAAAkAAAAEgAAACQAAAASAAAAAAAAAAAAAAAAAAAAAEAAABQAAAAAAAAAAAA4D8AAAAAAADgPwAAAAAAAOA/AAAAAAAA4D8AAAAAAADgPwAAAAAAAOA/AAAAAAAA4D8AAAAAAADgPwAAAAAAAOA/AAAAAAAA4D8CAAAAjAAAAAAAAAAAAAAA////AP///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CwD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AAEAAAAAAAAAAAAAAAAAAAAAAAAAAAAAAAAAAAAAAAAAAAAAAAB/f38AAAAAA8zMzADAwP8Af39/AAAAAAAAAAAAAAAAAAAAAAAAAAAAIQAAABgAAAAUAAAAwAMAANgJAADhJAAAsCUAABAAAAAmAAAACAAAAAEAAAAAAAAA"/>
              </a:ext>
            </a:extLst>
          </p:cNvSpPr>
          <p:nvPr>
            <p:ph sz="half" idx="1"/>
          </p:nvPr>
        </p:nvSpPr>
        <p:spPr>
          <a:xfrm>
            <a:off x="609600" y="1600200"/>
            <a:ext cx="5385435" cy="4526280"/>
          </a:xfrm>
        </p:spPr>
        <p:txBody>
          <a:bodyPr/>
          <a:lstStyle/>
          <a:p>
            <a:r>
              <a:t>Click to edit Master text styles</a:t>
            </a:r>
          </a:p>
          <a:p>
            <a:pPr lvl="1"/>
            <a:r>
              <a:t>Second level</a:t>
            </a:r>
          </a:p>
          <a:p>
            <a:pPr lvl="2"/>
            <a:r>
              <a:t>Third level</a:t>
            </a:r>
          </a:p>
          <a:p>
            <a:pPr lvl="3"/>
            <a:r>
              <a:t>Fourth level</a:t>
            </a:r>
          </a:p>
          <a:p>
            <a:pPr lvl="4"/>
            <a:r>
              <a:t>Fifth level</a:t>
            </a:r>
          </a:p>
        </p:txBody>
      </p:sp>
      <p:sp>
        <p:nvSpPr>
          <p:cNvPr id="4" name="SlideText1"/>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gfw5ZxMAAAAlAAAAZAAAAA8AAAAAkAAAAEgAAACQAAAASAAAAAAAAAAAAAAAAAAAAAEAAABQAAAAAAAAAAAA4D8AAAAAAADgPwAAAAAAAOA/AAAAAAAA4D8AAAAAAADgPwAAAAAAAOA/AAAAAAAA4D8AAAAAAADgPwAAAAAAAOA/AAAAAAAA4D8CAAAAjAAAAAAAAAAAAAAA////AP///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AAEAAAAAAAAAAAAAAAAAAAAAAAAAAAAAAAAAAAAAAAAAAAAAAAB/f38AAAAAA8zMzADAwP8Af39/AAAAAAAAAAAAAAAAAAAAAAAAAAAAIQAAABgAAAAUAAAAHyYAANgJAABARwAAsCUAAAAAAAAmAAAACAAAAAEAAAAAAAAA"/>
              </a:ext>
            </a:extLst>
          </p:cNvSpPr>
          <p:nvPr>
            <p:ph sz="half" idx="2"/>
          </p:nvPr>
        </p:nvSpPr>
        <p:spPr>
          <a:xfrm>
            <a:off x="6196965" y="1600200"/>
            <a:ext cx="5385435" cy="4526280"/>
          </a:xfrm>
        </p:spPr>
        <p:txBody>
          <a:bodyPr/>
          <a:lstStyle/>
          <a:p>
            <a:r>
              <a:t>Click to edit Master text styles</a:t>
            </a:r>
          </a:p>
          <a:p>
            <a:pPr lvl="1"/>
            <a:r>
              <a:t>Second level</a:t>
            </a:r>
          </a:p>
          <a:p>
            <a:pPr lvl="2"/>
            <a:r>
              <a:t>Third level</a:t>
            </a:r>
          </a:p>
          <a:p>
            <a:pPr lvl="3"/>
            <a:r>
              <a:t>Fourth level</a:t>
            </a:r>
          </a:p>
          <a:p>
            <a:pPr lvl="4"/>
            <a:r>
              <a:t>Fifth level</a:t>
            </a:r>
          </a:p>
        </p:txBody>
      </p:sp>
      <p:sp>
        <p:nvSpPr>
          <p:cNvPr id="5" name="DateTimeArea1"/>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gfw5ZxMAAAAlAAAAZAAAAA0AAAAAkAAAAEgAAACQAAAASAAAAAAAAAABAAAAAAAAAAEAAABQAAAAAAAAAAAA4D8AAAAAAADgPwAAAAAAAOA/AAAAAAAA4D8AAAAAAADgPwAAAAAAAOA/AAAAAAAA4D8AAAAAAADgPwAAAAAAAOA/AAAAAAAA4D8CAAAAjAAAAAAAAAAAAAAA////AP///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DCAuRU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AAEAAAAAAAAAAAAAAAAAAAAAAAAAAAAAAAAAAAAAAAAAAAAAAAB/f38AAAAAA8zMzADAwP8Af39/AAAAAAAAAAAAAAAAAAAAAAAAAAAAIQAAABgAAAAUAAAAKAUAABonAAAIFgAAWSkAABAAAAAmAAAACAAAAAAAAAAAAAAA"/>
              </a:ext>
            </a:extLst>
          </p:cNvSpPr>
          <p:nvPr>
            <p:ph type="dt" sz="quarter" idx="10"/>
          </p:nvPr>
        </p:nvSpPr>
        <p:spPr/>
        <p:txBody>
          <a:bodyPr/>
          <a:lstStyle/>
          <a:p>
            <a:fld id="{76D821D5-9B9B-8DD7-D560-6D826F2E2338}" type="datetime1">
              <a:t>2/14/2026</a:t>
            </a:fld>
            <a:endParaRPr/>
          </a:p>
        </p:txBody>
      </p:sp>
      <p:sp>
        <p:nvSpPr>
          <p:cNvPr id="6" name="FooterArea1"/>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gfw5ZxMAAAAlAAAAZAAAAA0AAAAAkAAAAEgAAACQAAAASAAAAAAAAAABAAAAAAAAAAEAAABQAAAAAAAAAAAA4D8AAAAAAADgPwAAAAAAAOA/AAAAAAAA4D8AAAAAAADgPwAAAAAAAOA/AAAAAAAA4D8AAAAAAADgPwAAAAAAAOA/AAAAAAAA4D8CAAAAjAAAAAAAAAAAAAAA////AP///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AAEAAAAAAAAAAAAAAAAAAAAAAAAAAAAAAAAAAAAAAAAAAAAAAAB/f38AAAAAA8zMzADAwP8Af39/AAAAAAAAAAAAAAAAAAAAAAAAAAAAIQAAABgAAAAUAAAA2BgAABonAAAoMgAAWSkAABAAAAAmAAAACAAAAAAAAAAAAAAA"/>
              </a:ext>
            </a:extLst>
          </p:cNvSpPr>
          <p:nvPr>
            <p:ph type="ftr" sz="quarter" idx="11"/>
          </p:nvPr>
        </p:nvSpPr>
        <p:spPr/>
        <p:txBody>
          <a:bodyPr/>
          <a:lstStyle/>
          <a:p>
            <a:endParaRPr/>
          </a:p>
        </p:txBody>
      </p:sp>
      <p:sp>
        <p:nvSpPr>
          <p:cNvPr id="7" name="SlideNumberArea1"/>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gfw5ZxMAAAAlAAAAZAAAAA0AAAAAkAAAAEgAAACQAAAASAAAAAAAAAABAAAAAAAAAAEAAABQAAAAAAAAAAAA4D8AAAAAAADgPwAAAAAAAOA/AAAAAAAA4D8AAAAAAADgPwAAAAAAAOA/AAAAAAAA4D8AAAAAAADgPwAAAAAAAOA/AAAAAAAA4D8CAAAAjAAAAAAAAAAAAAAA////AP///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OYwQ0M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AAEAAAAAAAAAAAAAAAAAAAAAAAAAAAAAAAAAAAAAAAAAAAAAAAB/f38AAAAAA8zMzADAwP8Af39/AAAAAAAAAAAAAAAAAAAAAAAAAAAAIQAAABgAAAAUAAAA+DQAABonAADYRQAAWSkAABAAAAAmAAAACAAAAAAAAAAAAAAA"/>
              </a:ext>
            </a:extLst>
          </p:cNvSpPr>
          <p:nvPr>
            <p:ph type="sldNum" sz="quarter" idx="12"/>
          </p:nvPr>
        </p:nvSpPr>
        <p:spPr/>
        <p:txBody>
          <a:bodyPr/>
          <a:lstStyle/>
          <a:p>
            <a:fld id="{72D1E113-5D9F-8417-D169-AB42AF2727FE}" type="slidenum">
              <a:t>‹#›</a:t>
            </a:fld>
            <a:endParaRPr/>
          </a:p>
        </p:txBody>
      </p:sp>
    </p:spTree>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type="twoTxTwoObj">
  <p:cSld name="Comparison">
    <p:spTree>
      <p:nvGrpSpPr>
        <p:cNvPr id="1" name=""/>
        <p:cNvGrpSpPr/>
        <p:nvPr/>
      </p:nvGrpSpPr>
      <p:grpSpPr>
        <a:xfrm>
          <a:off x="0" y="0"/>
          <a:ext cx="0" cy="0"/>
          <a:chOff x="0" y="0"/>
          <a:chExt cx="0" cy="0"/>
        </a:xfrm>
      </p:grpSpPr>
      <p:sp>
        <p:nvSpPr>
          <p:cNvPr id="2" name="SlideTitle1"/>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gfw5ZxMAAAAlAAAAZAAAAA0AAAAAkAAAAEgAAACQAAAASAAAAAAAAAABAAAAAAAAAAEAAABQAAAAAAAAAAAA4D8AAAAAAADgPwAAAAAAAOA/AAAAAAAA4D8AAAAAAADgPwAAAAAAAOA/AAAAAAAA4D8AAAAAAADgPwAAAAAAAOA/AAAAAAAA4D8CAAAAjAAAAAAAAAAAAAAA////AP///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AAEAAAAAAAAAAAAAAAAAAAAAAAAAAAAAAAAAAAAAAAAAAAAAAAB/f38AAAAAA8zMzADAwP8Af39/AAAAAAAAAAAAAAAAAAAAAAAAAAAAIQAAABgAAAAUAAAAKAUAAD8CAADYRQAAZwoAABAAAAAmAAAACAAAAAAAAAAAAAAA"/>
              </a:ext>
            </a:extLst>
          </p:cNvSpPr>
          <p:nvPr>
            <p:ph type="title"/>
          </p:nvPr>
        </p:nvSpPr>
        <p:spPr/>
        <p:txBody>
          <a:bodyPr/>
          <a:lstStyle/>
          <a:p>
            <a:r>
              <a:t>Click to edit Master title style</a:t>
            </a:r>
          </a:p>
        </p:txBody>
      </p:sp>
      <p:sp>
        <p:nvSpPr>
          <p:cNvPr id="3" name="SlideText3"/>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gfw5ZxMAAAAlAAAAZAAAAA0AAAAAkAAAAEgAAACQAAAASAAAAAAAAAACAAAAAAAAAAEAAABQAAAAAAAAAAAA4D8AAAAAAADgPwAAAAAAAOA/AAAAAAAA4D8AAAAAAADgPwAAAAAAAOA/AAAAAAAA4D8AAAAAAADgPwAAAAAAAOA/AAAAAAAA4D8CAAAAjAAAAAAAAAAAAAAA////AP///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Fo2Q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AAEAAAAAAAAAAAAAAAAAAAAAAAAAAAAAAAAAAAAAAAAAAAAAAAB/f38AAAAAA8zMzADAwP8Af39/AAAAAAAAAAAAAAAAAAAAAAAAAAAAIQAAABgAAAAUAAAAwAMAAHEJAADjJAAAYQ0AABAAAAAmAAAACAAAAIEAAAAAAAAA"/>
              </a:ext>
            </a:extLst>
          </p:cNvSpPr>
          <p:nvPr>
            <p:ph idx="1"/>
          </p:nvPr>
        </p:nvSpPr>
        <p:spPr>
          <a:xfrm>
            <a:off x="609600" y="1534795"/>
            <a:ext cx="5386705" cy="640080"/>
          </a:xfrm>
        </p:spPr>
        <p:txBody>
          <a:bodyPr vert="horz" wrap="square" lIns="91440" tIns="45720" rIns="91440" bIns="45720" numCol="1" spcCol="215900" anchor="b">
            <a:prstTxWarp prst="textNoShape">
              <a:avLst/>
            </a:prstTxWarp>
          </a:bodyPr>
          <a:lstStyle/>
          <a:p>
            <a:r>
              <a:t>Click to edit Master text styles</a:t>
            </a:r>
          </a:p>
        </p:txBody>
      </p:sp>
      <p:sp>
        <p:nvSpPr>
          <p:cNvPr id="4" name="SlideText1"/>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gfw5ZxMAAAAlAAAAZAAAAA8AAAAAkAAAAEgAAACQAAAASAAAAAAAAAAAAAAAAAAAAAEAAABQAAAAAAAAAAAA4D8AAAAAAADgPwAAAAAAAOA/AAAAAAAA4D8AAAAAAADgPwAAAAAAAOA/AAAAAAAA4D8AAAAAAADgPwAAAAAAAOA/AAAAAAAA4D8CAAAAjAAAAAAAAAAAAAAA////AP///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AAEAAAAAAAAAAAAAAAAAAAAAAAAAAAAAAAAAAAAAAAAAAAAAAAB/f38AAAAAA8zMzADAwP8Af39/AAAAAAAAAAAAAAAAAAAAAAAAAAAAIQAAABgAAAAUAAAAwAMAAGENAADjJAAAsCUAAAAAAAAmAAAACAAAAAEAAAAAAAAA"/>
              </a:ext>
            </a:extLst>
          </p:cNvSpPr>
          <p:nvPr>
            <p:ph sz="half" idx="2"/>
          </p:nvPr>
        </p:nvSpPr>
        <p:spPr>
          <a:xfrm>
            <a:off x="609600" y="2174875"/>
            <a:ext cx="5386705" cy="3951605"/>
          </a:xfrm>
        </p:spPr>
        <p:txBody>
          <a:bodyPr/>
          <a:lstStyle/>
          <a:p>
            <a:r>
              <a:t>Click to edit Master text styles</a:t>
            </a:r>
          </a:p>
          <a:p>
            <a:pPr lvl="1"/>
            <a:r>
              <a:t>Second level</a:t>
            </a:r>
          </a:p>
          <a:p>
            <a:pPr lvl="2"/>
            <a:r>
              <a:t>Third level</a:t>
            </a:r>
          </a:p>
          <a:p>
            <a:pPr lvl="3"/>
            <a:r>
              <a:t>Fourth level</a:t>
            </a:r>
          </a:p>
          <a:p>
            <a:pPr lvl="4"/>
            <a:r>
              <a:t>Fifth level</a:t>
            </a:r>
          </a:p>
        </p:txBody>
      </p:sp>
      <p:sp>
        <p:nvSpPr>
          <p:cNvPr id="5" name="SlideText2"/>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gfw5ZxMAAAAlAAAAZAAAAA8AAAAAkAAAAEgAAACQAAAASAAAAAAAAAACAAAAAAAAAAEAAABQAAAAAAAAAAAA4D8AAAAAAADgPwAAAAAAAOA/AAAAAAAA4D8AAAAAAADgPwAAAAAAAOA/AAAAAAAA4D8AAAAAAADgPwAAAAAAAOA/AAAAAAAA4D8CAAAAjAAAAAAAAAAAAAAA////AP///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K8vKkQ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AAEAAAAAAAAAAAAAAAAAAAAAAAAAAAAAAAAAAAAAAAAAAAAAAAB/f38AAAAAA8zMzADAwP8Af39/AAAAAAAAAAAAAAAAAAAAAAAAAAAAIQAAABgAAAAUAAAAHSYAAHEJAABARwAAYQ0AAAAAAAAmAAAACAAAAIEAAAAAAAAA"/>
              </a:ext>
            </a:extLst>
          </p:cNvSpPr>
          <p:nvPr>
            <p:ph idx="3"/>
          </p:nvPr>
        </p:nvSpPr>
        <p:spPr>
          <a:xfrm>
            <a:off x="6195695" y="1534795"/>
            <a:ext cx="5386705" cy="640080"/>
          </a:xfrm>
        </p:spPr>
        <p:txBody>
          <a:bodyPr vert="horz" wrap="square" lIns="91440" tIns="45720" rIns="91440" bIns="45720" numCol="1" spcCol="215900" anchor="b">
            <a:prstTxWarp prst="textNoShape">
              <a:avLst/>
            </a:prstTxWarp>
          </a:bodyPr>
          <a:lstStyle/>
          <a:p>
            <a:r>
              <a:t>Click to edit Master text styles</a:t>
            </a:r>
          </a:p>
        </p:txBody>
      </p:sp>
      <p:sp>
        <p:nvSpPr>
          <p:cNvPr id="6" name="SlideText4"/>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gfw5ZxMAAAAlAAAAZAAAAA8AAAAAkAAAAEgAAACQAAAASAAAAAAAAAAAAAAAAAAAAAEAAABQAAAAAAAAAAAA4D8AAAAAAADgPwAAAAAAAOA/AAAAAAAA4D8AAAAAAADgPwAAAAAAAOA/AAAAAAAA4D8AAAAAAADgPwAAAAAAAOA/AAAAAAAA4D8CAAAAjAAAAAAAAAAAAAAA////AP///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AAEAAAAAAAAAAAAAAAAAAAAAAAAAAAAAAAAAAAAAAAAAAAAAAAB/f38AAAAAA8zMzADAwP8Af39/AAAAAAAAAAAAAAAAAAAAAAAAAAAAIQAAABgAAAAUAAAAHSYAAGENAABARwAAsCUAAAAAAAAmAAAACAAAAAEAAAAAAAAA"/>
              </a:ext>
            </a:extLst>
          </p:cNvSpPr>
          <p:nvPr>
            <p:ph sz="half" idx="4"/>
          </p:nvPr>
        </p:nvSpPr>
        <p:spPr>
          <a:xfrm>
            <a:off x="6195695" y="2174875"/>
            <a:ext cx="5386705" cy="3951605"/>
          </a:xfrm>
        </p:spPr>
        <p:txBody>
          <a:bodyPr/>
          <a:lstStyle/>
          <a:p>
            <a:r>
              <a:t>Click to edit Master text styles</a:t>
            </a:r>
          </a:p>
          <a:p>
            <a:pPr lvl="1"/>
            <a:r>
              <a:t>Second level</a:t>
            </a:r>
          </a:p>
          <a:p>
            <a:pPr lvl="2"/>
            <a:r>
              <a:t>Third level</a:t>
            </a:r>
          </a:p>
          <a:p>
            <a:pPr lvl="3"/>
            <a:r>
              <a:t>Fourth level</a:t>
            </a:r>
          </a:p>
          <a:p>
            <a:pPr lvl="4"/>
            <a:r>
              <a:t>Fifth level</a:t>
            </a:r>
          </a:p>
        </p:txBody>
      </p:sp>
      <p:sp>
        <p:nvSpPr>
          <p:cNvPr id="7" name="DateTimeArea1"/>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gfw5ZxMAAAAlAAAAZAAAAA0AAAAAkAAAAEgAAACQAAAASAAAAAAAAAABAAAAAAAAAAEAAABQAAAAAAAAAAAA4D8AAAAAAADgPwAAAAAAAOA/AAAAAAAA4D8AAAAAAADgPwAAAAAAAOA/AAAAAAAA4D8AAAAAAADgPwAAAAAAAOA/AAAAAAAA4D8CAAAAjAAAAAAAAAAAAAAA////AP///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AAEAAAAAAAAAAAAAAAAAAAAAAAAAAAAAAAAAAAAAAAAAAAAAAAB/f38AAAAAA8zMzADAwP8Af39/AAAAAAAAAAAAAAAAAAAAAAAAAAAAIQAAABgAAAAUAAAAKAUAABonAAAIFgAAWSkAABAAAAAmAAAACAAAAAAAAAAAAAAA"/>
              </a:ext>
            </a:extLst>
          </p:cNvSpPr>
          <p:nvPr>
            <p:ph type="dt" sz="quarter" idx="10"/>
          </p:nvPr>
        </p:nvSpPr>
        <p:spPr/>
        <p:txBody>
          <a:bodyPr/>
          <a:lstStyle/>
          <a:p>
            <a:fld id="{16ED6448-06FB-B892-B555-F0C72A1B43A5}" type="datetime1">
              <a:t>2/14/2026</a:t>
            </a:fld>
            <a:endParaRPr/>
          </a:p>
        </p:txBody>
      </p:sp>
      <p:sp>
        <p:nvSpPr>
          <p:cNvPr id="8" name="FooterArea1"/>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gfw5ZxMAAAAlAAAAZAAAAA0AAAAAkAAAAEgAAACQAAAASAAAAAAAAAABAAAAAAAAAAEAAABQAAAAAAAAAAAA4D8AAAAAAADgPwAAAAAAAOA/AAAAAAAA4D8AAAAAAADgPwAAAAAAAOA/AAAAAAAA4D8AAAAAAADgPwAAAAAAAOA/AAAAAAAA4D8CAAAAjAAAAAAAAAAAAAAA////AP///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AAEAAAAAAAAAAAAAAAAAAAAAAAAAAAAAAAAAAAAAAAAAAAAAAAB/f38AAAAAA8zMzADAwP8Af39/AAAAAAAAAAAAAAAAAAAAAAAAAAAAIQAAABgAAAAUAAAA2BgAABonAAAoMgAAWSkAABAAAAAmAAAACAAAAAAAAAAAAAAA"/>
              </a:ext>
            </a:extLst>
          </p:cNvSpPr>
          <p:nvPr>
            <p:ph type="ftr" sz="quarter" idx="11"/>
          </p:nvPr>
        </p:nvSpPr>
        <p:spPr/>
        <p:txBody>
          <a:bodyPr/>
          <a:lstStyle/>
          <a:p>
            <a:endParaRPr/>
          </a:p>
        </p:txBody>
      </p:sp>
      <p:sp>
        <p:nvSpPr>
          <p:cNvPr id="9" name="SlideNumberArea1"/>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gfw5ZxMAAAAlAAAAZAAAAA0AAAAAkAAAAEgAAACQAAAASAAAAAAAAAABAAAAAAAAAAEAAABQAAAAAAAAAAAA4D8AAAAAAADgPwAAAAAAAOA/AAAAAAAA4D8AAAAAAADgPwAAAAAAAOA/AAAAAAAA4D8AAAAAAADgPwAAAAAAAOA/AAAAAAAA4D8CAAAAjAAAAAAAAAAAAAAA////AP///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KK8FUM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AAEAAAAAAAAAAAAAAAAAAAAAAAAAAAAAAAAAAAAAAAAAAAAAAAB/f38AAAAAA8zMzADAwP8Af39/AAAAAAAAAAAAAAAAAAAAAAAAAAAAIQAAABgAAAAUAAAA+DQAABonAADYRQAAWSkAABAAAAAmAAAACAAAAAAAAAAAAAAA"/>
              </a:ext>
            </a:extLst>
          </p:cNvSpPr>
          <p:nvPr>
            <p:ph type="sldNum" sz="quarter" idx="12"/>
          </p:nvPr>
        </p:nvSpPr>
        <p:spPr/>
        <p:txBody>
          <a:bodyPr/>
          <a:lstStyle/>
          <a:p>
            <a:fld id="{00A2B938-76ED-F74F-A31A-801AF75455D5}" type="slidenum">
              <a:t>‹#›</a:t>
            </a:fld>
            <a:endParaRPr/>
          </a:p>
        </p:txBody>
      </p:sp>
    </p:spTree>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SlideTitle1"/>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gfw5ZxMAAAAlAAAAZAAAAA0AAAAAkAAAAEgAAACQAAAASAAAAAAAAAABAAAAAAAAAAEAAABQAAAAAAAAAAAA4D8AAAAAAADgPwAAAAAAAOA/AAAAAAAA4D8AAAAAAADgPwAAAAAAAOA/AAAAAAAA4D8AAAAAAADgPwAAAAAAAOA/AAAAAAAA4D8CAAAAjAAAAAAAAAAAAAAA////AP///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JE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AAEAAAAAAAAAAAAAAAAAAAAAAAAAAAAAAAAAAAAAAAAAAAAAAAB/f38AAAAAA8zMzADAwP8Af39/AAAAAAAAAAAAAAAAAAAAAAAAAAAAIQAAABgAAAAUAAAAKAUAAD8CAADYRQAAZwoAABAAAAAmAAAACAAAAAAAAAAAAAAA"/>
              </a:ext>
            </a:extLst>
          </p:cNvSpPr>
          <p:nvPr>
            <p:ph type="title"/>
          </p:nvPr>
        </p:nvSpPr>
        <p:spPr/>
        <p:txBody>
          <a:bodyPr/>
          <a:lstStyle/>
          <a:p>
            <a:r>
              <a:t>Click to edit Master title style</a:t>
            </a:r>
          </a:p>
        </p:txBody>
      </p:sp>
      <p:sp>
        <p:nvSpPr>
          <p:cNvPr id="3" name="DateTimeArea1"/>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gfw5ZxMAAAAlAAAAZAAAAA0AAAAAkAAAAEgAAACQAAAASAAAAAAAAAABAAAAAAAAAAEAAABQAAAAAAAAAAAA4D8AAAAAAADgPwAAAAAAAOA/AAAAAAAA4D8AAAAAAADgPwAAAAAAAOA/AAAAAAAA4D8AAAAAAADgPwAAAAAAAOA/AAAAAAAA4D8CAAAAjAAAAAAAAAAAAAAA////AP///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AAEAAAAAAAAAAAAAAAAAAAAAAAAAAAAAAAAAAAAAAAAAAAAAAAB/f38AAAAAA8zMzADAwP8Af39/AAAAAAAAAAAAAAAAAAAAAAAAAAAAIQAAABgAAAAUAAAAKAUAABonAAAIFgAAWSkAABAAAAAmAAAACAAAAAAAAAAAAAAA"/>
              </a:ext>
            </a:extLst>
          </p:cNvSpPr>
          <p:nvPr>
            <p:ph type="dt" sz="quarter" idx="10"/>
          </p:nvPr>
        </p:nvSpPr>
        <p:spPr/>
        <p:txBody>
          <a:bodyPr/>
          <a:lstStyle/>
          <a:p>
            <a:fld id="{202A8A61-2FCD-7F7C-8392-D929C4DC758C}" type="datetime1">
              <a:t>2/14/2026</a:t>
            </a:fld>
            <a:endParaRPr/>
          </a:p>
        </p:txBody>
      </p:sp>
      <p:sp>
        <p:nvSpPr>
          <p:cNvPr id="4" name="FooterArea1"/>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gfw5ZxMAAAAlAAAAZAAAAA0AAAAAkAAAAEgAAACQAAAASAAAAAAAAAABAAAAAAAAAAEAAABQAAAAAAAAAAAA4D8AAAAAAADgPwAAAAAAAOA/AAAAAAAA4D8AAAAAAADgPwAAAAAAAOA/AAAAAAAA4D8AAAAAAADgPwAAAAAAAOA/AAAAAAAA4D8CAAAAjAAAAAAAAAAAAAAA////AP///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EAp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AAEAAAAAAAAAAAAAAAAAAAAAAAAAAAAAAAAAAAAAAAAAAAAAAAB/f38AAAAAA8zMzADAwP8Af39/AAAAAAAAAAAAAAAAAAAAAAAAAAAAIQAAABgAAAAUAAAA2BgAABonAAAoMgAAWSkAABAAAAAmAAAACAAAAAAAAAAAAAAA"/>
              </a:ext>
            </a:extLst>
          </p:cNvSpPr>
          <p:nvPr>
            <p:ph type="ftr" sz="quarter" idx="11"/>
          </p:nvPr>
        </p:nvSpPr>
        <p:spPr/>
        <p:txBody>
          <a:bodyPr/>
          <a:lstStyle/>
          <a:p>
            <a:endParaRPr/>
          </a:p>
        </p:txBody>
      </p:sp>
      <p:sp>
        <p:nvSpPr>
          <p:cNvPr id="5" name="SlideNumberArea1"/>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gfw5ZxMAAAAlAAAAZAAAAA0AAAAAkAAAAEgAAACQAAAASAAAAAAAAAABAAAAAAAAAAEAAABQAAAAAAAAAAAA4D8AAAAAAADgPwAAAAAAAOA/AAAAAAAA4D8AAAAAAADgPwAAAAAAAOA/AAAAAAAA4D8AAAAAAADgPwAAAAAAAOA/AAAAAAAA4D8CAAAAjAAAAAAAAAAAAAAA////AP///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CJ2aXM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AAEAAAAAAAAAAAAAAAAAAAAAAAAAAAAAAAAAAAAAAAAAAAAAAAB/f38AAAAAA8zMzADAwP8Af39/AAAAAAAAAAAAAAAAAAAAAAAAAAAAIQAAABgAAAAUAAAA+DQAABonAADYRQAAWSkAABAAAAAmAAAACAAAAAAAAAAAAAAA"/>
              </a:ext>
            </a:extLst>
          </p:cNvSpPr>
          <p:nvPr>
            <p:ph type="sldNum" sz="quarter" idx="12"/>
          </p:nvPr>
        </p:nvSpPr>
        <p:spPr/>
        <p:txBody>
          <a:bodyPr/>
          <a:lstStyle/>
          <a:p>
            <a:fld id="{418BDB95-DBAC-DE2D-E233-2D78957D1478}" type="slidenum">
              <a:t>‹#›</a:t>
            </a:fld>
            <a:endParaRPr/>
          </a:p>
        </p:txBody>
      </p:sp>
    </p:spTree>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DateTimeArea1"/>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gfw5ZxMAAAAlAAAAZAAAAA0AAAAAkAAAAEgAAACQAAAASAAAAAAAAAABAAAAAAAAAAEAAABQAAAAAAAAAAAA4D8AAAAAAADgPwAAAAAAAOA/AAAAAAAA4D8AAAAAAADgPwAAAAAAAOA/AAAAAAAA4D8AAAAAAADgPwAAAAAAAOA/AAAAAAAA4D8CAAAAjAAAAAAAAAAAAAAA////AP///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LgAN9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AAEAAAAAAAAAAAAAAAAAAAAAAAAAAAAAAAAAAAAAAAAAAAAAAAB/f38AAAAAA8zMzADAwP8Af39/AAAAAAAAAAAAAAAAAAAAAAAAAAAAIQAAABgAAAAUAAAAKAUAABonAAAIFgAAWSkAABAAAAAmAAAACAAAAAAAAAAAAAAA"/>
              </a:ext>
            </a:extLst>
          </p:cNvSpPr>
          <p:nvPr>
            <p:ph type="dt" sz="quarter" idx="10"/>
          </p:nvPr>
        </p:nvSpPr>
        <p:spPr/>
        <p:txBody>
          <a:bodyPr/>
          <a:lstStyle/>
          <a:p>
            <a:fld id="{0F9C5AD6-98E2-C9AC-AC24-6EF9146A5A3B}" type="datetime1">
              <a:t>2/14/2026</a:t>
            </a:fld>
            <a:endParaRPr/>
          </a:p>
        </p:txBody>
      </p:sp>
      <p:sp>
        <p:nvSpPr>
          <p:cNvPr id="3" name="FooterArea1"/>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gfw5ZxMAAAAlAAAAZAAAAA0AAAAAkAAAAEgAAACQAAAASAAAAAAAAAABAAAAAAAAAAEAAABQAAAAAAAAAAAA4D8AAAAAAADgPwAAAAAAAOA/AAAAAAAA4D8AAAAAAADgPwAAAAAAAOA/AAAAAAAA4D8AAAAAAADgPwAAAAAAAOA/AAAAAAAA4D8CAAAAjAAAAAAAAAAAAAAA////AP///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MKIkHQ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AAEAAAAAAAAAAAAAAAAAAAAAAAAAAAAAAAAAAAAAAAAAAAAAAAB/f38AAAAAA8zMzADAwP8Af39/AAAAAAAAAAAAAAAAAAAAAAAAAAAAIQAAABgAAAAUAAAA2BgAABonAAAoMgAAWSkAABAAAAAmAAAACAAAAAAAAAAAAAAA"/>
              </a:ext>
            </a:extLst>
          </p:cNvSpPr>
          <p:nvPr>
            <p:ph type="ftr" sz="quarter" idx="11"/>
          </p:nvPr>
        </p:nvSpPr>
        <p:spPr/>
        <p:txBody>
          <a:bodyPr/>
          <a:lstStyle/>
          <a:p>
            <a:endParaRPr/>
          </a:p>
        </p:txBody>
      </p:sp>
      <p:sp>
        <p:nvSpPr>
          <p:cNvPr id="4" name="SlideNumberArea1"/>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gfw5ZxMAAAAlAAAAZAAAAA0AAAAAkAAAAEgAAACQAAAASAAAAAAAAAABAAAAAAAAAAEAAABQAAAAAAAAAAAA4D8AAAAAAADgPwAAAAAAAOA/AAAAAAAA4D8AAAAAAADgPwAAAAAAAOA/AAAAAAAA4D8AAAAAAADgPwAAAAAAAOA/AAAAAAAA4D8CAAAAjAAAAAAAAAAAAAAA////AP///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H4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AAEAAAAAAAAAAAAAAAAAAAAAAAAAAAAAAAAAAAAAAAAAAAAAAAB/f38AAAAAA8zMzADAwP8Af39/AAAAAAAAAAAAAAAAAAAAAAAAAAAAIQAAABgAAAAUAAAA+DQAABonAADYRQAAWSkAABAAAAAmAAAACAAAAAAAAAAAAAAA"/>
              </a:ext>
            </a:extLst>
          </p:cNvSpPr>
          <p:nvPr>
            <p:ph type="sldNum" sz="quarter" idx="12"/>
          </p:nvPr>
        </p:nvSpPr>
        <p:spPr/>
        <p:txBody>
          <a:bodyPr/>
          <a:lstStyle/>
          <a:p>
            <a:fld id="{7F011781-CF92-54E1-DCB9-39B459F72A6C}" type="slidenum">
              <a:t>‹#›</a:t>
            </a:fld>
            <a:endParaRPr/>
          </a:p>
        </p:txBody>
      </p:sp>
    </p:spTree>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type="objTx">
  <p:cSld name="Content with caption">
    <p:spTree>
      <p:nvGrpSpPr>
        <p:cNvPr id="1" name=""/>
        <p:cNvGrpSpPr/>
        <p:nvPr/>
      </p:nvGrpSpPr>
      <p:grpSpPr>
        <a:xfrm>
          <a:off x="0" y="0"/>
          <a:ext cx="0" cy="0"/>
          <a:chOff x="0" y="0"/>
          <a:chExt cx="0" cy="0"/>
        </a:xfrm>
      </p:grpSpPr>
      <p:sp>
        <p:nvSpPr>
          <p:cNvPr id="2" name="SlideTitle1"/>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gfw5ZxMAAAAlAAAAZAAAAA0AAAAAkAAAAEgAAACQAAAASAAAAAAAAAACAAAAAAAAAAEAAABQAAAAAAAAAAAA4D8AAAAAAADgPwAAAAAAAOA/AAAAAAAA4D8AAAAAAADgPwAAAAAAAOA/AAAAAAAA4D8AAAAAAADgPwAAAAAAAOA/AAAAAAAA4D8CAAAAjAAAAAAAAAAAAAAA////AP///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Yy0EI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AAEAAAAAAAAAAAAAAAAAAAAAAAAAAAAAAAAAAAAAAAAAAAAAAAB/f38AAAAAA8zMzADAwP8Af39/AAAAAAAAAAAAAAAAAAAAAAAAAAAAIQAAABgAAAAUAAAAwAMAAK4BAABtHAAA1AgAABAAAAAmAAAACAAAAIEAAAAAAAAA"/>
              </a:ext>
            </a:extLst>
          </p:cNvSpPr>
          <p:nvPr>
            <p:ph type="title"/>
          </p:nvPr>
        </p:nvSpPr>
        <p:spPr>
          <a:xfrm>
            <a:off x="609600" y="273050"/>
            <a:ext cx="4011295" cy="1162050"/>
          </a:xfrm>
        </p:spPr>
        <p:txBody>
          <a:bodyPr vert="horz" wrap="square" lIns="91440" tIns="45720" rIns="91440" bIns="45720" numCol="1" spcCol="215900" anchor="b">
            <a:prstTxWarp prst="textNoShape">
              <a:avLst/>
            </a:prstTxWarp>
          </a:bodyPr>
          <a:lstStyle/>
          <a:p>
            <a:r>
              <a:t>Click to edit Master title style</a:t>
            </a:r>
          </a:p>
        </p:txBody>
      </p:sp>
      <p:sp>
        <p:nvSpPr>
          <p:cNvPr id="3" name="SlideText2"/>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gfw5ZxMAAAAlAAAAZAAAAA0AAAAAkAAAAEgAAACQAAAASAAAAAAAAAAAAAAAAAAAAAEAAABQAAAAAAAAAAAA4D8AAAAAAADgPwAAAAAAAOA/AAAAAAAA4D8AAAAAAADgPwAAAAAAAOA/AAAAAAAA4D8AAAAAAADgPwAAAAAAAOA/AAAAAAAA4D8CAAAAjAAAAAAAAAAAAAAA////AP///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Dg/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AAEAAAAAAAAAAAAAAAAAAAAAAAAAAAAAAAAAAAAAAAAAAAAAAAB/f38AAAAAA8zMzADAwP8Af39/AAAAAAAAAAAAAAAAAAAAAAAAAAAAIQAAABgAAAAUAAAAUx0AAK4BAABARwAAsCUAABAAAAAmAAAACAAAAAEAAAAAAAAA"/>
              </a:ext>
            </a:extLst>
          </p:cNvSpPr>
          <p:nvPr>
            <p:ph idx="1"/>
          </p:nvPr>
        </p:nvSpPr>
        <p:spPr>
          <a:xfrm>
            <a:off x="4766945" y="273050"/>
            <a:ext cx="6815455" cy="5853430"/>
          </a:xfrm>
        </p:spPr>
        <p:txBody>
          <a:bodyPr/>
          <a:lstStyle/>
          <a:p>
            <a:r>
              <a:t>Click to edit Master text styles</a:t>
            </a:r>
          </a:p>
          <a:p>
            <a:pPr lvl="1"/>
            <a:r>
              <a:t>Second level</a:t>
            </a:r>
          </a:p>
          <a:p>
            <a:pPr lvl="2"/>
            <a:r>
              <a:t>Third level</a:t>
            </a:r>
          </a:p>
          <a:p>
            <a:pPr lvl="3"/>
            <a:r>
              <a:t>Fourth level</a:t>
            </a:r>
          </a:p>
          <a:p>
            <a:pPr lvl="4"/>
            <a:r>
              <a:t>Fifth level</a:t>
            </a:r>
          </a:p>
        </p:txBody>
      </p:sp>
      <p:sp>
        <p:nvSpPr>
          <p:cNvPr id="4" name="SlideText1"/>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gfw5ZxMAAAAlAAAAZAAAAA8AAAAAkAAAAEgAAACQAAAASAAAAAAAAAAAAAAAAAAAAAEAAABQAAAAAAAAAAAA4D8AAAAAAADgPwAAAAAAAOA/AAAAAAAA4D8AAAAAAADgPwAAAAAAAOA/AAAAAAAA4D8AAAAAAADgPwAAAAAAAOA/AAAAAAAA4D8CAAAAjAAAAAAAAAAAAAAA////AP///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AAEAAAAAAAAAAAAAAAAAAAAAAAAAAAAAAAAAAAAAAAAAAAAAAAB/f38AAAAAA8zMzADAwP8Af39/AAAAAAAAAAAAAAAAAAAAAAAAAAAAIQAAABgAAAAUAAAAwAMAANQIAABtHAAAsCUAAAAAAAAmAAAACAAAAAEAAAAAAAAA"/>
              </a:ext>
            </a:extLst>
          </p:cNvSpPr>
          <p:nvPr>
            <p:ph sz="half" idx="2"/>
          </p:nvPr>
        </p:nvSpPr>
        <p:spPr>
          <a:xfrm>
            <a:off x="609600" y="1435100"/>
            <a:ext cx="4011295" cy="4691380"/>
          </a:xfrm>
        </p:spPr>
        <p:txBody>
          <a:bodyPr/>
          <a:lstStyle/>
          <a:p>
            <a:r>
              <a:t>Click to edit Master text styles</a:t>
            </a:r>
          </a:p>
        </p:txBody>
      </p:sp>
      <p:sp>
        <p:nvSpPr>
          <p:cNvPr id="5" name="DateTimeArea1"/>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gfw5ZxMAAAAlAAAAZAAAAA0AAAAAkAAAAEgAAACQAAAASAAAAAAAAAABAAAAAAAAAAEAAABQAAAAAAAAAAAA4D8AAAAAAADgPwAAAAAAAOA/AAAAAAAA4D8AAAAAAADgPwAAAAAAAOA/AAAAAAAA4D8AAAAAAADgPwAAAAAAAOA/AAAAAAAA4D8CAAAAjAAAAAAAAAAAAAAA////AP///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DBk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AAEAAAAAAAAAAAAAAAAAAAAAAAAAAAAAAAAAAAAAAAAAAAAAAAB/f38AAAAAA8zMzADAwP8Af39/AAAAAAAAAAAAAAAAAAAAAAAAAAAAIQAAABgAAAAUAAAAKAUAABonAAAIFgAAWSkAABAAAAAmAAAACAAAAAAAAAAAAAAA"/>
              </a:ext>
            </a:extLst>
          </p:cNvSpPr>
          <p:nvPr>
            <p:ph type="dt" sz="quarter" idx="10"/>
          </p:nvPr>
        </p:nvSpPr>
        <p:spPr/>
        <p:txBody>
          <a:bodyPr/>
          <a:lstStyle/>
          <a:p>
            <a:fld id="{690F36D8-9684-5AC0-CAB7-609578F93C35}" type="datetime1">
              <a:t>2/14/2026</a:t>
            </a:fld>
            <a:endParaRPr/>
          </a:p>
        </p:txBody>
      </p:sp>
      <p:sp>
        <p:nvSpPr>
          <p:cNvPr id="6" name="FooterArea1"/>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gfw5ZxMAAAAlAAAAZAAAAA0AAAAAkAAAAEgAAACQAAAASAAAAAAAAAABAAAAAAAAAAEAAABQAAAAAAAAAAAA4D8AAAAAAADgPwAAAAAAAOA/AAAAAAAA4D8AAAAAAADgPwAAAAAAAOA/AAAAAAAA4D8AAAAAAADgPwAAAAAAAOA/AAAAAAAA4D8CAAAAjAAAAAAAAAAAAAAA////AP///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C0wLjU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AAEAAAAAAAAAAAAAAAAAAAAAAAAAAAAAAAAAAAAAAAAAAAAAAAB/f38AAAAAA8zMzADAwP8Af39/AAAAAAAAAAAAAAAAAAAAAAAAAAAAIQAAABgAAAAUAAAA2BgAABonAAAoMgAAWSkAABAAAAAmAAAACAAAAAAAAAAAAAAA"/>
              </a:ext>
            </a:extLst>
          </p:cNvSpPr>
          <p:nvPr>
            <p:ph type="ftr" sz="quarter" idx="11"/>
          </p:nvPr>
        </p:nvSpPr>
        <p:spPr/>
        <p:txBody>
          <a:bodyPr/>
          <a:lstStyle/>
          <a:p>
            <a:endParaRPr/>
          </a:p>
        </p:txBody>
      </p:sp>
      <p:sp>
        <p:nvSpPr>
          <p:cNvPr id="7" name="SlideNumberArea1"/>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gfw5ZxMAAAAlAAAAZAAAAA0AAAAAkAAAAEgAAACQAAAASAAAAAAAAAABAAAAAAAAAAEAAABQAAAAAAAAAAAA4D8AAAAAAADgPwAAAAAAAOA/AAAAAAAA4D8AAAAAAADgPwAAAAAAAOA/AAAAAAAA4D8AAAAAAADgPwAAAAAAAOA/AAAAAAAA4D8CAAAAjAAAAAAAAAAAAAAA////AP///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KrlQUI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AAEAAAAAAAAAAAAAAAAAAAAAAAAAAAAAAAAAAAAAAAAAAAAAAAB/f38AAAAAA8zMzADAwP8Af39/AAAAAAAAAAAAAAAAAAAAAAAAAAAAIQAAABgAAAAUAAAA+DQAABonAADYRQAAWSkAABAAAAAmAAAACAAAAAAAAAAAAAAA"/>
              </a:ext>
            </a:extLst>
          </p:cNvSpPr>
          <p:nvPr>
            <p:ph type="sldNum" sz="quarter" idx="12"/>
          </p:nvPr>
        </p:nvSpPr>
        <p:spPr/>
        <p:txBody>
          <a:bodyPr/>
          <a:lstStyle/>
          <a:p>
            <a:fld id="{14233CFF-B1F9-76CA-B79B-479F72D54112}" type="slidenum">
              <a:t>‹#›</a:t>
            </a:fld>
            <a:endParaRPr/>
          </a:p>
        </p:txBody>
      </p:sp>
    </p:spTree>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type="picTx">
  <p:cSld name="Picture with caption">
    <p:spTree>
      <p:nvGrpSpPr>
        <p:cNvPr id="1" name=""/>
        <p:cNvGrpSpPr/>
        <p:nvPr/>
      </p:nvGrpSpPr>
      <p:grpSpPr>
        <a:xfrm>
          <a:off x="0" y="0"/>
          <a:ext cx="0" cy="0"/>
          <a:chOff x="0" y="0"/>
          <a:chExt cx="0" cy="0"/>
        </a:xfrm>
      </p:grpSpPr>
      <p:sp>
        <p:nvSpPr>
          <p:cNvPr id="2" name="SlideTitle1"/>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gfw5ZxMAAAAlAAAAZAAAAA0AAAAAkAAAAEgAAACQAAAASAAAAAAAAAACAAAAAAAAAAEAAABQAAAAAAAAAAAA4D8AAAAAAADgPwAAAAAAAOA/AAAAAAAA4D8AAAAAAADgPwAAAAAAAOA/AAAAAAAA4D8AAAAAAADgPwAAAAAAAOA/AAAAAAAA4D8CAAAAjAAAAAAAAAAAAAAA////AP///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AAEAAAAAAAAAAAAAAAAAAAAAAAAAAAAAAAAAAAAAAAAAAAAAAAB/f38AAAAAA8zMzADAwP8Af39/AAAAAAAAAAAAAAAAAAAAAAAAAAAAIQAAABgAAAAUAAAAsw4AAIgdAACzOwAABCEAABAAAAAmAAAACAAAAIEAAAAAAAAA"/>
              </a:ext>
            </a:extLst>
          </p:cNvSpPr>
          <p:nvPr>
            <p:ph type="title"/>
          </p:nvPr>
        </p:nvSpPr>
        <p:spPr>
          <a:xfrm>
            <a:off x="2389505" y="4800600"/>
            <a:ext cx="7315200" cy="566420"/>
          </a:xfrm>
        </p:spPr>
        <p:txBody>
          <a:bodyPr vert="horz" wrap="square" lIns="91440" tIns="45720" rIns="91440" bIns="45720" numCol="1" spcCol="215900" anchor="b">
            <a:prstTxWarp prst="textNoShape">
              <a:avLst/>
            </a:prstTxWarp>
          </a:bodyPr>
          <a:lstStyle/>
          <a:p>
            <a:r>
              <a:t>Click to edit Master title style</a:t>
            </a:r>
          </a:p>
        </p:txBody>
      </p:sp>
      <p:sp>
        <p:nvSpPr>
          <p:cNvPr id="3" name="SlideText2"/>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gfw5ZxMAAAAlAAAAZAAAAA0AAAAAkAAAAEgAAACQAAAASAAAAAAAAAAAAAAAAAAAAAEAAABQAAAAAAAAAAAA4D8AAAAAAADgPwAAAAAAAOA/AAAAAAAA4D8AAAAAAADgPwAAAAAAAOA/AAAAAAAA4D8AAAAAAADgPwAAAAAAAOA/AAAAAAAA4D8CAAAAjAAAAAAAAAAAAAAA////AP///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EE0RDg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AAEAAAAAAAAAAAAAAAAAAAAAAAAAAAAAAAAAAAAAAAAAAAAAAAB/f38AAAAAA8zMzADAwP8Af39/AAAAAAAAAAAAAAAAAAAAAAAAAAAAIQAAABgAAAAUAAAAsw4AAMYDAACzOwAAFh0AABAAAAAmAAAACAAAAAEAAAAAAAAA"/>
              </a:ext>
            </a:extLst>
          </p:cNvSpPr>
          <p:nvPr>
            <p:ph idx="1"/>
          </p:nvPr>
        </p:nvSpPr>
        <p:spPr>
          <a:xfrm>
            <a:off x="2389505" y="613410"/>
            <a:ext cx="7315200" cy="4114800"/>
          </a:xfrm>
        </p:spPr>
        <p:txBody>
          <a:bodyPr/>
          <a:lstStyle/>
          <a:p>
            <a:r>
              <a:t>Click to edit Master text styles</a:t>
            </a:r>
          </a:p>
        </p:txBody>
      </p:sp>
      <p:sp>
        <p:nvSpPr>
          <p:cNvPr id="4" name="SlideText1"/>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gfw5ZxMAAAAlAAAAZAAAAA8AAAAAkAAAAEgAAACQAAAASAAAAAAAAAAAAAAAAAAAAAEAAABQAAAAAAAAAAAA4D8AAAAAAADgPwAAAAAAAOA/AAAAAAAA4D8AAAAAAADgPwAAAAAAAOA/AAAAAAAA4D8AAAAAAADgPwAAAAAAAOA/AAAAAAAA4D8CAAAAjAAAAAAAAAAAAAAA////AP///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MBB5i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AAEAAAAAAAAAAAAAAAAAAAAAAAAAAAAAAAAAAAAAAAAAAAAAAAB/f38AAAAAA8zMzADAwP8Af39/AAAAAAAAAAAAAAAAAAAAAAAAAAAAIQAAABgAAAAUAAAAsw4AAAQhAACzOwAA+CUAAAAAAAAmAAAACAAAAAEAAAAAAAAA"/>
              </a:ext>
            </a:extLst>
          </p:cNvSpPr>
          <p:nvPr>
            <p:ph sz="half" idx="2"/>
          </p:nvPr>
        </p:nvSpPr>
        <p:spPr>
          <a:xfrm>
            <a:off x="2389505" y="5367020"/>
            <a:ext cx="7315200" cy="805180"/>
          </a:xfrm>
        </p:spPr>
        <p:txBody>
          <a:bodyPr/>
          <a:lstStyle/>
          <a:p>
            <a:r>
              <a:t>Click to edit Master text styles</a:t>
            </a:r>
          </a:p>
        </p:txBody>
      </p:sp>
      <p:sp>
        <p:nvSpPr>
          <p:cNvPr id="5" name="DateTimeArea1"/>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gfw5ZxMAAAAlAAAAZAAAAA0AAAAAkAAAAEgAAACQAAAASAAAAAAAAAABAAAAAAAAAAEAAABQAAAAAAAAAAAA4D8AAAAAAADgPwAAAAAAAOA/AAAAAAAA4D8AAAAAAADgPwAAAAAAAOA/AAAAAAAA4D8AAAAAAADgPwAAAAAAAOA/AAAAAAAA4D8CAAAAjAAAAAAAAAAAAAAA////AP///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AAEAAAAAAAAAAAAAAAAAAAAAAAAAAAAAAAAAAAAAAAAAAAAAAAB/f38AAAAAA8zMzADAwP8Af39/AAAAAAAAAAAAAAAAAAAAAAAAAAAAIQAAABgAAAAUAAAAKAUAABonAAAIFgAAWSkAABAAAAAmAAAACAAAAAAAAAAAAAAA"/>
              </a:ext>
            </a:extLst>
          </p:cNvSpPr>
          <p:nvPr>
            <p:ph type="dt" sz="quarter" idx="10"/>
          </p:nvPr>
        </p:nvSpPr>
        <p:spPr/>
        <p:txBody>
          <a:bodyPr/>
          <a:lstStyle/>
          <a:p>
            <a:fld id="{17242A7F-31FA-71DC-B49C-C78964D24292}" type="datetime1">
              <a:t>2/14/2026</a:t>
            </a:fld>
            <a:endParaRPr/>
          </a:p>
        </p:txBody>
      </p:sp>
      <p:sp>
        <p:nvSpPr>
          <p:cNvPr id="6" name="FooterArea1"/>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gfw5ZxMAAAAlAAAAZAAAAA0AAAAAkAAAAEgAAACQAAAASAAAAAAAAAABAAAAAAAAAAEAAABQAAAAAAAAAAAA4D8AAAAAAADgPwAAAAAAAOA/AAAAAAAA4D8AAAAAAADgPwAAAAAAAOA/AAAAAAAA4D8AAAAAAADgPwAAAAAAAOA/AAAAAAAA4D8CAAAAjAAAAAAAAAAAAAAA////AP///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Ox3tkM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AAEAAAAAAAAAAAAAAAAAAAAAAAAAAAAAAAAAAAAAAAAAAAAAAAB/f38AAAAAA8zMzADAwP8Af39/AAAAAAAAAAAAAAAAAAAAAAAAAAAAIQAAABgAAAAUAAAA2BgAABonAAAoMgAAWSkAABAAAAAmAAAACAAAAAAAAAAAAAAA"/>
              </a:ext>
            </a:extLst>
          </p:cNvSpPr>
          <p:nvPr>
            <p:ph type="ftr" sz="quarter" idx="11"/>
          </p:nvPr>
        </p:nvSpPr>
        <p:spPr/>
        <p:txBody>
          <a:bodyPr/>
          <a:lstStyle/>
          <a:p>
            <a:endParaRPr/>
          </a:p>
        </p:txBody>
      </p:sp>
      <p:sp>
        <p:nvSpPr>
          <p:cNvPr id="7" name="SlideNumberArea1"/>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gfw5ZxMAAAAlAAAAZAAAAA0AAAAAkAAAAEgAAACQAAAASAAAAAAAAAABAAAAAAAAAAEAAABQAAAAAAAAAAAA4D8AAAAAAADgPwAAAAAAAOA/AAAAAAAA4D8AAAAAAADgPwAAAAAAAOA/AAAAAAAA4D8AAAAAAADgPwAAAAAAAOA/AAAAAAAA4D8CAAAAjAAAAAAAAAAAAAAA////AP///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BiYXM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AAEAAAAAAAAAAAAAAAAAAAAAAAAAAAAAAAAAAAAAAAAAAAAAAAB/f38AAAAAA8zMzADAwP8Af39/AAAAAAAAAAAAAAAAAAAAAAAAAAAAIQAAABgAAAAUAAAA+DQAABonAADYRQAAWSkAABAAAAAmAAAACAAAAAAAAAAAAAAA"/>
              </a:ext>
            </a:extLst>
          </p:cNvSpPr>
          <p:nvPr>
            <p:ph type="sldNum" sz="quarter" idx="12"/>
          </p:nvPr>
        </p:nvSpPr>
        <p:spPr/>
        <p:txBody>
          <a:bodyPr/>
          <a:lstStyle/>
          <a:p>
            <a:fld id="{0266CB59-17EF-333D-A1DE-E168859057B4}" type="slidenum">
              <a:t>‹#›</a:t>
            </a:fld>
            <a:endParaRPr/>
          </a:p>
        </p:txBody>
      </p:sp>
    </p:spTree>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type="vertTx">
  <p:cSld name="Title and vertical text">
    <p:spTree>
      <p:nvGrpSpPr>
        <p:cNvPr id="1" name=""/>
        <p:cNvGrpSpPr/>
        <p:nvPr/>
      </p:nvGrpSpPr>
      <p:grpSpPr>
        <a:xfrm>
          <a:off x="0" y="0"/>
          <a:ext cx="0" cy="0"/>
          <a:chOff x="0" y="0"/>
          <a:chExt cx="0" cy="0"/>
        </a:xfrm>
      </p:grpSpPr>
      <p:sp>
        <p:nvSpPr>
          <p:cNvPr id="2" name="SlideTitle1"/>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gfw5ZxMAAAAlAAAAZAAAAA0AAAAAkAAAAEgAAACQAAAASAAAAAAAAAABAAAAAAAAAAEAAABQAAAAAAAAAAAA4D8AAAAAAADgPwAAAAAAAOA/AAAAAAAA4D8AAAAAAADgPwAAAAAAAOA/AAAAAAAA4D8AAAAAAADgPwAAAAAAAOA/AAAAAAAA4D8CAAAAjAAAAAAAAAAAAAAA////AP///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ChzKkM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AAEAAAAAAAAAAAAAAAAAAAAAAAAAAAAAAAAAAAAAAAAAAAAAAAB/f38AAAAAA8zMzADAwP8Af39/AAAAAAAAAAAAAAAAAAAAAAAAAAAAIQAAABgAAAAUAAAAKAUAAD8CAADYRQAAZwoAABAAAAAmAAAACAAAAAAAAAAAAAAA"/>
              </a:ext>
            </a:extLst>
          </p:cNvSpPr>
          <p:nvPr>
            <p:ph type="title"/>
          </p:nvPr>
        </p:nvSpPr>
        <p:spPr/>
        <p:txBody>
          <a:bodyPr/>
          <a:lstStyle/>
          <a:p>
            <a:r>
              <a:t>Click to edit Master title style</a:t>
            </a:r>
          </a:p>
        </p:txBody>
      </p:sp>
      <p:sp>
        <p:nvSpPr>
          <p:cNvPr id="3" name="SlideText1"/>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gfw5ZxMAAAAlAAAAZAAAAA0AAAAAkAAAAEgAAACQAAAASAAAAAAAAAAAAAAAAQAAAAEAAABQAAAAAAAAAAAA4D8AAAAAAADgPwAAAAAAAOA/AAAAAAAA4D8AAAAAAADgPwAAAAAAAOA/AAAAAAAA4D8AAAAAAADgPwAAAAAAAOA/AAAAAAAA4D8CAAAAjAAAAAAAAAAAAAAA////AP///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ChzKkM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AAEAAAAAAAAAAAAAAAAAAAAAAAAAAAAAAAAAAAAAAAAAAAAAAAB/f38AAAAAA8zMzADAwP8Af39/AAAAAAAAAAAAAAAAAAAAAAAAAAAAIQAAABgAAAAUAAAAKAUAADsLAADYRQAAACYAABAAAAAmAAAACAAAAAIAAAAAAAAA"/>
              </a:ext>
            </a:extLst>
          </p:cNvSpPr>
          <p:nvPr>
            <p:ph idx="1"/>
          </p:nvPr>
        </p:nvSpPr>
        <p:spPr/>
        <p:txBody>
          <a:bodyPr vert="vert" wrap="square" lIns="91440" tIns="45720" rIns="91440" bIns="45720" numCol="1" spcCol="215900" anchor="t">
            <a:prstTxWarp prst="textNoShape">
              <a:avLst/>
            </a:prstTxWarp>
          </a:bodyPr>
          <a:lstStyle/>
          <a:p>
            <a:r>
              <a:t>Click to edit Master text styles</a:t>
            </a:r>
          </a:p>
          <a:p>
            <a:pPr lvl="1"/>
            <a:r>
              <a:t>Second level</a:t>
            </a:r>
          </a:p>
          <a:p>
            <a:pPr lvl="2"/>
            <a:r>
              <a:t>Third level</a:t>
            </a:r>
          </a:p>
          <a:p>
            <a:pPr lvl="3"/>
            <a:r>
              <a:t>Fourth level</a:t>
            </a:r>
          </a:p>
          <a:p>
            <a:pPr lvl="4"/>
            <a:r>
              <a:t>Fifth level</a:t>
            </a:r>
          </a:p>
        </p:txBody>
      </p:sp>
      <p:sp>
        <p:nvSpPr>
          <p:cNvPr id="4" name="DateTimeArea1"/>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gfw5ZxMAAAAlAAAAZAAAAA0AAAAAkAAAAEgAAACQAAAASAAAAAAAAAABAAAAAAAAAAEAAABQAAAAAAAAAAAA4D8AAAAAAADgPwAAAAAAAOA/AAAAAAAA4D8AAAAAAADgPwAAAAAAAOA/AAAAAAAA4D8AAAAAAADgPwAAAAAAAOA/AAAAAAAA4D8CAAAAjAAAAAAAAAAAAAAA////AP///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PhizEI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AAEAAAAAAAAAAAAAAAAAAAAAAAAAAAAAAAAAAAAAAAAAAAAAAAB/f38AAAAAA8zMzADAwP8Af39/AAAAAAAAAAAAAAAAAAAAAAAAAAAAIQAAABgAAAAUAAAAKAUAABonAAAIFgAAWSkAABAAAAAmAAAACAAAAAAAAAAAAAAA"/>
              </a:ext>
            </a:extLst>
          </p:cNvSpPr>
          <p:nvPr>
            <p:ph type="dt" sz="quarter" idx="10"/>
          </p:nvPr>
        </p:nvSpPr>
        <p:spPr/>
        <p:txBody>
          <a:bodyPr/>
          <a:lstStyle/>
          <a:p>
            <a:fld id="{66DF57EF-A18B-8AA1-C567-57F419293302}" type="datetime1">
              <a:t>2/14/2026</a:t>
            </a:fld>
            <a:endParaRPr/>
          </a:p>
        </p:txBody>
      </p:sp>
      <p:sp>
        <p:nvSpPr>
          <p:cNvPr id="5" name="FooterArea1"/>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gfw5ZxMAAAAlAAAAZAAAAA0AAAAAkAAAAEgAAACQAAAASAAAAAAAAAABAAAAAAAAAAEAAABQAAAAAAAAAAAA4D8AAAAAAADgPwAAAAAAAOA/AAAAAAAA4D8AAAAAAADgPwAAAAAAAOA/AAAAAAAA4D8AAAAAAADgPwAAAAAAAOA/AAAAAAAA4D8CAAAAjAAAAAAAAAAAAAAA////AP///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ChzOUM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AAEAAAAAAAAAAAAAAAAAAAAAAAAAAAAAAAAAAAAAAAAAAAAAAAB/f38AAAAAA8zMzADAwP8Af39/AAAAAAAAAAAAAAAAAAAAAAAAAAAAIQAAABgAAAAUAAAA2BgAABonAAAoMgAAWSkAABAAAAAmAAAACAAAAAAAAAAAAAAA"/>
              </a:ext>
            </a:extLst>
          </p:cNvSpPr>
          <p:nvPr>
            <p:ph type="ftr" sz="quarter" idx="11"/>
          </p:nvPr>
        </p:nvSpPr>
        <p:spPr/>
        <p:txBody>
          <a:bodyPr/>
          <a:lstStyle/>
          <a:p>
            <a:endParaRPr/>
          </a:p>
        </p:txBody>
      </p:sp>
      <p:sp>
        <p:nvSpPr>
          <p:cNvPr id="6" name="SlideNumberArea1"/>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gfw5ZxMAAAAlAAAAZAAAAA0AAAAAkAAAAEgAAACQAAAASAAAAAAAAAABAAAAAAAAAAEAAABQAAAAAAAAAAAA4D8AAAAAAADgPwAAAAAAAOA/AAAAAAAA4D8AAAAAAADgPwAAAAAAAOA/AAAAAAAA4D8AAAAAAADgPwAAAAAAAOA/AAAAAAAA4D8CAAAAjAAAAAAAAAAAAAAA////AP///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ChzOUM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AAEAAAAAAAAAAAAAAAAAAAAAAAAAAAAAAAAAAAAAAAAAAAAAAAB/f38AAAAAA8zMzADAwP8Af39/AAAAAAAAAAAAAAAAAAAAAAAAAAAAIQAAABgAAAAUAAAA+DQAABonAADYRQAAWSkAABAAAAAmAAAACAAAAAAAAAAAAAAA"/>
              </a:ext>
            </a:extLst>
          </p:cNvSpPr>
          <p:nvPr>
            <p:ph type="sldNum" sz="quarter" idx="12"/>
          </p:nvPr>
        </p:nvSpPr>
        <p:spPr/>
        <p:txBody>
          <a:bodyPr/>
          <a:lstStyle/>
          <a:p>
            <a:fld id="{5DFD48F3-BDB0-A8BE-FE45-4BEB060B081E}" type="slidenum">
              <a:t>‹#›</a:t>
            </a:fld>
            <a:endParaRPr/>
          </a:p>
        </p:txBody>
      </p:sp>
    </p:spTree>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type="vertTitleAndTx">
  <p:cSld name="Vertical title and text">
    <p:spTree>
      <p:nvGrpSpPr>
        <p:cNvPr id="1" name=""/>
        <p:cNvGrpSpPr/>
        <p:nvPr/>
      </p:nvGrpSpPr>
      <p:grpSpPr>
        <a:xfrm>
          <a:off x="0" y="0"/>
          <a:ext cx="0" cy="0"/>
          <a:chOff x="0" y="0"/>
          <a:chExt cx="0" cy="0"/>
        </a:xfrm>
      </p:grpSpPr>
      <p:sp>
        <p:nvSpPr>
          <p:cNvPr id="2" name="SlideTitle1"/>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gfw5ZxMAAAAlAAAAZAAAAA0AAAAAkAAAAEgAAACQAAAASAAAAAAAAAACAAAAAQAAAAEAAABQAAAAAAAAAAAA4D8AAAAAAADgPwAAAAAAAOA/AAAAAAAA4D8AAAAAAADgPwAAAAAAAOA/AAAAAAAA4D8AAAAAAADgPwAAAAAAAOA/AAAAAAAA4D8CAAAAjAAAAAAAAAAAAAAA////AP///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JDCmEE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AAEAAAAAAAAAAAAAAAAAAAAAAAAAAAAAAAAAAAAAAAAAAAAAAAB/f38AAAAAA8zMzADAwP8Af39/AAAAAAAAAAAAAAAAAAAAAAAAAAAAIQAAABgAAAAUAAAAYDYAALABAABARwAAsCUAABAAAAAmAAAACAAAAIMAAAAAAAAA"/>
              </a:ext>
            </a:extLst>
          </p:cNvSpPr>
          <p:nvPr>
            <p:ph type="title"/>
          </p:nvPr>
        </p:nvSpPr>
        <p:spPr>
          <a:xfrm>
            <a:off x="8839200" y="274320"/>
            <a:ext cx="2743200" cy="5852160"/>
          </a:xfrm>
        </p:spPr>
        <p:txBody>
          <a:bodyPr vert="vert" wrap="square" lIns="91440" tIns="45720" rIns="91440" bIns="45720" numCol="1" spcCol="215900" anchor="b">
            <a:prstTxWarp prst="textNoShape">
              <a:avLst/>
            </a:prstTxWarp>
          </a:bodyPr>
          <a:lstStyle/>
          <a:p>
            <a:r>
              <a:t>Click to edit Master title style</a:t>
            </a:r>
          </a:p>
        </p:txBody>
      </p:sp>
      <p:sp>
        <p:nvSpPr>
          <p:cNvPr id="3" name="SlideText1"/>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gfw5ZxMAAAAlAAAAZAAAAA0AAAAAkAAAAEgAAACQAAAASAAAAAAAAAAAAAAAAQAAAAEAAABQAAAAAAAAAAAA4D8AAAAAAADgPwAAAAAAAOA/AAAAAAAA4D8AAAAAAADgPwAAAAAAAOA/AAAAAAAA4D8AAAAAAADgPwAAAAAAAOA/AAAAAAAA4D8CAAAAjAAAAAAAAAAAAAAA////AP///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IcIA0M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AAEAAAAAAAAAAAAAAAAAAAAAAAAAAAAAAAAAAAAAAAAAAAAAAAB/f38AAAAAA8zMzADAwP8Af39/AAAAAAAAAAAAAAAAAAAAAAAAAAAAIQAAABgAAAAUAAAAwAMAALABAAAfNQAAsCUAABAAAAAmAAAACAAAAAMAAAAAAAAA"/>
              </a:ext>
            </a:extLst>
          </p:cNvSpPr>
          <p:nvPr>
            <p:ph idx="1"/>
          </p:nvPr>
        </p:nvSpPr>
        <p:spPr>
          <a:xfrm>
            <a:off x="609600" y="274320"/>
            <a:ext cx="8025765" cy="5852160"/>
          </a:xfrm>
        </p:spPr>
        <p:txBody>
          <a:bodyPr vert="vert" wrap="square" lIns="91440" tIns="45720" rIns="91440" bIns="45720" numCol="1" spcCol="215900" anchor="t">
            <a:prstTxWarp prst="textNoShape">
              <a:avLst/>
            </a:prstTxWarp>
          </a:bodyPr>
          <a:lstStyle/>
          <a:p>
            <a:r>
              <a:t>Click to edit Master text styles</a:t>
            </a:r>
          </a:p>
          <a:p>
            <a:pPr lvl="1"/>
            <a:r>
              <a:t>Second level</a:t>
            </a:r>
          </a:p>
          <a:p>
            <a:pPr lvl="2"/>
            <a:r>
              <a:t>Third level</a:t>
            </a:r>
          </a:p>
          <a:p>
            <a:pPr lvl="3"/>
            <a:r>
              <a:t>Fourth level</a:t>
            </a:r>
          </a:p>
          <a:p>
            <a:pPr lvl="4"/>
            <a:r>
              <a:t>Fifth level</a:t>
            </a:r>
          </a:p>
        </p:txBody>
      </p:sp>
      <p:sp>
        <p:nvSpPr>
          <p:cNvPr id="4" name="DateTimeArea1"/>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gfw5ZxMAAAAlAAAAZAAAAA0AAAAAkAAAAEgAAACQAAAASAAAAAAAAAABAAAAAAAAAAEAAABQAAAAAAAAAAAA4D8AAAAAAADgPwAAAAAAAOA/AAAAAAAA4D8AAAAAAADgPwAAAAAAAOA/AAAAAAAA4D8AAAAAAADgPwAAAAAAAOA/AAAAAAAA4D8CAAAAjAAAAAAAAAAAAAAA////AP///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Kk8HUM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AAEAAAAAAAAAAAAAAAAAAAAAAAAAAAAAAAAAAAAAAAAAAAAAAAB/f38AAAAAA8zMzADAwP8Af39/AAAAAAAAAAAAAAAAAAAAAAAAAAAAIQAAABgAAAAUAAAAKAUAABonAAAIFgAAWSkAABAAAAAmAAAACAAAAAAAAAAAAAAA"/>
              </a:ext>
            </a:extLst>
          </p:cNvSpPr>
          <p:nvPr>
            <p:ph type="dt" sz="quarter" idx="10"/>
          </p:nvPr>
        </p:nvSpPr>
        <p:spPr/>
        <p:txBody>
          <a:bodyPr/>
          <a:lstStyle/>
          <a:p>
            <a:fld id="{5F2B641C-52B2-7E92-FC93-A4C72ADD0AF1}" type="datetime1">
              <a:t>2/14/2026</a:t>
            </a:fld>
            <a:endParaRPr/>
          </a:p>
        </p:txBody>
      </p:sp>
      <p:sp>
        <p:nvSpPr>
          <p:cNvPr id="5" name="FooterArea1"/>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gfw5ZxMAAAAlAAAAZAAAAA0AAAAAkAAAAEgAAACQAAAASAAAAAAAAAABAAAAAAAAAAEAAABQAAAAAAAAAAAA4D8AAAAAAADgPwAAAAAAAOA/AAAAAAAA4D8AAAAAAADgPwAAAAAAAOA/AAAAAAAA4D8AAAAAAADgPwAAAAAAAOA/AAAAAAAA4D8CAAAAjAAAAAAAAAAAAAAA////AP///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Kk8HUM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AAEAAAAAAAAAAAAAAAAAAAAAAAAAAAAAAAAAAAAAAAAAAAAAAAB/f38AAAAAA8zMzADAwP8Af39/AAAAAAAAAAAAAAAAAAAAAAAAAAAAIQAAABgAAAAUAAAA2BgAABonAAAoMgAAWSkAABAAAAAmAAAACAAAAAAAAAAAAAAA"/>
              </a:ext>
            </a:extLst>
          </p:cNvSpPr>
          <p:nvPr>
            <p:ph type="ftr" sz="quarter" idx="11"/>
          </p:nvPr>
        </p:nvSpPr>
        <p:spPr/>
        <p:txBody>
          <a:bodyPr/>
          <a:lstStyle/>
          <a:p>
            <a:endParaRPr/>
          </a:p>
        </p:txBody>
      </p:sp>
      <p:sp>
        <p:nvSpPr>
          <p:cNvPr id="6" name="SlideNumberArea1"/>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gfw5ZxMAAAAlAAAAZAAAAA0AAAAAkAAAAEgAAACQAAAASAAAAAAAAAABAAAAAAAAAAEAAABQAAAAAAAAAAAA4D8AAAAAAADgPwAAAAAAAOA/AAAAAAAA4D8AAAAAAADgPwAAAAAAAOA/AAAAAAAA4D8AAAAAAADgPwAAAAAAAOA/AAAAAAAA4D8CAAAAjAAAAAAAAAAAAAAA////AP///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Kk8HUM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AAEAAAAAAAAAAAAAAAAAAAAAAAAAAAAAAAAAAAAAAAAAAAAAAAB/f38AAAAAA8zMzADAwP8Af39/AAAAAAAAAAAAAAAAAAAAAAAAAAAAIQAAABgAAAAUAAAA+DQAABonAADYRQAAWSkAABAAAAAmAAAACAAAAAAAAAAAAAAA"/>
              </a:ext>
            </a:extLst>
          </p:cNvSpPr>
          <p:nvPr>
            <p:ph type="sldNum" sz="quarter" idx="12"/>
          </p:nvPr>
        </p:nvSpPr>
        <p:spPr/>
        <p:txBody>
          <a:bodyPr/>
          <a:lstStyle/>
          <a:p>
            <a:fld id="{451F3F8B-C5A8-4AC9-E6A7-339C71E91066}" type="slidenum">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theme" Target="../theme/theme2.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2.xml"/><Relationship Id="rId13" Type="http://schemas.openxmlformats.org/officeDocument/2006/relationships/theme" Target="../theme/theme3.xml"/><Relationship Id="rId3" Type="http://schemas.openxmlformats.org/officeDocument/2006/relationships/slideLayout" Target="../slideLayouts/slideLayout27.xml"/><Relationship Id="rId7" Type="http://schemas.openxmlformats.org/officeDocument/2006/relationships/slideLayout" Target="../slideLayouts/slideLayout31.xml"/><Relationship Id="rId12" Type="http://schemas.openxmlformats.org/officeDocument/2006/relationships/slideLayout" Target="../slideLayouts/slideLayout36.xml"/><Relationship Id="rId2" Type="http://schemas.openxmlformats.org/officeDocument/2006/relationships/slideLayout" Target="../slideLayouts/slideLayout26.xml"/><Relationship Id="rId1" Type="http://schemas.openxmlformats.org/officeDocument/2006/relationships/slideLayout" Target="../slideLayouts/slideLayout25.xml"/><Relationship Id="rId6" Type="http://schemas.openxmlformats.org/officeDocument/2006/relationships/slideLayout" Target="../slideLayouts/slideLayout30.xml"/><Relationship Id="rId11" Type="http://schemas.openxmlformats.org/officeDocument/2006/relationships/slideLayout" Target="../slideLayouts/slideLayout35.xml"/><Relationship Id="rId5" Type="http://schemas.openxmlformats.org/officeDocument/2006/relationships/slideLayout" Target="../slideLayouts/slideLayout29.xml"/><Relationship Id="rId10" Type="http://schemas.openxmlformats.org/officeDocument/2006/relationships/slideLayout" Target="../slideLayouts/slideLayout34.xml"/><Relationship Id="rId4" Type="http://schemas.openxmlformats.org/officeDocument/2006/relationships/slideLayout" Target="../slideLayouts/slideLayout28.xml"/><Relationship Id="rId9" Type="http://schemas.openxmlformats.org/officeDocument/2006/relationships/slideLayout" Target="../slideLayouts/slideLayout33.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4.xml"/><Relationship Id="rId13" Type="http://schemas.openxmlformats.org/officeDocument/2006/relationships/theme" Target="../theme/theme4.xml"/><Relationship Id="rId3" Type="http://schemas.openxmlformats.org/officeDocument/2006/relationships/slideLayout" Target="../slideLayouts/slideLayout39.xml"/><Relationship Id="rId7" Type="http://schemas.openxmlformats.org/officeDocument/2006/relationships/slideLayout" Target="../slideLayouts/slideLayout43.xml"/><Relationship Id="rId12" Type="http://schemas.openxmlformats.org/officeDocument/2006/relationships/slideLayout" Target="../slideLayouts/slideLayout48.xml"/><Relationship Id="rId2" Type="http://schemas.openxmlformats.org/officeDocument/2006/relationships/slideLayout" Target="../slideLayouts/slideLayout38.xml"/><Relationship Id="rId1" Type="http://schemas.openxmlformats.org/officeDocument/2006/relationships/slideLayout" Target="../slideLayouts/slideLayout37.xml"/><Relationship Id="rId6" Type="http://schemas.openxmlformats.org/officeDocument/2006/relationships/slideLayout" Target="../slideLayouts/slideLayout42.xml"/><Relationship Id="rId11" Type="http://schemas.openxmlformats.org/officeDocument/2006/relationships/slideLayout" Target="../slideLayouts/slideLayout47.xml"/><Relationship Id="rId5" Type="http://schemas.openxmlformats.org/officeDocument/2006/relationships/slideLayout" Target="../slideLayouts/slideLayout41.xml"/><Relationship Id="rId10" Type="http://schemas.openxmlformats.org/officeDocument/2006/relationships/slideLayout" Target="../slideLayouts/slideLayout46.xml"/><Relationship Id="rId4" Type="http://schemas.openxmlformats.org/officeDocument/2006/relationships/slideLayout" Target="../slideLayouts/slideLayout40.xml"/><Relationship Id="rId9" Type="http://schemas.openxmlformats.org/officeDocument/2006/relationships/slideLayout" Target="../slideLayouts/slideLayout45.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56.xml"/><Relationship Id="rId3" Type="http://schemas.openxmlformats.org/officeDocument/2006/relationships/slideLayout" Target="../slideLayouts/slideLayout51.xml"/><Relationship Id="rId7" Type="http://schemas.openxmlformats.org/officeDocument/2006/relationships/slideLayout" Target="../slideLayouts/slideLayout55.xml"/><Relationship Id="rId12" Type="http://schemas.openxmlformats.org/officeDocument/2006/relationships/theme" Target="../theme/theme5.xml"/><Relationship Id="rId2" Type="http://schemas.openxmlformats.org/officeDocument/2006/relationships/slideLayout" Target="../slideLayouts/slideLayout50.xml"/><Relationship Id="rId1" Type="http://schemas.openxmlformats.org/officeDocument/2006/relationships/slideLayout" Target="../slideLayouts/slideLayout49.xml"/><Relationship Id="rId6" Type="http://schemas.openxmlformats.org/officeDocument/2006/relationships/slideLayout" Target="../slideLayouts/slideLayout54.xml"/><Relationship Id="rId11" Type="http://schemas.openxmlformats.org/officeDocument/2006/relationships/slideLayout" Target="../slideLayouts/slideLayout59.xml"/><Relationship Id="rId5" Type="http://schemas.openxmlformats.org/officeDocument/2006/relationships/slideLayout" Target="../slideLayouts/slideLayout53.xml"/><Relationship Id="rId10" Type="http://schemas.openxmlformats.org/officeDocument/2006/relationships/slideLayout" Target="../slideLayouts/slideLayout58.xml"/><Relationship Id="rId4" Type="http://schemas.openxmlformats.org/officeDocument/2006/relationships/slideLayout" Target="../slideLayouts/slideLayout52.xml"/><Relationship Id="rId9" Type="http://schemas.openxmlformats.org/officeDocument/2006/relationships/slideLayout" Target="../slideLayouts/slideLayout57.xml"/></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67.xml"/><Relationship Id="rId3" Type="http://schemas.openxmlformats.org/officeDocument/2006/relationships/slideLayout" Target="../slideLayouts/slideLayout62.xml"/><Relationship Id="rId7" Type="http://schemas.openxmlformats.org/officeDocument/2006/relationships/slideLayout" Target="../slideLayouts/slideLayout66.xml"/><Relationship Id="rId12" Type="http://schemas.openxmlformats.org/officeDocument/2006/relationships/theme" Target="../theme/theme6.xml"/><Relationship Id="rId2" Type="http://schemas.openxmlformats.org/officeDocument/2006/relationships/slideLayout" Target="../slideLayouts/slideLayout61.xml"/><Relationship Id="rId1" Type="http://schemas.openxmlformats.org/officeDocument/2006/relationships/slideLayout" Target="../slideLayouts/slideLayout60.xml"/><Relationship Id="rId6" Type="http://schemas.openxmlformats.org/officeDocument/2006/relationships/slideLayout" Target="../slideLayouts/slideLayout65.xml"/><Relationship Id="rId11" Type="http://schemas.openxmlformats.org/officeDocument/2006/relationships/slideLayout" Target="../slideLayouts/slideLayout70.xml"/><Relationship Id="rId5" Type="http://schemas.openxmlformats.org/officeDocument/2006/relationships/slideLayout" Target="../slideLayouts/slideLayout64.xml"/><Relationship Id="rId10" Type="http://schemas.openxmlformats.org/officeDocument/2006/relationships/slideLayout" Target="../slideLayouts/slideLayout69.xml"/><Relationship Id="rId4" Type="http://schemas.openxmlformats.org/officeDocument/2006/relationships/slideLayout" Target="../slideLayouts/slideLayout63.xml"/><Relationship Id="rId9" Type="http://schemas.openxmlformats.org/officeDocument/2006/relationships/slideLayout" Target="../slideLayouts/slideLayout6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PlaceHolder 1"/>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gfw5ZxMAAAAlAAAAZAAAAA0AAAAAAAAAAAAAAAAAAAAAA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KAUAAD8CAADXRQAAZQoAABAAAAAmAAAACAAAAL8fAAD/HwAA"/>
              </a:ext>
            </a:extLst>
          </p:cNvSpPr>
          <p:nvPr>
            <p:ph type="title"/>
          </p:nvPr>
        </p:nvSpPr>
        <p:spPr>
          <a:xfrm>
            <a:off x="838200" y="365125"/>
            <a:ext cx="10514965" cy="1324610"/>
          </a:xfrm>
          <a:prstGeom prst="rect">
            <a:avLst/>
          </a:prstGeom>
          <a:noFill/>
          <a:ln>
            <a:noFill/>
          </a:ln>
        </p:spPr>
        <p:txBody>
          <a:bodyPr vert="horz" wrap="square" lIns="0" tIns="0" rIns="0" bIns="0" numCol="1" spcCol="215900" anchor="ctr">
            <a:prstTxWarp prst="textNoShape">
              <a:avLst/>
            </a:prstTxWarp>
          </a:bodyPr>
          <a:lstStyle/>
          <a:p>
            <a:pPr indent="0">
              <a:buNone/>
            </a:pPr>
            <a:r>
              <a:rPr lang="en-us" cap="none">
                <a:solidFill>
                  <a:srgbClr val="000000"/>
                </a:solidFill>
                <a:latin typeface="Arial" pitchFamily="2" charset="0"/>
                <a:ea typeface="Basic Roman" pitchFamily="1" charset="0"/>
                <a:cs typeface="Basic Roman" pitchFamily="1" charset="0"/>
              </a:rPr>
              <a:t>Click to edit the title text format</a:t>
            </a:r>
          </a:p>
        </p:txBody>
      </p:sp>
      <p:sp>
        <p:nvSpPr>
          <p:cNvPr id="3" name="PlaceHolder 2"/>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gfw5ZxMAAAAlAAAAZAAAAA0AAAAAkAAAAEgAAACQAAAAS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2BgAABonAAAnMgAAWCkAABAAAAAmAAAACAAAAL+fAAD/HwAA"/>
              </a:ext>
            </a:extLst>
          </p:cNvSpPr>
          <p:nvPr>
            <p:ph type="ftr" idx="3"/>
          </p:nvPr>
        </p:nvSpPr>
        <p:spPr>
          <a:xfrm>
            <a:off x="4038600" y="6356350"/>
            <a:ext cx="4114165" cy="364490"/>
          </a:xfrm>
          <a:prstGeom prst="rect">
            <a:avLst/>
          </a:prstGeom>
          <a:noFill/>
          <a:ln>
            <a:noFill/>
          </a:ln>
        </p:spPr>
        <p:txBody>
          <a:bodyPr vert="horz" wrap="square" lIns="91440" tIns="45720" rIns="91440" bIns="45720" numCol="1" spcCol="215900" anchor="ctr">
            <a:prstTxWarp prst="textNoShape">
              <a:avLst/>
            </a:prstTxWarp>
          </a:bodyPr>
          <a:lstStyle>
            <a:lvl1pPr indent="0" algn="ctr" defTabSz="914400">
              <a:lnSpc>
                <a:spcPct val="100000"/>
              </a:lnSpc>
              <a:buNone/>
              <a:tabLst>
                <a:tab pos="0" algn="l"/>
              </a:tabLst>
              <a:defRPr lang="en-us" sz="1400" b="0" strike="noStrike" cap="none" spc="0">
                <a:solidFill>
                  <a:srgbClr val="000000"/>
                </a:solidFill>
                <a:latin typeface="Times New Roman" pitchFamily="1" charset="0"/>
                <a:ea typeface="Basic Roman" pitchFamily="1" charset="0"/>
                <a:cs typeface="Basic Roman" pitchFamily="1" charset="0"/>
              </a:defRPr>
            </a:lvl1pPr>
          </a:lstStyle>
          <a:p>
            <a:pPr indent="0" algn="ctr" defTabSz="914400">
              <a:lnSpc>
                <a:spcPct val="100000"/>
              </a:lnSpc>
              <a:buNone/>
              <a:tabLst>
                <a:tab pos="0" algn="l"/>
              </a:tabLst>
              <a:defRPr lang="en-us"/>
            </a:pPr>
            <a:r>
              <a:t>&lt;footer&gt;</a:t>
            </a:r>
          </a:p>
        </p:txBody>
      </p:sp>
      <p:sp>
        <p:nvSpPr>
          <p:cNvPr id="4" name="PlaceHolder 3"/>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gfw5ZxMAAAAlAAAAZAAAAA0AAAAAkAAAAEgAAACQAAAAS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EEAQQ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DQAABonAADXRQAAWCkAABAAAAAmAAAACAAAAL+fAAD/HwAA"/>
              </a:ext>
            </a:extLst>
          </p:cNvSpPr>
          <p:nvPr>
            <p:ph type="sldNum" idx="4"/>
          </p:nvPr>
        </p:nvSpPr>
        <p:spPr>
          <a:xfrm>
            <a:off x="8610600" y="6356350"/>
            <a:ext cx="2742565" cy="364490"/>
          </a:xfrm>
          <a:prstGeom prst="rect">
            <a:avLst/>
          </a:prstGeom>
          <a:noFill/>
          <a:ln>
            <a:noFill/>
          </a:ln>
        </p:spPr>
        <p:txBody>
          <a:bodyPr vert="horz" wrap="square" lIns="91440" tIns="45720" rIns="91440" bIns="45720" numCol="1" spcCol="215900" anchor="ctr">
            <a:prstTxWarp prst="textNoShape">
              <a:avLst/>
            </a:prstTxWarp>
          </a:bodyPr>
          <a:lstStyle>
            <a:lvl1pPr indent="0" algn="r" defTabSz="914400">
              <a:lnSpc>
                <a:spcPct val="100000"/>
              </a:lnSpc>
              <a:buNone/>
              <a:tabLst>
                <a:tab pos="0" algn="l"/>
              </a:tabLst>
              <a:defRPr lang="en-us" sz="1200" b="0" strike="noStrike" cap="none" spc="0">
                <a:solidFill>
                  <a:srgbClr val="8C8C8C"/>
                </a:solidFill>
                <a:latin typeface="Calibri" pitchFamily="2" charset="0"/>
                <a:ea typeface="Basic Roman" pitchFamily="1" charset="0"/>
                <a:cs typeface="Basic Roman" pitchFamily="1" charset="0"/>
              </a:defRPr>
            </a:lvl1pPr>
          </a:lstStyle>
          <a:p>
            <a:pPr indent="0" algn="r" defTabSz="914400">
              <a:lnSpc>
                <a:spcPct val="100000"/>
              </a:lnSpc>
              <a:buNone/>
              <a:tabLst>
                <a:tab pos="0" algn="l"/>
              </a:tabLst>
              <a:defRPr lang="en-us"/>
            </a:pPr>
            <a:fld id="{31E2013E-70DC-B7F7-925A-86A24F1464D3}" type="slidenum">
              <a:t>‹#›</a:t>
            </a:fld>
            <a:endParaRPr lang="en-us" cap="none">
              <a:solidFill>
                <a:srgbClr val="000000"/>
              </a:solidFill>
              <a:latin typeface="Times New Roman" pitchFamily="1" charset="0"/>
              <a:ea typeface="Basic Roman" pitchFamily="1" charset="0"/>
              <a:cs typeface="Basic Roman" pitchFamily="1" charset="0"/>
            </a:endParaRPr>
          </a:p>
        </p:txBody>
      </p:sp>
      <p:sp>
        <p:nvSpPr>
          <p:cNvPr id="5" name="PlaceHolder 4"/>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gfw5ZxMAAAAlAAAAZAAAAA0AAAAAkAAAAEgAAACQAAAAS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EQAZw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KAUAABonAAAHFgAAWCkAABAAAAAmAAAACAAAAL+fAAD/HwAA"/>
              </a:ext>
            </a:extLst>
          </p:cNvSpPr>
          <p:nvPr>
            <p:ph type="dt" idx="2"/>
          </p:nvPr>
        </p:nvSpPr>
        <p:spPr>
          <a:xfrm>
            <a:off x="838200" y="6356350"/>
            <a:ext cx="2742565" cy="364490"/>
          </a:xfrm>
          <a:prstGeom prst="rect">
            <a:avLst/>
          </a:prstGeom>
          <a:noFill/>
          <a:ln>
            <a:noFill/>
          </a:ln>
        </p:spPr>
        <p:txBody>
          <a:bodyPr vert="horz" wrap="square" lIns="91440" tIns="45720" rIns="91440" bIns="45720" numCol="1" spcCol="215900" anchor="ctr">
            <a:prstTxWarp prst="textNoShape">
              <a:avLst/>
            </a:prstTxWarp>
          </a:bodyPr>
          <a:lstStyle>
            <a:lvl1pPr indent="0">
              <a:buNone/>
              <a:defRPr lang="en-us" sz="1400" b="0" strike="noStrike" cap="none" spc="0">
                <a:solidFill>
                  <a:srgbClr val="000000"/>
                </a:solidFill>
                <a:latin typeface="Times New Roman" pitchFamily="1" charset="0"/>
                <a:ea typeface="Basic Roman" pitchFamily="1" charset="0"/>
                <a:cs typeface="Basic Roman" pitchFamily="1" charset="0"/>
              </a:defRPr>
            </a:lvl1pPr>
          </a:lstStyle>
          <a:p>
            <a:pPr indent="0">
              <a:buNone/>
              <a:defRPr lang="en-us"/>
            </a:pPr>
            <a:r>
              <a:t>&lt;date/time&gt;</a:t>
            </a:r>
          </a:p>
        </p:txBody>
      </p:sp>
      <p:sp>
        <p:nvSpPr>
          <p:cNvPr id="6" name="PlaceHolder 5"/>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gfw5ZxMAAAAlAAAAZAAAAA0AAAAAAAAAAAAAAAAAAAAAA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EQAZw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wAMAAN8JAAA/RwAAViIAABAAAAAmAAAACAAAAL8fAAD/HwAA"/>
              </a:ext>
            </a:extLst>
          </p:cNvSpPr>
          <p:nvPr>
            <p:ph type="body"/>
          </p:nvPr>
        </p:nvSpPr>
        <p:spPr>
          <a:xfrm>
            <a:off x="609600" y="1604645"/>
            <a:ext cx="10972165" cy="3977005"/>
          </a:xfrm>
          <a:prstGeom prst="rect">
            <a:avLst/>
          </a:prstGeom>
          <a:noFill/>
          <a:ln>
            <a:noFill/>
          </a:ln>
        </p:spPr>
        <p:txBody>
          <a:bodyPr vert="horz" wrap="square" lIns="0" tIns="0" rIns="0" bIns="0" numCol="1" spcCol="215900" anchor="t">
            <a:prstTxWarp prst="textNoShape">
              <a:avLst/>
            </a:prstTxWarp>
          </a:bodyPr>
          <a:lstStyle/>
          <a:p>
            <a:pPr marL="431800" indent="-323850">
              <a:spcBef>
                <a:spcPts val="1415"/>
              </a:spcBef>
              <a:buClrTx/>
              <a:buSzPts val="1440"/>
              <a:buFont typeface="Wingdings" charset="0"/>
              <a:buChar char=""/>
            </a:pPr>
            <a:r>
              <a:rPr lang="en-us" cap="none">
                <a:solidFill>
                  <a:srgbClr val="000000"/>
                </a:solidFill>
                <a:latin typeface="Arial" pitchFamily="2" charset="0"/>
                <a:ea typeface="Basic Roman" pitchFamily="1" charset="0"/>
                <a:cs typeface="Basic Roman" pitchFamily="1" charset="0"/>
              </a:rPr>
              <a:t>Click to edit the outline text format</a:t>
            </a:r>
          </a:p>
          <a:p>
            <a:pPr marL="864235" lvl="1" indent="-323850">
              <a:spcBef>
                <a:spcPts val="1130"/>
              </a:spcBef>
              <a:buClrTx/>
              <a:buSzPts val="2100"/>
              <a:buFont typeface="Symbol" pitchFamily="1" charset="0"/>
              <a:buChar char=""/>
            </a:pPr>
            <a:r>
              <a:rPr lang="en-us" cap="none">
                <a:solidFill>
                  <a:srgbClr val="000000"/>
                </a:solidFill>
                <a:latin typeface="Arial" pitchFamily="2" charset="0"/>
                <a:ea typeface="Basic Roman" pitchFamily="1" charset="0"/>
                <a:cs typeface="Basic Roman" pitchFamily="1" charset="0"/>
              </a:rPr>
              <a:t>Second Outline Level</a:t>
            </a:r>
          </a:p>
          <a:p>
            <a:pPr marL="1296035" lvl="2" indent="-288290">
              <a:spcBef>
                <a:spcPts val="850"/>
              </a:spcBef>
              <a:buClrTx/>
              <a:buSzPts val="1080"/>
              <a:buFont typeface="Wingdings" charset="0"/>
              <a:buChar char=""/>
            </a:pPr>
            <a:r>
              <a:rPr lang="en-us" cap="none">
                <a:solidFill>
                  <a:srgbClr val="000000"/>
                </a:solidFill>
                <a:latin typeface="Arial" pitchFamily="2" charset="0"/>
                <a:ea typeface="Basic Roman" pitchFamily="1" charset="0"/>
                <a:cs typeface="Basic Roman" pitchFamily="1" charset="0"/>
              </a:rPr>
              <a:t>Third Outline Level</a:t>
            </a:r>
          </a:p>
          <a:p>
            <a:pPr marL="1727835" lvl="3" indent="-215900">
              <a:spcBef>
                <a:spcPts val="565"/>
              </a:spcBef>
              <a:buClrTx/>
              <a:buSzPts val="1500"/>
              <a:buFont typeface="Symbol" pitchFamily="1" charset="0"/>
              <a:buChar char=""/>
            </a:pPr>
            <a:r>
              <a:rPr lang="en-us" cap="none">
                <a:solidFill>
                  <a:srgbClr val="000000"/>
                </a:solidFill>
                <a:latin typeface="Arial" pitchFamily="2" charset="0"/>
                <a:ea typeface="Basic Roman" pitchFamily="1" charset="0"/>
                <a:cs typeface="Basic Roman" pitchFamily="1" charset="0"/>
              </a:rPr>
              <a:t>Fourth Outline Level</a:t>
            </a:r>
          </a:p>
          <a:p>
            <a:pPr marL="2160270" lvl="4" indent="-215900">
              <a:spcBef>
                <a:spcPts val="280"/>
              </a:spcBef>
              <a:buClrTx/>
              <a:buSzPts val="900"/>
              <a:buFont typeface="Wingdings" charset="0"/>
              <a:buChar char=""/>
            </a:pPr>
            <a:r>
              <a:rPr lang="en-us" cap="none">
                <a:solidFill>
                  <a:srgbClr val="000000"/>
                </a:solidFill>
                <a:latin typeface="Arial" pitchFamily="2" charset="0"/>
                <a:ea typeface="Basic Roman" pitchFamily="1" charset="0"/>
                <a:cs typeface="Basic Roman" pitchFamily="1" charset="0"/>
              </a:rPr>
              <a:t>Fifth Outline Level</a:t>
            </a:r>
          </a:p>
          <a:p>
            <a:pPr marL="2592070" lvl="5" indent="-215900">
              <a:spcBef>
                <a:spcPts val="280"/>
              </a:spcBef>
              <a:buClrTx/>
              <a:buSzPts val="900"/>
              <a:buFont typeface="Wingdings" charset="0"/>
              <a:buChar char=""/>
            </a:pPr>
            <a:r>
              <a:rPr lang="en-us" cap="none">
                <a:solidFill>
                  <a:srgbClr val="000000"/>
                </a:solidFill>
                <a:latin typeface="Arial" pitchFamily="2" charset="0"/>
                <a:ea typeface="Basic Roman" pitchFamily="1" charset="0"/>
                <a:cs typeface="Basic Roman" pitchFamily="1" charset="0"/>
              </a:rPr>
              <a:t>Sixth Outline Level</a:t>
            </a:r>
          </a:p>
          <a:p>
            <a:pPr marL="3023870" lvl="6" indent="-215900">
              <a:spcBef>
                <a:spcPts val="280"/>
              </a:spcBef>
              <a:buClrTx/>
              <a:buSzPts val="900"/>
              <a:buFont typeface="Wingdings" charset="0"/>
              <a:buChar char=""/>
            </a:pPr>
            <a:r>
              <a:rPr lang="en-us" cap="none">
                <a:solidFill>
                  <a:srgbClr val="000000"/>
                </a:solidFill>
                <a:latin typeface="Arial" pitchFamily="2" charset="0"/>
                <a:ea typeface="Basic Roman" pitchFamily="1" charset="0"/>
                <a:cs typeface="Basic Roman" pitchFamily="1" charset="0"/>
              </a:rPr>
              <a:t>Seventh Outline Level</a:t>
            </a: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hdr="0" ftr="0" dt="0"/>
  <p:txStyles>
    <p:titleStyle>
      <a:lvl1pPr marL="0" marR="0" indent="0" algn="ctr" defTabSz="914400">
        <a:lnSpc>
          <a:spcPct val="100000"/>
        </a:lnSpc>
        <a:spcBef>
          <a:spcPts val="0"/>
        </a:spcBef>
        <a:spcAft>
          <a:spcPts val="0"/>
        </a:spcAft>
        <a:buNone/>
        <a:tabLst/>
        <a:defRPr sz="4400" b="0" i="0" u="none" strike="noStrike" kern="1" cap="none" spc="0" baseline="0">
          <a:solidFill>
            <a:schemeClr val="tx2"/>
          </a:solidFill>
          <a:effectLst/>
          <a:latin typeface="Basic Sans" pitchFamily="1" charset="0"/>
          <a:ea typeface="Basic Roman" pitchFamily="1" charset="0"/>
          <a:cs typeface="Basic Roman" pitchFamily="1" charset="0"/>
        </a:defRPr>
      </a:lvl1pPr>
      <a:lvl2pPr marL="0" marR="0" indent="0" algn="l" defTabSz="914400">
        <a:lnSpc>
          <a:spcPct val="100000"/>
        </a:lnSpc>
        <a:spcBef>
          <a:spcPts val="0"/>
        </a:spcBef>
        <a:spcAft>
          <a:spcPts val="0"/>
        </a:spcAft>
        <a:buNone/>
        <a:tabLst/>
        <a:defRPr sz="1800" b="0" i="0" u="none" strike="noStrike" kern="1" cap="none" spc="0" baseline="0">
          <a:solidFill>
            <a:schemeClr val="tx1"/>
          </a:solidFill>
          <a:effectLst/>
          <a:latin typeface="Calibri" pitchFamily="2" charset="0"/>
          <a:ea typeface="Calibri" pitchFamily="2" charset="0"/>
          <a:cs typeface="Calibri" pitchFamily="2" charset="0"/>
        </a:defRPr>
      </a:lvl2pPr>
      <a:lvl3pPr marL="0" marR="0" indent="0" algn="l" defTabSz="914400">
        <a:lnSpc>
          <a:spcPct val="100000"/>
        </a:lnSpc>
        <a:spcBef>
          <a:spcPts val="0"/>
        </a:spcBef>
        <a:spcAft>
          <a:spcPts val="0"/>
        </a:spcAft>
        <a:buNone/>
        <a:tabLst/>
        <a:defRPr sz="1800" b="0" i="0" u="none" strike="noStrike" kern="1" cap="none" spc="0" baseline="0">
          <a:solidFill>
            <a:schemeClr val="tx1"/>
          </a:solidFill>
          <a:effectLst/>
          <a:latin typeface="Calibri" pitchFamily="2" charset="0"/>
          <a:ea typeface="Calibri" pitchFamily="2" charset="0"/>
          <a:cs typeface="Calibri" pitchFamily="2" charset="0"/>
        </a:defRPr>
      </a:lvl3pPr>
      <a:lvl4pPr marL="0" marR="0" indent="0" algn="l" defTabSz="914400">
        <a:lnSpc>
          <a:spcPct val="100000"/>
        </a:lnSpc>
        <a:spcBef>
          <a:spcPts val="0"/>
        </a:spcBef>
        <a:spcAft>
          <a:spcPts val="0"/>
        </a:spcAft>
        <a:buNone/>
        <a:tabLst/>
        <a:defRPr sz="1800" b="0" i="0" u="none" strike="noStrike" kern="1" cap="none" spc="0" baseline="0">
          <a:solidFill>
            <a:schemeClr val="tx1"/>
          </a:solidFill>
          <a:effectLst/>
          <a:latin typeface="Calibri" pitchFamily="2" charset="0"/>
          <a:ea typeface="Calibri" pitchFamily="2" charset="0"/>
          <a:cs typeface="Calibri" pitchFamily="2" charset="0"/>
        </a:defRPr>
      </a:lvl4pPr>
      <a:lvl5pPr marL="0" marR="0" indent="0" algn="l" defTabSz="914400">
        <a:lnSpc>
          <a:spcPct val="100000"/>
        </a:lnSpc>
        <a:spcBef>
          <a:spcPts val="0"/>
        </a:spcBef>
        <a:spcAft>
          <a:spcPts val="0"/>
        </a:spcAft>
        <a:buNone/>
        <a:tabLst/>
        <a:defRPr sz="1800" b="0" i="0" u="none" strike="noStrike" kern="1" cap="none" spc="0" baseline="0">
          <a:solidFill>
            <a:schemeClr val="tx1"/>
          </a:solidFill>
          <a:effectLst/>
          <a:latin typeface="Calibri" pitchFamily="2" charset="0"/>
          <a:ea typeface="Calibri" pitchFamily="2" charset="0"/>
          <a:cs typeface="Calibri" pitchFamily="2" charset="0"/>
        </a:defRPr>
      </a:lvl5pPr>
      <a:lvl6pPr marL="0" marR="0" indent="0" algn="l" defTabSz="914400">
        <a:lnSpc>
          <a:spcPct val="100000"/>
        </a:lnSpc>
        <a:spcBef>
          <a:spcPts val="0"/>
        </a:spcBef>
        <a:spcAft>
          <a:spcPts val="0"/>
        </a:spcAft>
        <a:buNone/>
        <a:tabLst/>
        <a:defRPr sz="1800" b="0" i="0" u="none" strike="noStrike" kern="1" cap="none" spc="0" baseline="0">
          <a:solidFill>
            <a:schemeClr val="tx1"/>
          </a:solidFill>
          <a:effectLst/>
          <a:latin typeface="Calibri" pitchFamily="2" charset="0"/>
          <a:ea typeface="Calibri" pitchFamily="2" charset="0"/>
          <a:cs typeface="Calibri" pitchFamily="2" charset="0"/>
        </a:defRPr>
      </a:lvl6pPr>
      <a:lvl7pPr marL="0" marR="0" indent="0" algn="l" defTabSz="914400">
        <a:lnSpc>
          <a:spcPct val="100000"/>
        </a:lnSpc>
        <a:spcBef>
          <a:spcPts val="0"/>
        </a:spcBef>
        <a:spcAft>
          <a:spcPts val="0"/>
        </a:spcAft>
        <a:buNone/>
        <a:tabLst/>
        <a:defRPr sz="1800" b="0" i="0" u="none" strike="noStrike" kern="1" cap="none" spc="0" baseline="0">
          <a:solidFill>
            <a:schemeClr val="tx1"/>
          </a:solidFill>
          <a:effectLst/>
          <a:latin typeface="Calibri" pitchFamily="2" charset="0"/>
          <a:ea typeface="Calibri" pitchFamily="2" charset="0"/>
          <a:cs typeface="Calibri" pitchFamily="2" charset="0"/>
        </a:defRPr>
      </a:lvl7pPr>
      <a:lvl8pPr marL="0" marR="0" indent="0" algn="l" defTabSz="914400">
        <a:lnSpc>
          <a:spcPct val="100000"/>
        </a:lnSpc>
        <a:spcBef>
          <a:spcPts val="0"/>
        </a:spcBef>
        <a:spcAft>
          <a:spcPts val="0"/>
        </a:spcAft>
        <a:buNone/>
        <a:tabLst/>
        <a:defRPr sz="1800" b="0" i="0" u="none" strike="noStrike" kern="1" cap="none" spc="0" baseline="0">
          <a:solidFill>
            <a:schemeClr val="tx1"/>
          </a:solidFill>
          <a:effectLst/>
          <a:latin typeface="Calibri" pitchFamily="2" charset="0"/>
          <a:ea typeface="Calibri" pitchFamily="2" charset="0"/>
          <a:cs typeface="Calibri" pitchFamily="2" charset="0"/>
        </a:defRPr>
      </a:lvl8pPr>
      <a:lvl9pPr marL="0" marR="0" indent="0" algn="l" defTabSz="914400">
        <a:lnSpc>
          <a:spcPct val="100000"/>
        </a:lnSpc>
        <a:spcBef>
          <a:spcPts val="0"/>
        </a:spcBef>
        <a:spcAft>
          <a:spcPts val="0"/>
        </a:spcAft>
        <a:buNone/>
        <a:tabLst/>
        <a:defRPr sz="1800" b="0" i="0" u="none" strike="noStrike" kern="1" cap="none" spc="0" baseline="0">
          <a:solidFill>
            <a:schemeClr val="tx1"/>
          </a:solidFill>
          <a:effectLst/>
          <a:latin typeface="Calibri" pitchFamily="2" charset="0"/>
          <a:ea typeface="Calibri" pitchFamily="2" charset="0"/>
          <a:cs typeface="Calibri" pitchFamily="2" charset="0"/>
        </a:defRPr>
      </a:lvl9pPr>
    </p:titleStyle>
    <p:bodyStyle>
      <a:lvl1pPr marL="342900" marR="0" indent="-342900" algn="l" defTabSz="914400">
        <a:lnSpc>
          <a:spcPct val="100000"/>
        </a:lnSpc>
        <a:spcBef>
          <a:spcPts val="0"/>
        </a:spcBef>
        <a:spcAft>
          <a:spcPts val="0"/>
        </a:spcAft>
        <a:buClrTx/>
        <a:buSzTx/>
        <a:buFontTx/>
        <a:buChar char="•"/>
        <a:tabLst/>
        <a:defRPr sz="3200" b="0" i="0" u="none" strike="noStrike" kern="1" cap="none" spc="0" baseline="0">
          <a:solidFill>
            <a:schemeClr val="tx1"/>
          </a:solidFill>
          <a:effectLst/>
          <a:latin typeface="Basic Sans" pitchFamily="1" charset="0"/>
          <a:ea typeface="Basic Roman" pitchFamily="1" charset="0"/>
          <a:cs typeface="Basic Roman" pitchFamily="1" charset="0"/>
        </a:defRPr>
      </a:lvl1pPr>
      <a:lvl2pPr marL="742950" marR="0" indent="-285750" algn="l" defTabSz="914400">
        <a:lnSpc>
          <a:spcPct val="100000"/>
        </a:lnSpc>
        <a:spcBef>
          <a:spcPts val="0"/>
        </a:spcBef>
        <a:spcAft>
          <a:spcPts val="0"/>
        </a:spcAft>
        <a:buClrTx/>
        <a:buSzTx/>
        <a:buFontTx/>
        <a:buChar char="–"/>
        <a:tabLst/>
        <a:defRPr sz="2800" b="0" i="0" u="none" strike="noStrike" kern="1" cap="none" spc="0" baseline="0">
          <a:solidFill>
            <a:schemeClr val="tx1"/>
          </a:solidFill>
          <a:effectLst/>
          <a:latin typeface="Basic Sans" pitchFamily="1" charset="0"/>
          <a:ea typeface="Basic Roman" pitchFamily="1" charset="0"/>
          <a:cs typeface="Basic Roman" pitchFamily="1" charset="0"/>
        </a:defRPr>
      </a:lvl2pPr>
      <a:lvl3pPr marL="1143000" marR="0" indent="-228600" algn="l" defTabSz="914400">
        <a:lnSpc>
          <a:spcPct val="100000"/>
        </a:lnSpc>
        <a:spcBef>
          <a:spcPts val="0"/>
        </a:spcBef>
        <a:spcAft>
          <a:spcPts val="0"/>
        </a:spcAft>
        <a:buClrTx/>
        <a:buSzTx/>
        <a:buFontTx/>
        <a:buChar char="•"/>
        <a:tabLst/>
        <a:defRPr sz="2400" b="0" i="0" u="none" strike="noStrike" kern="1" cap="none" spc="0" baseline="0">
          <a:solidFill>
            <a:schemeClr val="tx1"/>
          </a:solidFill>
          <a:effectLst/>
          <a:latin typeface="Basic Sans" pitchFamily="1" charset="0"/>
          <a:ea typeface="Basic Roman" pitchFamily="1" charset="0"/>
          <a:cs typeface="Basic Roman" pitchFamily="1" charset="0"/>
        </a:defRPr>
      </a:lvl3pPr>
      <a:lvl4pPr marL="1600200" marR="0" indent="-228600" algn="l" defTabSz="914400">
        <a:lnSpc>
          <a:spcPct val="100000"/>
        </a:lnSpc>
        <a:spcBef>
          <a:spcPts val="0"/>
        </a:spcBef>
        <a:spcAft>
          <a:spcPts val="0"/>
        </a:spcAft>
        <a:buClrTx/>
        <a:buSzTx/>
        <a:buFontTx/>
        <a:buChar char="–"/>
        <a:tabLst/>
        <a:defRPr sz="2000" b="0" i="0" u="none" strike="noStrike" kern="1" cap="none" spc="0" baseline="0">
          <a:solidFill>
            <a:schemeClr val="tx1"/>
          </a:solidFill>
          <a:effectLst/>
          <a:latin typeface="Basic Sans" pitchFamily="1" charset="0"/>
          <a:ea typeface="Basic Roman" pitchFamily="1" charset="0"/>
          <a:cs typeface="Basic Roman" pitchFamily="1" charset="0"/>
        </a:defRPr>
      </a:lvl4pPr>
      <a:lvl5pPr marL="2057400" marR="0" indent="-228600" algn="l" defTabSz="914400">
        <a:lnSpc>
          <a:spcPct val="100000"/>
        </a:lnSpc>
        <a:spcBef>
          <a:spcPts val="0"/>
        </a:spcBef>
        <a:spcAft>
          <a:spcPts val="0"/>
        </a:spcAft>
        <a:buClrTx/>
        <a:buSzTx/>
        <a:buFontTx/>
        <a:buChar char="»"/>
        <a:tabLst/>
        <a:defRPr sz="2000" b="0" i="0" u="none" strike="noStrike" kern="1" cap="none" spc="0" baseline="0">
          <a:solidFill>
            <a:schemeClr val="tx1"/>
          </a:solidFill>
          <a:effectLst/>
          <a:latin typeface="Basic Sans" pitchFamily="1" charset="0"/>
          <a:ea typeface="Basic Roman" pitchFamily="1" charset="0"/>
          <a:cs typeface="Basic Roman" pitchFamily="1" charset="0"/>
        </a:defRPr>
      </a:lvl5pPr>
      <a:lvl6pPr marL="2514600" marR="0" indent="-228600" algn="l" defTabSz="914400">
        <a:lnSpc>
          <a:spcPct val="100000"/>
        </a:lnSpc>
        <a:spcBef>
          <a:spcPts val="0"/>
        </a:spcBef>
        <a:spcAft>
          <a:spcPts val="0"/>
        </a:spcAft>
        <a:buClrTx/>
        <a:buSzTx/>
        <a:buFontTx/>
        <a:buChar char="•"/>
        <a:tabLst/>
        <a:defRPr sz="2000" b="0" i="0" u="none" strike="noStrike" kern="1" cap="none" spc="0" baseline="0">
          <a:solidFill>
            <a:schemeClr val="tx1"/>
          </a:solidFill>
          <a:effectLst/>
          <a:latin typeface="Basic Sans" pitchFamily="1" charset="0"/>
          <a:ea typeface="Basic Roman" pitchFamily="1" charset="0"/>
          <a:cs typeface="Basic Roman" pitchFamily="1" charset="0"/>
        </a:defRPr>
      </a:lvl6pPr>
      <a:lvl7pPr marL="2971800" marR="0" indent="-228600" algn="l" defTabSz="914400">
        <a:lnSpc>
          <a:spcPct val="100000"/>
        </a:lnSpc>
        <a:spcBef>
          <a:spcPts val="0"/>
        </a:spcBef>
        <a:spcAft>
          <a:spcPts val="0"/>
        </a:spcAft>
        <a:buClrTx/>
        <a:buSzTx/>
        <a:buFontTx/>
        <a:buChar char="•"/>
        <a:tabLst/>
        <a:defRPr sz="2000" b="0" i="0" u="none" strike="noStrike" kern="1" cap="none" spc="0" baseline="0">
          <a:solidFill>
            <a:schemeClr val="tx1"/>
          </a:solidFill>
          <a:effectLst/>
          <a:latin typeface="Basic Sans" pitchFamily="1" charset="0"/>
          <a:ea typeface="Basic Roman" pitchFamily="1" charset="0"/>
          <a:cs typeface="Basic Roman" pitchFamily="1" charset="0"/>
        </a:defRPr>
      </a:lvl7pPr>
      <a:lvl8pPr marL="3429000" marR="0" indent="-228600" algn="l" defTabSz="914400">
        <a:lnSpc>
          <a:spcPct val="100000"/>
        </a:lnSpc>
        <a:spcBef>
          <a:spcPts val="0"/>
        </a:spcBef>
        <a:spcAft>
          <a:spcPts val="0"/>
        </a:spcAft>
        <a:buClrTx/>
        <a:buSzTx/>
        <a:buFontTx/>
        <a:buChar char="•"/>
        <a:tabLst/>
        <a:defRPr sz="2000" b="0" i="0" u="none" strike="noStrike" kern="1" cap="none" spc="0" baseline="0">
          <a:solidFill>
            <a:schemeClr val="tx1"/>
          </a:solidFill>
          <a:effectLst/>
          <a:latin typeface="Basic Sans" pitchFamily="1" charset="0"/>
          <a:ea typeface="Basic Roman" pitchFamily="1" charset="0"/>
          <a:cs typeface="Basic Roman" pitchFamily="1" charset="0"/>
        </a:defRPr>
      </a:lvl8pPr>
      <a:lvl9pPr marL="3886200" marR="0" indent="-228600" algn="l" defTabSz="914400">
        <a:lnSpc>
          <a:spcPct val="100000"/>
        </a:lnSpc>
        <a:spcBef>
          <a:spcPts val="0"/>
        </a:spcBef>
        <a:spcAft>
          <a:spcPts val="0"/>
        </a:spcAft>
        <a:buClrTx/>
        <a:buSzTx/>
        <a:buFontTx/>
        <a:buChar char="•"/>
        <a:tabLst/>
        <a:defRPr sz="2000" b="0" i="0" u="none" strike="noStrike" kern="1" cap="none" spc="0" baseline="0">
          <a:solidFill>
            <a:schemeClr val="tx1"/>
          </a:solidFill>
          <a:effectLst/>
          <a:latin typeface="Basic Sans" pitchFamily="1" charset="0"/>
          <a:ea typeface="Basic Roman" pitchFamily="1" charset="0"/>
          <a:cs typeface="Basic Roman" pitchFamily="1" charset="0"/>
        </a:defRPr>
      </a:lvl9pPr>
    </p:bodyStyle>
    <p:otherStyle>
      <a:lvl1pPr marL="0" marR="0" indent="0" algn="l" defTabSz="914400">
        <a:lnSpc>
          <a:spcPct val="100000"/>
        </a:lnSpc>
        <a:spcBef>
          <a:spcPts val="0"/>
        </a:spcBef>
        <a:spcAft>
          <a:spcPts val="0"/>
        </a:spcAft>
        <a:buNone/>
        <a:tabLst/>
        <a:defRPr sz="1800" b="0" i="0" u="none" strike="noStrike" kern="1" cap="none" spc="0" baseline="0">
          <a:solidFill>
            <a:schemeClr val="tx1"/>
          </a:solidFill>
          <a:effectLst/>
          <a:latin typeface="Basic Sans" pitchFamily="1" charset="0"/>
          <a:ea typeface="Basic Roman" pitchFamily="1" charset="0"/>
          <a:cs typeface="Basic Roman" pitchFamily="1" charset="0"/>
        </a:defRPr>
      </a:lvl1pPr>
      <a:lvl2pPr marL="457200" marR="0" indent="0" algn="l" defTabSz="914400">
        <a:lnSpc>
          <a:spcPct val="100000"/>
        </a:lnSpc>
        <a:spcBef>
          <a:spcPts val="0"/>
        </a:spcBef>
        <a:spcAft>
          <a:spcPts val="0"/>
        </a:spcAft>
        <a:buNone/>
        <a:tabLst/>
        <a:defRPr sz="1800" b="0" i="0" u="none" strike="noStrike" kern="1" cap="none" spc="0" baseline="0">
          <a:solidFill>
            <a:schemeClr val="tx1"/>
          </a:solidFill>
          <a:effectLst/>
          <a:latin typeface="Basic Sans" pitchFamily="1" charset="0"/>
          <a:ea typeface="Basic Roman" pitchFamily="1" charset="0"/>
          <a:cs typeface="Basic Roman" pitchFamily="1" charset="0"/>
        </a:defRPr>
      </a:lvl2pPr>
      <a:lvl3pPr marL="914400" marR="0" indent="0" algn="l" defTabSz="914400">
        <a:lnSpc>
          <a:spcPct val="100000"/>
        </a:lnSpc>
        <a:spcBef>
          <a:spcPts val="0"/>
        </a:spcBef>
        <a:spcAft>
          <a:spcPts val="0"/>
        </a:spcAft>
        <a:buNone/>
        <a:tabLst/>
        <a:defRPr sz="1800" b="0" i="0" u="none" strike="noStrike" kern="1" cap="none" spc="0" baseline="0">
          <a:solidFill>
            <a:schemeClr val="tx1"/>
          </a:solidFill>
          <a:effectLst/>
          <a:latin typeface="Basic Sans" pitchFamily="1" charset="0"/>
          <a:ea typeface="Basic Roman" pitchFamily="1" charset="0"/>
          <a:cs typeface="Basic Roman" pitchFamily="1" charset="0"/>
        </a:defRPr>
      </a:lvl3pPr>
      <a:lvl4pPr marL="1371600" marR="0" indent="0" algn="l" defTabSz="914400">
        <a:lnSpc>
          <a:spcPct val="100000"/>
        </a:lnSpc>
        <a:spcBef>
          <a:spcPts val="0"/>
        </a:spcBef>
        <a:spcAft>
          <a:spcPts val="0"/>
        </a:spcAft>
        <a:buNone/>
        <a:tabLst/>
        <a:defRPr sz="1800" b="0" i="0" u="none" strike="noStrike" kern="1" cap="none" spc="0" baseline="0">
          <a:solidFill>
            <a:schemeClr val="tx1"/>
          </a:solidFill>
          <a:effectLst/>
          <a:latin typeface="Basic Sans" pitchFamily="1" charset="0"/>
          <a:ea typeface="Basic Roman" pitchFamily="1" charset="0"/>
          <a:cs typeface="Basic Roman" pitchFamily="1" charset="0"/>
        </a:defRPr>
      </a:lvl4pPr>
      <a:lvl5pPr marL="1828800" marR="0" indent="0" algn="l" defTabSz="914400">
        <a:lnSpc>
          <a:spcPct val="100000"/>
        </a:lnSpc>
        <a:spcBef>
          <a:spcPts val="0"/>
        </a:spcBef>
        <a:spcAft>
          <a:spcPts val="0"/>
        </a:spcAft>
        <a:buNone/>
        <a:tabLst/>
        <a:defRPr sz="1800" b="0" i="0" u="none" strike="noStrike" kern="1" cap="none" spc="0" baseline="0">
          <a:solidFill>
            <a:schemeClr val="tx1"/>
          </a:solidFill>
          <a:effectLst/>
          <a:latin typeface="Basic Sans" pitchFamily="1" charset="0"/>
          <a:ea typeface="Basic Roman" pitchFamily="1" charset="0"/>
          <a:cs typeface="Basic Roman" pitchFamily="1" charset="0"/>
        </a:defRPr>
      </a:lvl5pPr>
      <a:lvl6pPr marL="2286000" marR="0" indent="0" algn="l" defTabSz="914400">
        <a:lnSpc>
          <a:spcPct val="100000"/>
        </a:lnSpc>
        <a:spcBef>
          <a:spcPts val="0"/>
        </a:spcBef>
        <a:spcAft>
          <a:spcPts val="0"/>
        </a:spcAft>
        <a:buNone/>
        <a:tabLst/>
        <a:defRPr sz="1800" b="0" i="0" u="none" strike="noStrike" kern="1" cap="none" spc="0" baseline="0">
          <a:solidFill>
            <a:schemeClr val="tx1"/>
          </a:solidFill>
          <a:effectLst/>
          <a:latin typeface="Basic Sans" pitchFamily="1" charset="0"/>
          <a:ea typeface="Basic Roman" pitchFamily="1" charset="0"/>
          <a:cs typeface="Basic Roman" pitchFamily="1" charset="0"/>
        </a:defRPr>
      </a:lvl6pPr>
      <a:lvl7pPr marL="2743200" marR="0" indent="0" algn="l" defTabSz="914400">
        <a:lnSpc>
          <a:spcPct val="100000"/>
        </a:lnSpc>
        <a:spcBef>
          <a:spcPts val="0"/>
        </a:spcBef>
        <a:spcAft>
          <a:spcPts val="0"/>
        </a:spcAft>
        <a:buNone/>
        <a:tabLst/>
        <a:defRPr sz="1800" b="0" i="0" u="none" strike="noStrike" kern="1" cap="none" spc="0" baseline="0">
          <a:solidFill>
            <a:schemeClr val="tx1"/>
          </a:solidFill>
          <a:effectLst/>
          <a:latin typeface="Basic Sans" pitchFamily="1" charset="0"/>
          <a:ea typeface="Basic Roman" pitchFamily="1" charset="0"/>
          <a:cs typeface="Basic Roman" pitchFamily="1" charset="0"/>
        </a:defRPr>
      </a:lvl7pPr>
      <a:lvl8pPr marL="3200400" marR="0" indent="0" algn="l" defTabSz="914400">
        <a:lnSpc>
          <a:spcPct val="100000"/>
        </a:lnSpc>
        <a:spcBef>
          <a:spcPts val="0"/>
        </a:spcBef>
        <a:spcAft>
          <a:spcPts val="0"/>
        </a:spcAft>
        <a:buNone/>
        <a:tabLst/>
        <a:defRPr sz="1800" b="0" i="0" u="none" strike="noStrike" kern="1" cap="none" spc="0" baseline="0">
          <a:solidFill>
            <a:schemeClr val="tx1"/>
          </a:solidFill>
          <a:effectLst/>
          <a:latin typeface="Basic Sans" pitchFamily="1" charset="0"/>
          <a:ea typeface="Basic Roman" pitchFamily="1" charset="0"/>
          <a:cs typeface="Basic Roman" pitchFamily="1" charset="0"/>
        </a:defRPr>
      </a:lvl8pPr>
      <a:lvl9pPr marL="3657600" marR="0" indent="0" algn="l" defTabSz="914400">
        <a:lnSpc>
          <a:spcPct val="100000"/>
        </a:lnSpc>
        <a:spcBef>
          <a:spcPts val="0"/>
        </a:spcBef>
        <a:spcAft>
          <a:spcPts val="0"/>
        </a:spcAft>
        <a:buNone/>
        <a:tabLst/>
        <a:defRPr sz="1800" b="0" i="0" u="none" strike="noStrike" kern="1" cap="none" spc="0" baseline="0">
          <a:solidFill>
            <a:schemeClr val="tx1"/>
          </a:solidFill>
          <a:effectLst/>
          <a:latin typeface="Basic Sans" pitchFamily="1" charset="0"/>
          <a:ea typeface="Basic Roman" pitchFamily="1" charset="0"/>
          <a:cs typeface="Basic Roman" pitchFamily="1" charset="0"/>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PlaceHolder 1"/>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gfw5ZxMAAAAlAAAAZAAAAA0AAAAAkAAAAEgAAACQAAAAS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EQAZw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2BgAABonAAAnMgAAWCkAABAAAAAmAAAACAAAAL+fAAD/HwAA"/>
              </a:ext>
            </a:extLst>
          </p:cNvSpPr>
          <p:nvPr>
            <p:ph type="ftr" idx="3"/>
          </p:nvPr>
        </p:nvSpPr>
        <p:spPr>
          <a:xfrm>
            <a:off x="4038600" y="6356350"/>
            <a:ext cx="4114165" cy="364490"/>
          </a:xfrm>
          <a:prstGeom prst="rect">
            <a:avLst/>
          </a:prstGeom>
          <a:noFill/>
          <a:ln>
            <a:noFill/>
          </a:ln>
        </p:spPr>
        <p:txBody>
          <a:bodyPr vert="horz" wrap="square" lIns="91440" tIns="45720" rIns="91440" bIns="45720" numCol="1" spcCol="215900" anchor="ctr">
            <a:prstTxWarp prst="textNoShape">
              <a:avLst/>
            </a:prstTxWarp>
          </a:bodyPr>
          <a:lstStyle>
            <a:lvl1pPr indent="0" algn="ctr" defTabSz="914400">
              <a:lnSpc>
                <a:spcPct val="100000"/>
              </a:lnSpc>
              <a:buNone/>
              <a:tabLst>
                <a:tab pos="0" algn="l"/>
              </a:tabLst>
              <a:defRPr lang="en-us" sz="1400" b="0" strike="noStrike" cap="none" spc="0">
                <a:solidFill>
                  <a:srgbClr val="000000"/>
                </a:solidFill>
                <a:latin typeface="Times New Roman" pitchFamily="1" charset="0"/>
                <a:ea typeface="Basic Roman" pitchFamily="1" charset="0"/>
                <a:cs typeface="Basic Roman" pitchFamily="1" charset="0"/>
              </a:defRPr>
            </a:lvl1pPr>
          </a:lstStyle>
          <a:p>
            <a:pPr indent="0" algn="ctr" defTabSz="914400">
              <a:lnSpc>
                <a:spcPct val="100000"/>
              </a:lnSpc>
              <a:buNone/>
              <a:tabLst>
                <a:tab pos="0" algn="l"/>
              </a:tabLst>
              <a:defRPr lang="en-us"/>
            </a:pPr>
            <a:r>
              <a:t>&lt;footer&gt;</a:t>
            </a:r>
          </a:p>
        </p:txBody>
      </p:sp>
      <p:sp>
        <p:nvSpPr>
          <p:cNvPr id="3" name="PlaceHolder 2"/>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gfw5ZxMAAAAlAAAAZAAAAA0AAAAAkAAAAEgAAACQAAAAS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DQAABonAADXRQAAWCkAABAAAAAmAAAACAAAAL+fAAD/HwAA"/>
              </a:ext>
            </a:extLst>
          </p:cNvSpPr>
          <p:nvPr>
            <p:ph type="sldNum" idx="4"/>
          </p:nvPr>
        </p:nvSpPr>
        <p:spPr>
          <a:xfrm>
            <a:off x="8610600" y="6356350"/>
            <a:ext cx="2742565" cy="364490"/>
          </a:xfrm>
          <a:prstGeom prst="rect">
            <a:avLst/>
          </a:prstGeom>
          <a:noFill/>
          <a:ln>
            <a:noFill/>
          </a:ln>
        </p:spPr>
        <p:txBody>
          <a:bodyPr vert="horz" wrap="square" lIns="91440" tIns="45720" rIns="91440" bIns="45720" numCol="1" spcCol="215900" anchor="ctr">
            <a:prstTxWarp prst="textNoShape">
              <a:avLst/>
            </a:prstTxWarp>
          </a:bodyPr>
          <a:lstStyle>
            <a:lvl1pPr indent="0" algn="r" defTabSz="914400">
              <a:lnSpc>
                <a:spcPct val="100000"/>
              </a:lnSpc>
              <a:buNone/>
              <a:tabLst>
                <a:tab pos="0" algn="l"/>
              </a:tabLst>
              <a:defRPr lang="en-us" sz="1200" b="0" strike="noStrike" cap="none" spc="0">
                <a:solidFill>
                  <a:srgbClr val="8C8C8C"/>
                </a:solidFill>
                <a:latin typeface="Calibri" pitchFamily="2" charset="0"/>
                <a:ea typeface="Basic Roman" pitchFamily="1" charset="0"/>
                <a:cs typeface="Basic Roman" pitchFamily="1" charset="0"/>
              </a:defRPr>
            </a:lvl1pPr>
          </a:lstStyle>
          <a:p>
            <a:pPr indent="0" algn="r" defTabSz="914400">
              <a:lnSpc>
                <a:spcPct val="100000"/>
              </a:lnSpc>
              <a:buNone/>
              <a:tabLst>
                <a:tab pos="0" algn="l"/>
              </a:tabLst>
              <a:defRPr lang="en-us"/>
            </a:pPr>
            <a:fld id="{41E0715F-11AC-B587-E258-E7D23F1614B2}" type="slidenum">
              <a:t>‹#›</a:t>
            </a:fld>
            <a:endParaRPr lang="en-us" cap="none">
              <a:solidFill>
                <a:srgbClr val="000000"/>
              </a:solidFill>
              <a:latin typeface="Times New Roman" pitchFamily="1" charset="0"/>
              <a:ea typeface="Basic Roman" pitchFamily="1" charset="0"/>
              <a:cs typeface="Basic Roman" pitchFamily="1" charset="0"/>
            </a:endParaRPr>
          </a:p>
        </p:txBody>
      </p:sp>
      <p:sp>
        <p:nvSpPr>
          <p:cNvPr id="4" name="PlaceHolder 3"/>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gfw5ZxMAAAAlAAAAZAAAAA0AAAAAkAAAAEgAAACQAAAAS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KAUAABonAAAHFgAAWCkAABAAAAAmAAAACAAAAL+fAAD/HwAA"/>
              </a:ext>
            </a:extLst>
          </p:cNvSpPr>
          <p:nvPr>
            <p:ph type="dt" idx="2"/>
          </p:nvPr>
        </p:nvSpPr>
        <p:spPr>
          <a:xfrm>
            <a:off x="838200" y="6356350"/>
            <a:ext cx="2742565" cy="364490"/>
          </a:xfrm>
          <a:prstGeom prst="rect">
            <a:avLst/>
          </a:prstGeom>
          <a:noFill/>
          <a:ln>
            <a:noFill/>
          </a:ln>
        </p:spPr>
        <p:txBody>
          <a:bodyPr vert="horz" wrap="square" lIns="91440" tIns="45720" rIns="91440" bIns="45720" numCol="1" spcCol="215900" anchor="ctr">
            <a:prstTxWarp prst="textNoShape">
              <a:avLst/>
            </a:prstTxWarp>
          </a:bodyPr>
          <a:lstStyle>
            <a:lvl1pPr indent="0">
              <a:buNone/>
              <a:defRPr lang="en-us" sz="1400" b="0" strike="noStrike" cap="none" spc="0">
                <a:solidFill>
                  <a:srgbClr val="000000"/>
                </a:solidFill>
                <a:latin typeface="Times New Roman" pitchFamily="1" charset="0"/>
                <a:ea typeface="Basic Roman" pitchFamily="1" charset="0"/>
                <a:cs typeface="Basic Roman" pitchFamily="1" charset="0"/>
              </a:defRPr>
            </a:lvl1pPr>
          </a:lstStyle>
          <a:p>
            <a:pPr indent="0">
              <a:buNone/>
              <a:defRPr lang="en-us"/>
            </a:pPr>
            <a:r>
              <a:t>&lt;date/time&gt;</a:t>
            </a:r>
          </a:p>
        </p:txBody>
      </p:sp>
      <p:sp>
        <p:nvSpPr>
          <p:cNvPr id="5" name="PlaceHolder 4"/>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gfw5ZxMAAAAlAAAAZAAAAA0AAAAAAAAAAAAAAAAAAAAAA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EQAZw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wAMAAK8BAAA/RwAAuggAABAAAAAmAAAACAAAAL8fAAD/HwAA"/>
              </a:ext>
            </a:extLst>
          </p:cNvSpPr>
          <p:nvPr>
            <p:ph type="title"/>
          </p:nvPr>
        </p:nvSpPr>
        <p:spPr>
          <a:xfrm>
            <a:off x="609600" y="273685"/>
            <a:ext cx="10972165" cy="1144905"/>
          </a:xfrm>
          <a:prstGeom prst="rect">
            <a:avLst/>
          </a:prstGeom>
          <a:noFill/>
          <a:ln>
            <a:noFill/>
          </a:ln>
        </p:spPr>
        <p:txBody>
          <a:bodyPr vert="horz" wrap="square" lIns="0" tIns="0" rIns="0" bIns="0" numCol="1" spcCol="215900" anchor="ctr">
            <a:prstTxWarp prst="textNoShape">
              <a:avLst/>
            </a:prstTxWarp>
          </a:bodyPr>
          <a:lstStyle/>
          <a:p>
            <a:pPr indent="0" algn="ctr">
              <a:buNone/>
            </a:pPr>
            <a:r>
              <a:rPr lang="en-us" cap="none">
                <a:solidFill>
                  <a:srgbClr val="000000"/>
                </a:solidFill>
                <a:latin typeface="Arial" pitchFamily="2" charset="0"/>
                <a:ea typeface="Basic Roman" pitchFamily="1" charset="0"/>
                <a:cs typeface="Basic Roman" pitchFamily="1" charset="0"/>
              </a:rPr>
              <a:t>Click to edit the title text format</a:t>
            </a:r>
          </a:p>
        </p:txBody>
      </p:sp>
      <p:sp>
        <p:nvSpPr>
          <p:cNvPr id="6" name="PlaceHolder 5"/>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gfw5ZxMAAAAlAAAAZAAAAA0AAAAAAAAAAAAAAAAAAAAAA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EQAZw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wAMAAN8JAAA/RwAAViIAABAAAAAmAAAACAAAAL8fAAD/HwAA"/>
              </a:ext>
            </a:extLst>
          </p:cNvSpPr>
          <p:nvPr>
            <p:ph type="body"/>
          </p:nvPr>
        </p:nvSpPr>
        <p:spPr>
          <a:xfrm>
            <a:off x="609600" y="1604645"/>
            <a:ext cx="10972165" cy="3977005"/>
          </a:xfrm>
          <a:prstGeom prst="rect">
            <a:avLst/>
          </a:prstGeom>
          <a:noFill/>
          <a:ln>
            <a:noFill/>
          </a:ln>
        </p:spPr>
        <p:txBody>
          <a:bodyPr vert="horz" wrap="square" lIns="0" tIns="0" rIns="0" bIns="0" numCol="1" spcCol="215900" anchor="t">
            <a:prstTxWarp prst="textNoShape">
              <a:avLst/>
            </a:prstTxWarp>
          </a:bodyPr>
          <a:lstStyle/>
          <a:p>
            <a:pPr marL="431800" indent="-323850">
              <a:spcBef>
                <a:spcPts val="1415"/>
              </a:spcBef>
              <a:buClrTx/>
              <a:buSzPts val="1440"/>
              <a:buFont typeface="Wingdings" charset="0"/>
              <a:buChar char=""/>
            </a:pPr>
            <a:r>
              <a:rPr lang="en-us" cap="none">
                <a:solidFill>
                  <a:srgbClr val="000000"/>
                </a:solidFill>
                <a:latin typeface="Arial" pitchFamily="2" charset="0"/>
                <a:ea typeface="Basic Roman" pitchFamily="1" charset="0"/>
                <a:cs typeface="Basic Roman" pitchFamily="1" charset="0"/>
              </a:rPr>
              <a:t>Click to edit the outline text format</a:t>
            </a:r>
          </a:p>
          <a:p>
            <a:pPr marL="864235" lvl="1" indent="-323850">
              <a:spcBef>
                <a:spcPts val="1130"/>
              </a:spcBef>
              <a:buClrTx/>
              <a:buSzPts val="2100"/>
              <a:buFont typeface="Symbol" pitchFamily="1" charset="0"/>
              <a:buChar char=""/>
            </a:pPr>
            <a:r>
              <a:rPr lang="en-us" cap="none">
                <a:solidFill>
                  <a:srgbClr val="000000"/>
                </a:solidFill>
                <a:latin typeface="Arial" pitchFamily="2" charset="0"/>
                <a:ea typeface="Basic Roman" pitchFamily="1" charset="0"/>
                <a:cs typeface="Basic Roman" pitchFamily="1" charset="0"/>
              </a:rPr>
              <a:t>Second Outline Level</a:t>
            </a:r>
          </a:p>
          <a:p>
            <a:pPr marL="1296035" lvl="2" indent="-288290">
              <a:spcBef>
                <a:spcPts val="850"/>
              </a:spcBef>
              <a:buClrTx/>
              <a:buSzPts val="1080"/>
              <a:buFont typeface="Wingdings" charset="0"/>
              <a:buChar char=""/>
            </a:pPr>
            <a:r>
              <a:rPr lang="en-us" cap="none">
                <a:solidFill>
                  <a:srgbClr val="000000"/>
                </a:solidFill>
                <a:latin typeface="Arial" pitchFamily="2" charset="0"/>
                <a:ea typeface="Basic Roman" pitchFamily="1" charset="0"/>
                <a:cs typeface="Basic Roman" pitchFamily="1" charset="0"/>
              </a:rPr>
              <a:t>Third Outline Level</a:t>
            </a:r>
          </a:p>
          <a:p>
            <a:pPr marL="1727835" lvl="3" indent="-215900">
              <a:spcBef>
                <a:spcPts val="565"/>
              </a:spcBef>
              <a:buClrTx/>
              <a:buSzPts val="1500"/>
              <a:buFont typeface="Symbol" pitchFamily="1" charset="0"/>
              <a:buChar char=""/>
            </a:pPr>
            <a:r>
              <a:rPr lang="en-us" cap="none">
                <a:solidFill>
                  <a:srgbClr val="000000"/>
                </a:solidFill>
                <a:latin typeface="Arial" pitchFamily="2" charset="0"/>
                <a:ea typeface="Basic Roman" pitchFamily="1" charset="0"/>
                <a:cs typeface="Basic Roman" pitchFamily="1" charset="0"/>
              </a:rPr>
              <a:t>Fourth Outline Level</a:t>
            </a:r>
          </a:p>
          <a:p>
            <a:pPr marL="2160270" lvl="4" indent="-215900">
              <a:spcBef>
                <a:spcPts val="280"/>
              </a:spcBef>
              <a:buClrTx/>
              <a:buSzPts val="900"/>
              <a:buFont typeface="Wingdings" charset="0"/>
              <a:buChar char=""/>
            </a:pPr>
            <a:r>
              <a:rPr lang="en-us" cap="none">
                <a:solidFill>
                  <a:srgbClr val="000000"/>
                </a:solidFill>
                <a:latin typeface="Arial" pitchFamily="2" charset="0"/>
                <a:ea typeface="Basic Roman" pitchFamily="1" charset="0"/>
                <a:cs typeface="Basic Roman" pitchFamily="1" charset="0"/>
              </a:rPr>
              <a:t>Fifth Outline Level</a:t>
            </a:r>
          </a:p>
          <a:p>
            <a:pPr marL="2592070" lvl="5" indent="-215900">
              <a:spcBef>
                <a:spcPts val="280"/>
              </a:spcBef>
              <a:buClrTx/>
              <a:buSzPts val="900"/>
              <a:buFont typeface="Wingdings" charset="0"/>
              <a:buChar char=""/>
            </a:pPr>
            <a:r>
              <a:rPr lang="en-us" cap="none">
                <a:solidFill>
                  <a:srgbClr val="000000"/>
                </a:solidFill>
                <a:latin typeface="Arial" pitchFamily="2" charset="0"/>
                <a:ea typeface="Basic Roman" pitchFamily="1" charset="0"/>
                <a:cs typeface="Basic Roman" pitchFamily="1" charset="0"/>
              </a:rPr>
              <a:t>Sixth Outline Level</a:t>
            </a:r>
          </a:p>
          <a:p>
            <a:pPr marL="3023870" lvl="6" indent="-215900">
              <a:spcBef>
                <a:spcPts val="280"/>
              </a:spcBef>
              <a:buClrTx/>
              <a:buSzPts val="900"/>
              <a:buFont typeface="Wingdings" charset="0"/>
              <a:buChar char=""/>
            </a:pPr>
            <a:r>
              <a:rPr lang="en-us" cap="none">
                <a:solidFill>
                  <a:srgbClr val="000000"/>
                </a:solidFill>
                <a:latin typeface="Arial" pitchFamily="2" charset="0"/>
                <a:ea typeface="Basic Roman" pitchFamily="1" charset="0"/>
                <a:cs typeface="Basic Roman" pitchFamily="1" charset="0"/>
              </a:rPr>
              <a:t>Seventh Outline Level</a:t>
            </a:r>
          </a:p>
        </p:txBody>
      </p:sp>
    </p:spTree>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 id="2147483673" r:id="rId12"/>
  </p:sldLayoutIdLst>
  <p:hf hdr="0" ftr="0" dt="0"/>
  <p:txStyles>
    <p:titleStyle>
      <a:lvl1pPr marL="0" marR="0" indent="0" algn="ctr" defTabSz="914400">
        <a:lnSpc>
          <a:spcPct val="100000"/>
        </a:lnSpc>
        <a:spcBef>
          <a:spcPts val="0"/>
        </a:spcBef>
        <a:spcAft>
          <a:spcPts val="0"/>
        </a:spcAft>
        <a:buNone/>
        <a:tabLst/>
        <a:defRPr sz="4400" b="0" i="0" u="none" strike="noStrike" kern="1" cap="none" spc="0" baseline="0">
          <a:solidFill>
            <a:schemeClr val="tx2"/>
          </a:solidFill>
          <a:effectLst/>
          <a:latin typeface="Basic Sans" pitchFamily="1" charset="0"/>
          <a:ea typeface="Basic Roman" pitchFamily="1" charset="0"/>
          <a:cs typeface="Basic Roman" pitchFamily="1" charset="0"/>
        </a:defRPr>
      </a:lvl1pPr>
      <a:lvl2pPr marL="0" marR="0" indent="0" algn="l" defTabSz="914400">
        <a:lnSpc>
          <a:spcPct val="100000"/>
        </a:lnSpc>
        <a:spcBef>
          <a:spcPts val="0"/>
        </a:spcBef>
        <a:spcAft>
          <a:spcPts val="0"/>
        </a:spcAft>
        <a:buNone/>
        <a:tabLst/>
        <a:defRPr sz="1800" b="0" i="0" u="none" strike="noStrike" kern="1" cap="none" spc="0" baseline="0">
          <a:solidFill>
            <a:schemeClr val="tx1"/>
          </a:solidFill>
          <a:effectLst/>
          <a:latin typeface="Calibri" pitchFamily="2" charset="0"/>
          <a:ea typeface="Calibri" pitchFamily="2" charset="0"/>
          <a:cs typeface="Calibri" pitchFamily="2" charset="0"/>
        </a:defRPr>
      </a:lvl2pPr>
      <a:lvl3pPr marL="0" marR="0" indent="0" algn="l" defTabSz="914400">
        <a:lnSpc>
          <a:spcPct val="100000"/>
        </a:lnSpc>
        <a:spcBef>
          <a:spcPts val="0"/>
        </a:spcBef>
        <a:spcAft>
          <a:spcPts val="0"/>
        </a:spcAft>
        <a:buNone/>
        <a:tabLst/>
        <a:defRPr sz="1800" b="0" i="0" u="none" strike="noStrike" kern="1" cap="none" spc="0" baseline="0">
          <a:solidFill>
            <a:schemeClr val="tx1"/>
          </a:solidFill>
          <a:effectLst/>
          <a:latin typeface="Calibri" pitchFamily="2" charset="0"/>
          <a:ea typeface="Calibri" pitchFamily="2" charset="0"/>
          <a:cs typeface="Calibri" pitchFamily="2" charset="0"/>
        </a:defRPr>
      </a:lvl3pPr>
      <a:lvl4pPr marL="0" marR="0" indent="0" algn="l" defTabSz="914400">
        <a:lnSpc>
          <a:spcPct val="100000"/>
        </a:lnSpc>
        <a:spcBef>
          <a:spcPts val="0"/>
        </a:spcBef>
        <a:spcAft>
          <a:spcPts val="0"/>
        </a:spcAft>
        <a:buNone/>
        <a:tabLst/>
        <a:defRPr sz="1800" b="0" i="0" u="none" strike="noStrike" kern="1" cap="none" spc="0" baseline="0">
          <a:solidFill>
            <a:schemeClr val="tx1"/>
          </a:solidFill>
          <a:effectLst/>
          <a:latin typeface="Calibri" pitchFamily="2" charset="0"/>
          <a:ea typeface="Calibri" pitchFamily="2" charset="0"/>
          <a:cs typeface="Calibri" pitchFamily="2" charset="0"/>
        </a:defRPr>
      </a:lvl4pPr>
      <a:lvl5pPr marL="0" marR="0" indent="0" algn="l" defTabSz="914400">
        <a:lnSpc>
          <a:spcPct val="100000"/>
        </a:lnSpc>
        <a:spcBef>
          <a:spcPts val="0"/>
        </a:spcBef>
        <a:spcAft>
          <a:spcPts val="0"/>
        </a:spcAft>
        <a:buNone/>
        <a:tabLst/>
        <a:defRPr sz="1800" b="0" i="0" u="none" strike="noStrike" kern="1" cap="none" spc="0" baseline="0">
          <a:solidFill>
            <a:schemeClr val="tx1"/>
          </a:solidFill>
          <a:effectLst/>
          <a:latin typeface="Calibri" pitchFamily="2" charset="0"/>
          <a:ea typeface="Calibri" pitchFamily="2" charset="0"/>
          <a:cs typeface="Calibri" pitchFamily="2" charset="0"/>
        </a:defRPr>
      </a:lvl5pPr>
      <a:lvl6pPr marL="0" marR="0" indent="0" algn="l" defTabSz="914400">
        <a:lnSpc>
          <a:spcPct val="100000"/>
        </a:lnSpc>
        <a:spcBef>
          <a:spcPts val="0"/>
        </a:spcBef>
        <a:spcAft>
          <a:spcPts val="0"/>
        </a:spcAft>
        <a:buNone/>
        <a:tabLst/>
        <a:defRPr sz="1800" b="0" i="0" u="none" strike="noStrike" kern="1" cap="none" spc="0" baseline="0">
          <a:solidFill>
            <a:schemeClr val="tx1"/>
          </a:solidFill>
          <a:effectLst/>
          <a:latin typeface="Calibri" pitchFamily="2" charset="0"/>
          <a:ea typeface="Calibri" pitchFamily="2" charset="0"/>
          <a:cs typeface="Calibri" pitchFamily="2" charset="0"/>
        </a:defRPr>
      </a:lvl6pPr>
      <a:lvl7pPr marL="0" marR="0" indent="0" algn="l" defTabSz="914400">
        <a:lnSpc>
          <a:spcPct val="100000"/>
        </a:lnSpc>
        <a:spcBef>
          <a:spcPts val="0"/>
        </a:spcBef>
        <a:spcAft>
          <a:spcPts val="0"/>
        </a:spcAft>
        <a:buNone/>
        <a:tabLst/>
        <a:defRPr sz="1800" b="0" i="0" u="none" strike="noStrike" kern="1" cap="none" spc="0" baseline="0">
          <a:solidFill>
            <a:schemeClr val="tx1"/>
          </a:solidFill>
          <a:effectLst/>
          <a:latin typeface="Calibri" pitchFamily="2" charset="0"/>
          <a:ea typeface="Calibri" pitchFamily="2" charset="0"/>
          <a:cs typeface="Calibri" pitchFamily="2" charset="0"/>
        </a:defRPr>
      </a:lvl7pPr>
      <a:lvl8pPr marL="0" marR="0" indent="0" algn="l" defTabSz="914400">
        <a:lnSpc>
          <a:spcPct val="100000"/>
        </a:lnSpc>
        <a:spcBef>
          <a:spcPts val="0"/>
        </a:spcBef>
        <a:spcAft>
          <a:spcPts val="0"/>
        </a:spcAft>
        <a:buNone/>
        <a:tabLst/>
        <a:defRPr sz="1800" b="0" i="0" u="none" strike="noStrike" kern="1" cap="none" spc="0" baseline="0">
          <a:solidFill>
            <a:schemeClr val="tx1"/>
          </a:solidFill>
          <a:effectLst/>
          <a:latin typeface="Calibri" pitchFamily="2" charset="0"/>
          <a:ea typeface="Calibri" pitchFamily="2" charset="0"/>
          <a:cs typeface="Calibri" pitchFamily="2" charset="0"/>
        </a:defRPr>
      </a:lvl8pPr>
      <a:lvl9pPr marL="0" marR="0" indent="0" algn="l" defTabSz="914400">
        <a:lnSpc>
          <a:spcPct val="100000"/>
        </a:lnSpc>
        <a:spcBef>
          <a:spcPts val="0"/>
        </a:spcBef>
        <a:spcAft>
          <a:spcPts val="0"/>
        </a:spcAft>
        <a:buNone/>
        <a:tabLst/>
        <a:defRPr sz="1800" b="0" i="0" u="none" strike="noStrike" kern="1" cap="none" spc="0" baseline="0">
          <a:solidFill>
            <a:schemeClr val="tx1"/>
          </a:solidFill>
          <a:effectLst/>
          <a:latin typeface="Calibri" pitchFamily="2" charset="0"/>
          <a:ea typeface="Calibri" pitchFamily="2" charset="0"/>
          <a:cs typeface="Calibri" pitchFamily="2" charset="0"/>
        </a:defRPr>
      </a:lvl9pPr>
    </p:titleStyle>
    <p:bodyStyle>
      <a:lvl1pPr marL="342900" marR="0" indent="-342900" algn="l" defTabSz="914400">
        <a:lnSpc>
          <a:spcPct val="100000"/>
        </a:lnSpc>
        <a:spcBef>
          <a:spcPts val="0"/>
        </a:spcBef>
        <a:spcAft>
          <a:spcPts val="0"/>
        </a:spcAft>
        <a:buClrTx/>
        <a:buSzTx/>
        <a:buFontTx/>
        <a:buChar char="•"/>
        <a:tabLst/>
        <a:defRPr sz="3200" b="0" i="0" u="none" strike="noStrike" kern="1" cap="none" spc="0" baseline="0">
          <a:solidFill>
            <a:schemeClr val="tx1"/>
          </a:solidFill>
          <a:effectLst/>
          <a:latin typeface="Basic Sans" pitchFamily="1" charset="0"/>
          <a:ea typeface="Basic Roman" pitchFamily="1" charset="0"/>
          <a:cs typeface="Basic Roman" pitchFamily="1" charset="0"/>
        </a:defRPr>
      </a:lvl1pPr>
      <a:lvl2pPr marL="742950" marR="0" indent="-285750" algn="l" defTabSz="914400">
        <a:lnSpc>
          <a:spcPct val="100000"/>
        </a:lnSpc>
        <a:spcBef>
          <a:spcPts val="0"/>
        </a:spcBef>
        <a:spcAft>
          <a:spcPts val="0"/>
        </a:spcAft>
        <a:buClrTx/>
        <a:buSzTx/>
        <a:buFontTx/>
        <a:buChar char="–"/>
        <a:tabLst/>
        <a:defRPr sz="2800" b="0" i="0" u="none" strike="noStrike" kern="1" cap="none" spc="0" baseline="0">
          <a:solidFill>
            <a:schemeClr val="tx1"/>
          </a:solidFill>
          <a:effectLst/>
          <a:latin typeface="Basic Sans" pitchFamily="1" charset="0"/>
          <a:ea typeface="Basic Roman" pitchFamily="1" charset="0"/>
          <a:cs typeface="Basic Roman" pitchFamily="1" charset="0"/>
        </a:defRPr>
      </a:lvl2pPr>
      <a:lvl3pPr marL="1143000" marR="0" indent="-228600" algn="l" defTabSz="914400">
        <a:lnSpc>
          <a:spcPct val="100000"/>
        </a:lnSpc>
        <a:spcBef>
          <a:spcPts val="0"/>
        </a:spcBef>
        <a:spcAft>
          <a:spcPts val="0"/>
        </a:spcAft>
        <a:buClrTx/>
        <a:buSzTx/>
        <a:buFontTx/>
        <a:buChar char="•"/>
        <a:tabLst/>
        <a:defRPr sz="2400" b="0" i="0" u="none" strike="noStrike" kern="1" cap="none" spc="0" baseline="0">
          <a:solidFill>
            <a:schemeClr val="tx1"/>
          </a:solidFill>
          <a:effectLst/>
          <a:latin typeface="Basic Sans" pitchFamily="1" charset="0"/>
          <a:ea typeface="Basic Roman" pitchFamily="1" charset="0"/>
          <a:cs typeface="Basic Roman" pitchFamily="1" charset="0"/>
        </a:defRPr>
      </a:lvl3pPr>
      <a:lvl4pPr marL="1600200" marR="0" indent="-228600" algn="l" defTabSz="914400">
        <a:lnSpc>
          <a:spcPct val="100000"/>
        </a:lnSpc>
        <a:spcBef>
          <a:spcPts val="0"/>
        </a:spcBef>
        <a:spcAft>
          <a:spcPts val="0"/>
        </a:spcAft>
        <a:buClrTx/>
        <a:buSzTx/>
        <a:buFontTx/>
        <a:buChar char="–"/>
        <a:tabLst/>
        <a:defRPr sz="2000" b="0" i="0" u="none" strike="noStrike" kern="1" cap="none" spc="0" baseline="0">
          <a:solidFill>
            <a:schemeClr val="tx1"/>
          </a:solidFill>
          <a:effectLst/>
          <a:latin typeface="Basic Sans" pitchFamily="1" charset="0"/>
          <a:ea typeface="Basic Roman" pitchFamily="1" charset="0"/>
          <a:cs typeface="Basic Roman" pitchFamily="1" charset="0"/>
        </a:defRPr>
      </a:lvl4pPr>
      <a:lvl5pPr marL="2057400" marR="0" indent="-228600" algn="l" defTabSz="914400">
        <a:lnSpc>
          <a:spcPct val="100000"/>
        </a:lnSpc>
        <a:spcBef>
          <a:spcPts val="0"/>
        </a:spcBef>
        <a:spcAft>
          <a:spcPts val="0"/>
        </a:spcAft>
        <a:buClrTx/>
        <a:buSzTx/>
        <a:buFontTx/>
        <a:buChar char="»"/>
        <a:tabLst/>
        <a:defRPr sz="2000" b="0" i="0" u="none" strike="noStrike" kern="1" cap="none" spc="0" baseline="0">
          <a:solidFill>
            <a:schemeClr val="tx1"/>
          </a:solidFill>
          <a:effectLst/>
          <a:latin typeface="Basic Sans" pitchFamily="1" charset="0"/>
          <a:ea typeface="Basic Roman" pitchFamily="1" charset="0"/>
          <a:cs typeface="Basic Roman" pitchFamily="1" charset="0"/>
        </a:defRPr>
      </a:lvl5pPr>
      <a:lvl6pPr marL="2514600" marR="0" indent="-228600" algn="l" defTabSz="914400">
        <a:lnSpc>
          <a:spcPct val="100000"/>
        </a:lnSpc>
        <a:spcBef>
          <a:spcPts val="0"/>
        </a:spcBef>
        <a:spcAft>
          <a:spcPts val="0"/>
        </a:spcAft>
        <a:buClrTx/>
        <a:buSzTx/>
        <a:buFontTx/>
        <a:buChar char="•"/>
        <a:tabLst/>
        <a:defRPr sz="2000" b="0" i="0" u="none" strike="noStrike" kern="1" cap="none" spc="0" baseline="0">
          <a:solidFill>
            <a:schemeClr val="tx1"/>
          </a:solidFill>
          <a:effectLst/>
          <a:latin typeface="Basic Sans" pitchFamily="1" charset="0"/>
          <a:ea typeface="Basic Roman" pitchFamily="1" charset="0"/>
          <a:cs typeface="Basic Roman" pitchFamily="1" charset="0"/>
        </a:defRPr>
      </a:lvl6pPr>
      <a:lvl7pPr marL="2971800" marR="0" indent="-228600" algn="l" defTabSz="914400">
        <a:lnSpc>
          <a:spcPct val="100000"/>
        </a:lnSpc>
        <a:spcBef>
          <a:spcPts val="0"/>
        </a:spcBef>
        <a:spcAft>
          <a:spcPts val="0"/>
        </a:spcAft>
        <a:buClrTx/>
        <a:buSzTx/>
        <a:buFontTx/>
        <a:buChar char="•"/>
        <a:tabLst/>
        <a:defRPr sz="2000" b="0" i="0" u="none" strike="noStrike" kern="1" cap="none" spc="0" baseline="0">
          <a:solidFill>
            <a:schemeClr val="tx1"/>
          </a:solidFill>
          <a:effectLst/>
          <a:latin typeface="Basic Sans" pitchFamily="1" charset="0"/>
          <a:ea typeface="Basic Roman" pitchFamily="1" charset="0"/>
          <a:cs typeface="Basic Roman" pitchFamily="1" charset="0"/>
        </a:defRPr>
      </a:lvl7pPr>
      <a:lvl8pPr marL="3429000" marR="0" indent="-228600" algn="l" defTabSz="914400">
        <a:lnSpc>
          <a:spcPct val="100000"/>
        </a:lnSpc>
        <a:spcBef>
          <a:spcPts val="0"/>
        </a:spcBef>
        <a:spcAft>
          <a:spcPts val="0"/>
        </a:spcAft>
        <a:buClrTx/>
        <a:buSzTx/>
        <a:buFontTx/>
        <a:buChar char="•"/>
        <a:tabLst/>
        <a:defRPr sz="2000" b="0" i="0" u="none" strike="noStrike" kern="1" cap="none" spc="0" baseline="0">
          <a:solidFill>
            <a:schemeClr val="tx1"/>
          </a:solidFill>
          <a:effectLst/>
          <a:latin typeface="Basic Sans" pitchFamily="1" charset="0"/>
          <a:ea typeface="Basic Roman" pitchFamily="1" charset="0"/>
          <a:cs typeface="Basic Roman" pitchFamily="1" charset="0"/>
        </a:defRPr>
      </a:lvl8pPr>
      <a:lvl9pPr marL="3886200" marR="0" indent="-228600" algn="l" defTabSz="914400">
        <a:lnSpc>
          <a:spcPct val="100000"/>
        </a:lnSpc>
        <a:spcBef>
          <a:spcPts val="0"/>
        </a:spcBef>
        <a:spcAft>
          <a:spcPts val="0"/>
        </a:spcAft>
        <a:buClrTx/>
        <a:buSzTx/>
        <a:buFontTx/>
        <a:buChar char="•"/>
        <a:tabLst/>
        <a:defRPr sz="2000" b="0" i="0" u="none" strike="noStrike" kern="1" cap="none" spc="0" baseline="0">
          <a:solidFill>
            <a:schemeClr val="tx1"/>
          </a:solidFill>
          <a:effectLst/>
          <a:latin typeface="Basic Sans" pitchFamily="1" charset="0"/>
          <a:ea typeface="Basic Roman" pitchFamily="1" charset="0"/>
          <a:cs typeface="Basic Roman" pitchFamily="1" charset="0"/>
        </a:defRPr>
      </a:lvl9pPr>
    </p:bodyStyle>
    <p:otherStyle>
      <a:lvl1pPr marL="0" marR="0" indent="0" algn="l" defTabSz="914400">
        <a:lnSpc>
          <a:spcPct val="100000"/>
        </a:lnSpc>
        <a:spcBef>
          <a:spcPts val="0"/>
        </a:spcBef>
        <a:spcAft>
          <a:spcPts val="0"/>
        </a:spcAft>
        <a:buNone/>
        <a:tabLst/>
        <a:defRPr sz="1800" b="0" i="0" u="none" strike="noStrike" kern="1" cap="none" spc="0" baseline="0">
          <a:solidFill>
            <a:schemeClr val="tx1"/>
          </a:solidFill>
          <a:effectLst/>
          <a:latin typeface="Basic Sans" pitchFamily="1" charset="0"/>
          <a:ea typeface="Basic Roman" pitchFamily="1" charset="0"/>
          <a:cs typeface="Basic Roman" pitchFamily="1" charset="0"/>
        </a:defRPr>
      </a:lvl1pPr>
      <a:lvl2pPr marL="457200" marR="0" indent="0" algn="l" defTabSz="914400">
        <a:lnSpc>
          <a:spcPct val="100000"/>
        </a:lnSpc>
        <a:spcBef>
          <a:spcPts val="0"/>
        </a:spcBef>
        <a:spcAft>
          <a:spcPts val="0"/>
        </a:spcAft>
        <a:buNone/>
        <a:tabLst/>
        <a:defRPr sz="1800" b="0" i="0" u="none" strike="noStrike" kern="1" cap="none" spc="0" baseline="0">
          <a:solidFill>
            <a:schemeClr val="tx1"/>
          </a:solidFill>
          <a:effectLst/>
          <a:latin typeface="Basic Sans" pitchFamily="1" charset="0"/>
          <a:ea typeface="Basic Roman" pitchFamily="1" charset="0"/>
          <a:cs typeface="Basic Roman" pitchFamily="1" charset="0"/>
        </a:defRPr>
      </a:lvl2pPr>
      <a:lvl3pPr marL="914400" marR="0" indent="0" algn="l" defTabSz="914400">
        <a:lnSpc>
          <a:spcPct val="100000"/>
        </a:lnSpc>
        <a:spcBef>
          <a:spcPts val="0"/>
        </a:spcBef>
        <a:spcAft>
          <a:spcPts val="0"/>
        </a:spcAft>
        <a:buNone/>
        <a:tabLst/>
        <a:defRPr sz="1800" b="0" i="0" u="none" strike="noStrike" kern="1" cap="none" spc="0" baseline="0">
          <a:solidFill>
            <a:schemeClr val="tx1"/>
          </a:solidFill>
          <a:effectLst/>
          <a:latin typeface="Basic Sans" pitchFamily="1" charset="0"/>
          <a:ea typeface="Basic Roman" pitchFamily="1" charset="0"/>
          <a:cs typeface="Basic Roman" pitchFamily="1" charset="0"/>
        </a:defRPr>
      </a:lvl3pPr>
      <a:lvl4pPr marL="1371600" marR="0" indent="0" algn="l" defTabSz="914400">
        <a:lnSpc>
          <a:spcPct val="100000"/>
        </a:lnSpc>
        <a:spcBef>
          <a:spcPts val="0"/>
        </a:spcBef>
        <a:spcAft>
          <a:spcPts val="0"/>
        </a:spcAft>
        <a:buNone/>
        <a:tabLst/>
        <a:defRPr sz="1800" b="0" i="0" u="none" strike="noStrike" kern="1" cap="none" spc="0" baseline="0">
          <a:solidFill>
            <a:schemeClr val="tx1"/>
          </a:solidFill>
          <a:effectLst/>
          <a:latin typeface="Basic Sans" pitchFamily="1" charset="0"/>
          <a:ea typeface="Basic Roman" pitchFamily="1" charset="0"/>
          <a:cs typeface="Basic Roman" pitchFamily="1" charset="0"/>
        </a:defRPr>
      </a:lvl4pPr>
      <a:lvl5pPr marL="1828800" marR="0" indent="0" algn="l" defTabSz="914400">
        <a:lnSpc>
          <a:spcPct val="100000"/>
        </a:lnSpc>
        <a:spcBef>
          <a:spcPts val="0"/>
        </a:spcBef>
        <a:spcAft>
          <a:spcPts val="0"/>
        </a:spcAft>
        <a:buNone/>
        <a:tabLst/>
        <a:defRPr sz="1800" b="0" i="0" u="none" strike="noStrike" kern="1" cap="none" spc="0" baseline="0">
          <a:solidFill>
            <a:schemeClr val="tx1"/>
          </a:solidFill>
          <a:effectLst/>
          <a:latin typeface="Basic Sans" pitchFamily="1" charset="0"/>
          <a:ea typeface="Basic Roman" pitchFamily="1" charset="0"/>
          <a:cs typeface="Basic Roman" pitchFamily="1" charset="0"/>
        </a:defRPr>
      </a:lvl5pPr>
      <a:lvl6pPr marL="2286000" marR="0" indent="0" algn="l" defTabSz="914400">
        <a:lnSpc>
          <a:spcPct val="100000"/>
        </a:lnSpc>
        <a:spcBef>
          <a:spcPts val="0"/>
        </a:spcBef>
        <a:spcAft>
          <a:spcPts val="0"/>
        </a:spcAft>
        <a:buNone/>
        <a:tabLst/>
        <a:defRPr sz="1800" b="0" i="0" u="none" strike="noStrike" kern="1" cap="none" spc="0" baseline="0">
          <a:solidFill>
            <a:schemeClr val="tx1"/>
          </a:solidFill>
          <a:effectLst/>
          <a:latin typeface="Basic Sans" pitchFamily="1" charset="0"/>
          <a:ea typeface="Basic Roman" pitchFamily="1" charset="0"/>
          <a:cs typeface="Basic Roman" pitchFamily="1" charset="0"/>
        </a:defRPr>
      </a:lvl6pPr>
      <a:lvl7pPr marL="2743200" marR="0" indent="0" algn="l" defTabSz="914400">
        <a:lnSpc>
          <a:spcPct val="100000"/>
        </a:lnSpc>
        <a:spcBef>
          <a:spcPts val="0"/>
        </a:spcBef>
        <a:spcAft>
          <a:spcPts val="0"/>
        </a:spcAft>
        <a:buNone/>
        <a:tabLst/>
        <a:defRPr sz="1800" b="0" i="0" u="none" strike="noStrike" kern="1" cap="none" spc="0" baseline="0">
          <a:solidFill>
            <a:schemeClr val="tx1"/>
          </a:solidFill>
          <a:effectLst/>
          <a:latin typeface="Basic Sans" pitchFamily="1" charset="0"/>
          <a:ea typeface="Basic Roman" pitchFamily="1" charset="0"/>
          <a:cs typeface="Basic Roman" pitchFamily="1" charset="0"/>
        </a:defRPr>
      </a:lvl7pPr>
      <a:lvl8pPr marL="3200400" marR="0" indent="0" algn="l" defTabSz="914400">
        <a:lnSpc>
          <a:spcPct val="100000"/>
        </a:lnSpc>
        <a:spcBef>
          <a:spcPts val="0"/>
        </a:spcBef>
        <a:spcAft>
          <a:spcPts val="0"/>
        </a:spcAft>
        <a:buNone/>
        <a:tabLst/>
        <a:defRPr sz="1800" b="0" i="0" u="none" strike="noStrike" kern="1" cap="none" spc="0" baseline="0">
          <a:solidFill>
            <a:schemeClr val="tx1"/>
          </a:solidFill>
          <a:effectLst/>
          <a:latin typeface="Basic Sans" pitchFamily="1" charset="0"/>
          <a:ea typeface="Basic Roman" pitchFamily="1" charset="0"/>
          <a:cs typeface="Basic Roman" pitchFamily="1" charset="0"/>
        </a:defRPr>
      </a:lvl8pPr>
      <a:lvl9pPr marL="3657600" marR="0" indent="0" algn="l" defTabSz="914400">
        <a:lnSpc>
          <a:spcPct val="100000"/>
        </a:lnSpc>
        <a:spcBef>
          <a:spcPts val="0"/>
        </a:spcBef>
        <a:spcAft>
          <a:spcPts val="0"/>
        </a:spcAft>
        <a:buNone/>
        <a:tabLst/>
        <a:defRPr sz="1800" b="0" i="0" u="none" strike="noStrike" kern="1" cap="none" spc="0" baseline="0">
          <a:solidFill>
            <a:schemeClr val="tx1"/>
          </a:solidFill>
          <a:effectLst/>
          <a:latin typeface="Basic Sans" pitchFamily="1" charset="0"/>
          <a:ea typeface="Basic Roman" pitchFamily="1" charset="0"/>
          <a:cs typeface="Basic Roman" pitchFamily="1" charset="0"/>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PlaceHolder 1"/>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gfw5ZxMAAAAlAAAAZAAAAA0AAAAAkAAAAEgAAACQAAAAS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EEAQQ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2BgAABonAAAnMgAAWCkAABAAAAAmAAAACAAAAL+fAAD/HwAA"/>
              </a:ext>
            </a:extLst>
          </p:cNvSpPr>
          <p:nvPr>
            <p:ph type="ftr" idx="3"/>
          </p:nvPr>
        </p:nvSpPr>
        <p:spPr>
          <a:xfrm>
            <a:off x="4038600" y="6356350"/>
            <a:ext cx="4114165" cy="364490"/>
          </a:xfrm>
          <a:prstGeom prst="rect">
            <a:avLst/>
          </a:prstGeom>
          <a:noFill/>
          <a:ln>
            <a:noFill/>
          </a:ln>
        </p:spPr>
        <p:txBody>
          <a:bodyPr vert="horz" wrap="square" lIns="91440" tIns="45720" rIns="91440" bIns="45720" numCol="1" spcCol="215900" anchor="ctr">
            <a:prstTxWarp prst="textNoShape">
              <a:avLst/>
            </a:prstTxWarp>
          </a:bodyPr>
          <a:lstStyle>
            <a:lvl1pPr indent="0" algn="ctr" defTabSz="914400">
              <a:lnSpc>
                <a:spcPct val="100000"/>
              </a:lnSpc>
              <a:buNone/>
              <a:tabLst>
                <a:tab pos="0" algn="l"/>
              </a:tabLst>
              <a:defRPr lang="en-us" sz="1400" b="0" strike="noStrike" cap="none" spc="0">
                <a:solidFill>
                  <a:srgbClr val="000000"/>
                </a:solidFill>
                <a:latin typeface="Times New Roman" pitchFamily="1" charset="0"/>
                <a:ea typeface="Basic Roman" pitchFamily="1" charset="0"/>
                <a:cs typeface="Basic Roman" pitchFamily="1" charset="0"/>
              </a:defRPr>
            </a:lvl1pPr>
          </a:lstStyle>
          <a:p>
            <a:pPr indent="0" algn="ctr" defTabSz="914400">
              <a:lnSpc>
                <a:spcPct val="100000"/>
              </a:lnSpc>
              <a:buNone/>
              <a:tabLst>
                <a:tab pos="0" algn="l"/>
              </a:tabLst>
              <a:defRPr lang="en-us"/>
            </a:pPr>
            <a:r>
              <a:t>&lt;footer&gt;</a:t>
            </a:r>
          </a:p>
        </p:txBody>
      </p:sp>
      <p:sp>
        <p:nvSpPr>
          <p:cNvPr id="3" name="PlaceHolder 2"/>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gfw5ZxMAAAAlAAAAZAAAAA0AAAAAkAAAAEgAAACQAAAAS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EQAZw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DQAABonAADXRQAAWCkAABAAAAAmAAAACAAAAL+fAAD/HwAA"/>
              </a:ext>
            </a:extLst>
          </p:cNvSpPr>
          <p:nvPr>
            <p:ph type="sldNum" idx="4"/>
          </p:nvPr>
        </p:nvSpPr>
        <p:spPr>
          <a:xfrm>
            <a:off x="8610600" y="6356350"/>
            <a:ext cx="2742565" cy="364490"/>
          </a:xfrm>
          <a:prstGeom prst="rect">
            <a:avLst/>
          </a:prstGeom>
          <a:noFill/>
          <a:ln>
            <a:noFill/>
          </a:ln>
        </p:spPr>
        <p:txBody>
          <a:bodyPr vert="horz" wrap="square" lIns="91440" tIns="45720" rIns="91440" bIns="45720" numCol="1" spcCol="215900" anchor="ctr">
            <a:prstTxWarp prst="textNoShape">
              <a:avLst/>
            </a:prstTxWarp>
          </a:bodyPr>
          <a:lstStyle>
            <a:lvl1pPr indent="0" algn="r" defTabSz="914400">
              <a:lnSpc>
                <a:spcPct val="100000"/>
              </a:lnSpc>
              <a:buNone/>
              <a:tabLst>
                <a:tab pos="0" algn="l"/>
              </a:tabLst>
              <a:defRPr lang="en-us" sz="1200" b="0" strike="noStrike" cap="none" spc="0">
                <a:solidFill>
                  <a:srgbClr val="8C8C8C"/>
                </a:solidFill>
                <a:latin typeface="Calibri" pitchFamily="2" charset="0"/>
                <a:ea typeface="Basic Roman" pitchFamily="1" charset="0"/>
                <a:cs typeface="Basic Roman" pitchFamily="1" charset="0"/>
              </a:defRPr>
            </a:lvl1pPr>
          </a:lstStyle>
          <a:p>
            <a:pPr indent="0" algn="r" defTabSz="914400">
              <a:lnSpc>
                <a:spcPct val="100000"/>
              </a:lnSpc>
              <a:buNone/>
              <a:tabLst>
                <a:tab pos="0" algn="l"/>
              </a:tabLst>
              <a:defRPr lang="en-us"/>
            </a:pPr>
            <a:fld id="{1A1CED1D-53F7-491B-B9A4-A54EA3EA4FF0}" type="slidenum">
              <a:t>‹#›</a:t>
            </a:fld>
            <a:endParaRPr lang="en-us" cap="none">
              <a:solidFill>
                <a:srgbClr val="000000"/>
              </a:solidFill>
              <a:latin typeface="Times New Roman" pitchFamily="1" charset="0"/>
              <a:ea typeface="Basic Roman" pitchFamily="1" charset="0"/>
              <a:cs typeface="Basic Roman" pitchFamily="1" charset="0"/>
            </a:endParaRPr>
          </a:p>
        </p:txBody>
      </p:sp>
      <p:sp>
        <p:nvSpPr>
          <p:cNvPr id="4" name="PlaceHolder 3"/>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gfw5ZxMAAAAlAAAAZAAAAA0AAAAAkAAAAEgAAACQAAAAS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EQAZw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KAUAABonAAAHFgAAWCkAABAAAAAmAAAACAAAAL+fAAD/HwAA"/>
              </a:ext>
            </a:extLst>
          </p:cNvSpPr>
          <p:nvPr>
            <p:ph type="dt" idx="2"/>
          </p:nvPr>
        </p:nvSpPr>
        <p:spPr>
          <a:xfrm>
            <a:off x="838200" y="6356350"/>
            <a:ext cx="2742565" cy="364490"/>
          </a:xfrm>
          <a:prstGeom prst="rect">
            <a:avLst/>
          </a:prstGeom>
          <a:noFill/>
          <a:ln>
            <a:noFill/>
          </a:ln>
        </p:spPr>
        <p:txBody>
          <a:bodyPr vert="horz" wrap="square" lIns="91440" tIns="45720" rIns="91440" bIns="45720" numCol="1" spcCol="215900" anchor="ctr">
            <a:prstTxWarp prst="textNoShape">
              <a:avLst/>
            </a:prstTxWarp>
          </a:bodyPr>
          <a:lstStyle>
            <a:lvl1pPr indent="0">
              <a:buNone/>
              <a:defRPr lang="en-us" sz="1400" b="0" strike="noStrike" cap="none" spc="0">
                <a:solidFill>
                  <a:srgbClr val="000000"/>
                </a:solidFill>
                <a:latin typeface="Times New Roman" pitchFamily="1" charset="0"/>
                <a:ea typeface="Basic Roman" pitchFamily="1" charset="0"/>
                <a:cs typeface="Basic Roman" pitchFamily="1" charset="0"/>
              </a:defRPr>
            </a:lvl1pPr>
          </a:lstStyle>
          <a:p>
            <a:pPr indent="0">
              <a:buNone/>
              <a:defRPr lang="en-us"/>
            </a:pPr>
            <a:r>
              <a:t>&lt;date/time&gt;</a:t>
            </a:r>
          </a:p>
        </p:txBody>
      </p:sp>
      <p:sp>
        <p:nvSpPr>
          <p:cNvPr id="5" name="PlaceHolder 4"/>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gfw5ZxMAAAAlAAAAZAAAAA0AAAAAAAAAAAAAAAAAAAAAA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EQAZw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wAMAAK8BAAA/RwAAuggAABAAAAAmAAAACAAAAL8fAAD/HwAA"/>
              </a:ext>
            </a:extLst>
          </p:cNvSpPr>
          <p:nvPr>
            <p:ph type="title"/>
          </p:nvPr>
        </p:nvSpPr>
        <p:spPr>
          <a:xfrm>
            <a:off x="609600" y="273685"/>
            <a:ext cx="10972165" cy="1144905"/>
          </a:xfrm>
          <a:prstGeom prst="rect">
            <a:avLst/>
          </a:prstGeom>
          <a:noFill/>
          <a:ln>
            <a:noFill/>
          </a:ln>
        </p:spPr>
        <p:txBody>
          <a:bodyPr vert="horz" wrap="square" lIns="0" tIns="0" rIns="0" bIns="0" numCol="1" spcCol="215900" anchor="ctr">
            <a:prstTxWarp prst="textNoShape">
              <a:avLst/>
            </a:prstTxWarp>
          </a:bodyPr>
          <a:lstStyle/>
          <a:p>
            <a:pPr indent="0" algn="ctr">
              <a:buNone/>
            </a:pPr>
            <a:r>
              <a:rPr lang="en-us" cap="none">
                <a:solidFill>
                  <a:srgbClr val="000000"/>
                </a:solidFill>
                <a:latin typeface="Arial" pitchFamily="2" charset="0"/>
                <a:ea typeface="Basic Roman" pitchFamily="1" charset="0"/>
                <a:cs typeface="Basic Roman" pitchFamily="1" charset="0"/>
              </a:rPr>
              <a:t>Click to edit the title text format</a:t>
            </a:r>
          </a:p>
        </p:txBody>
      </p:sp>
      <p:sp>
        <p:nvSpPr>
          <p:cNvPr id="6" name="PlaceHolder 5"/>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gfw5ZxMAAAAlAAAAZAAAAA0AAAAAAAAAAAAAAAAAAAAAA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EQAZw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wAMAAN8JAAA/RwAAViIAABAAAAAmAAAACAAAAL8fAAD/HwAA"/>
              </a:ext>
            </a:extLst>
          </p:cNvSpPr>
          <p:nvPr>
            <p:ph type="body"/>
          </p:nvPr>
        </p:nvSpPr>
        <p:spPr>
          <a:xfrm>
            <a:off x="609600" y="1604645"/>
            <a:ext cx="10972165" cy="3977005"/>
          </a:xfrm>
          <a:prstGeom prst="rect">
            <a:avLst/>
          </a:prstGeom>
          <a:noFill/>
          <a:ln>
            <a:noFill/>
          </a:ln>
        </p:spPr>
        <p:txBody>
          <a:bodyPr vert="horz" wrap="square" lIns="0" tIns="0" rIns="0" bIns="0" numCol="1" spcCol="215900" anchor="t">
            <a:prstTxWarp prst="textNoShape">
              <a:avLst/>
            </a:prstTxWarp>
          </a:bodyPr>
          <a:lstStyle/>
          <a:p>
            <a:pPr marL="431800" indent="-323850">
              <a:spcBef>
                <a:spcPts val="1415"/>
              </a:spcBef>
              <a:buClrTx/>
              <a:buSzPts val="1440"/>
              <a:buFont typeface="Wingdings" charset="0"/>
              <a:buChar char=""/>
            </a:pPr>
            <a:r>
              <a:rPr lang="en-us" cap="none">
                <a:solidFill>
                  <a:srgbClr val="000000"/>
                </a:solidFill>
                <a:latin typeface="Arial" pitchFamily="2" charset="0"/>
                <a:ea typeface="Basic Roman" pitchFamily="1" charset="0"/>
                <a:cs typeface="Basic Roman" pitchFamily="1" charset="0"/>
              </a:rPr>
              <a:t>Click to edit the outline text format</a:t>
            </a:r>
          </a:p>
          <a:p>
            <a:pPr marL="864235" lvl="1" indent="-323850">
              <a:spcBef>
                <a:spcPts val="1130"/>
              </a:spcBef>
              <a:buClrTx/>
              <a:buSzPts val="2100"/>
              <a:buFont typeface="Symbol" pitchFamily="1" charset="0"/>
              <a:buChar char=""/>
            </a:pPr>
            <a:r>
              <a:rPr lang="en-us" cap="none">
                <a:solidFill>
                  <a:srgbClr val="000000"/>
                </a:solidFill>
                <a:latin typeface="Arial" pitchFamily="2" charset="0"/>
                <a:ea typeface="Basic Roman" pitchFamily="1" charset="0"/>
                <a:cs typeface="Basic Roman" pitchFamily="1" charset="0"/>
              </a:rPr>
              <a:t>Second Outline Level</a:t>
            </a:r>
          </a:p>
          <a:p>
            <a:pPr marL="1296035" lvl="2" indent="-288290">
              <a:spcBef>
                <a:spcPts val="850"/>
              </a:spcBef>
              <a:buClrTx/>
              <a:buSzPts val="1080"/>
              <a:buFont typeface="Wingdings" charset="0"/>
              <a:buChar char=""/>
            </a:pPr>
            <a:r>
              <a:rPr lang="en-us" cap="none">
                <a:solidFill>
                  <a:srgbClr val="000000"/>
                </a:solidFill>
                <a:latin typeface="Arial" pitchFamily="2" charset="0"/>
                <a:ea typeface="Basic Roman" pitchFamily="1" charset="0"/>
                <a:cs typeface="Basic Roman" pitchFamily="1" charset="0"/>
              </a:rPr>
              <a:t>Third Outline Level</a:t>
            </a:r>
          </a:p>
          <a:p>
            <a:pPr marL="1727835" lvl="3" indent="-215900">
              <a:spcBef>
                <a:spcPts val="565"/>
              </a:spcBef>
              <a:buClrTx/>
              <a:buSzPts val="1500"/>
              <a:buFont typeface="Symbol" pitchFamily="1" charset="0"/>
              <a:buChar char=""/>
            </a:pPr>
            <a:r>
              <a:rPr lang="en-us" cap="none">
                <a:solidFill>
                  <a:srgbClr val="000000"/>
                </a:solidFill>
                <a:latin typeface="Arial" pitchFamily="2" charset="0"/>
                <a:ea typeface="Basic Roman" pitchFamily="1" charset="0"/>
                <a:cs typeface="Basic Roman" pitchFamily="1" charset="0"/>
              </a:rPr>
              <a:t>Fourth Outline Level</a:t>
            </a:r>
          </a:p>
          <a:p>
            <a:pPr marL="2160270" lvl="4" indent="-215900">
              <a:spcBef>
                <a:spcPts val="280"/>
              </a:spcBef>
              <a:buClrTx/>
              <a:buSzPts val="900"/>
              <a:buFont typeface="Wingdings" charset="0"/>
              <a:buChar char=""/>
            </a:pPr>
            <a:r>
              <a:rPr lang="en-us" cap="none">
                <a:solidFill>
                  <a:srgbClr val="000000"/>
                </a:solidFill>
                <a:latin typeface="Arial" pitchFamily="2" charset="0"/>
                <a:ea typeface="Basic Roman" pitchFamily="1" charset="0"/>
                <a:cs typeface="Basic Roman" pitchFamily="1" charset="0"/>
              </a:rPr>
              <a:t>Fifth Outline Level</a:t>
            </a:r>
          </a:p>
          <a:p>
            <a:pPr marL="2592070" lvl="5" indent="-215900">
              <a:spcBef>
                <a:spcPts val="280"/>
              </a:spcBef>
              <a:buClrTx/>
              <a:buSzPts val="900"/>
              <a:buFont typeface="Wingdings" charset="0"/>
              <a:buChar char=""/>
            </a:pPr>
            <a:r>
              <a:rPr lang="en-us" cap="none">
                <a:solidFill>
                  <a:srgbClr val="000000"/>
                </a:solidFill>
                <a:latin typeface="Arial" pitchFamily="2" charset="0"/>
                <a:ea typeface="Basic Roman" pitchFamily="1" charset="0"/>
                <a:cs typeface="Basic Roman" pitchFamily="1" charset="0"/>
              </a:rPr>
              <a:t>Sixth Outline Level</a:t>
            </a:r>
          </a:p>
          <a:p>
            <a:pPr marL="3023870" lvl="6" indent="-215900">
              <a:spcBef>
                <a:spcPts val="280"/>
              </a:spcBef>
              <a:buClrTx/>
              <a:buSzPts val="900"/>
              <a:buFont typeface="Wingdings" charset="0"/>
              <a:buChar char=""/>
            </a:pPr>
            <a:r>
              <a:rPr lang="en-us" cap="none">
                <a:solidFill>
                  <a:srgbClr val="000000"/>
                </a:solidFill>
                <a:latin typeface="Arial" pitchFamily="2" charset="0"/>
                <a:ea typeface="Basic Roman" pitchFamily="1" charset="0"/>
                <a:cs typeface="Basic Roman" pitchFamily="1" charset="0"/>
              </a:rPr>
              <a:t>Seventh Outline Level</a:t>
            </a:r>
          </a:p>
        </p:txBody>
      </p:sp>
    </p:spTree>
  </p:cSld>
  <p:clrMap bg1="lt1" tx1="dk1" bg2="lt2" tx2="dk2" accent1="accent1" accent2="accent2" accent3="accent3" accent4="accent4" accent5="accent5" accent6="accent6" hlink="hlink" folHlink="folHlink"/>
  <p:sldLayoutIdLst>
    <p:sldLayoutId id="2147483675" r:id="rId1"/>
    <p:sldLayoutId id="2147483676" r:id="rId2"/>
    <p:sldLayoutId id="2147483677" r:id="rId3"/>
    <p:sldLayoutId id="2147483678" r:id="rId4"/>
    <p:sldLayoutId id="2147483679" r:id="rId5"/>
    <p:sldLayoutId id="2147483680" r:id="rId6"/>
    <p:sldLayoutId id="2147483681" r:id="rId7"/>
    <p:sldLayoutId id="2147483682" r:id="rId8"/>
    <p:sldLayoutId id="2147483683" r:id="rId9"/>
    <p:sldLayoutId id="2147483684" r:id="rId10"/>
    <p:sldLayoutId id="2147483685" r:id="rId11"/>
    <p:sldLayoutId id="2147483686" r:id="rId12"/>
  </p:sldLayoutIdLst>
  <p:hf hdr="0" ftr="0" dt="0"/>
  <p:txStyles>
    <p:titleStyle>
      <a:lvl1pPr marL="0" marR="0" indent="0" algn="ctr" defTabSz="914400">
        <a:lnSpc>
          <a:spcPct val="100000"/>
        </a:lnSpc>
        <a:spcBef>
          <a:spcPts val="0"/>
        </a:spcBef>
        <a:spcAft>
          <a:spcPts val="0"/>
        </a:spcAft>
        <a:buNone/>
        <a:tabLst/>
        <a:defRPr sz="4400" b="0" i="0" u="none" strike="noStrike" kern="1" cap="none" spc="0" baseline="0">
          <a:solidFill>
            <a:schemeClr val="tx2"/>
          </a:solidFill>
          <a:effectLst/>
          <a:latin typeface="Basic Sans" pitchFamily="1" charset="0"/>
          <a:ea typeface="Basic Roman" pitchFamily="1" charset="0"/>
          <a:cs typeface="Basic Roman" pitchFamily="1" charset="0"/>
        </a:defRPr>
      </a:lvl1pPr>
      <a:lvl2pPr marL="0" marR="0" indent="0" algn="l" defTabSz="914400">
        <a:lnSpc>
          <a:spcPct val="100000"/>
        </a:lnSpc>
        <a:spcBef>
          <a:spcPts val="0"/>
        </a:spcBef>
        <a:spcAft>
          <a:spcPts val="0"/>
        </a:spcAft>
        <a:buNone/>
        <a:tabLst/>
        <a:defRPr sz="1800" b="0" i="0" u="none" strike="noStrike" kern="1" cap="none" spc="0" baseline="0">
          <a:solidFill>
            <a:schemeClr val="tx1"/>
          </a:solidFill>
          <a:effectLst/>
          <a:latin typeface="Calibri" pitchFamily="2" charset="0"/>
          <a:ea typeface="Calibri" pitchFamily="2" charset="0"/>
          <a:cs typeface="Calibri" pitchFamily="2" charset="0"/>
        </a:defRPr>
      </a:lvl2pPr>
      <a:lvl3pPr marL="0" marR="0" indent="0" algn="l" defTabSz="914400">
        <a:lnSpc>
          <a:spcPct val="100000"/>
        </a:lnSpc>
        <a:spcBef>
          <a:spcPts val="0"/>
        </a:spcBef>
        <a:spcAft>
          <a:spcPts val="0"/>
        </a:spcAft>
        <a:buNone/>
        <a:tabLst/>
        <a:defRPr sz="1800" b="0" i="0" u="none" strike="noStrike" kern="1" cap="none" spc="0" baseline="0">
          <a:solidFill>
            <a:schemeClr val="tx1"/>
          </a:solidFill>
          <a:effectLst/>
          <a:latin typeface="Calibri" pitchFamily="2" charset="0"/>
          <a:ea typeface="Calibri" pitchFamily="2" charset="0"/>
          <a:cs typeface="Calibri" pitchFamily="2" charset="0"/>
        </a:defRPr>
      </a:lvl3pPr>
      <a:lvl4pPr marL="0" marR="0" indent="0" algn="l" defTabSz="914400">
        <a:lnSpc>
          <a:spcPct val="100000"/>
        </a:lnSpc>
        <a:spcBef>
          <a:spcPts val="0"/>
        </a:spcBef>
        <a:spcAft>
          <a:spcPts val="0"/>
        </a:spcAft>
        <a:buNone/>
        <a:tabLst/>
        <a:defRPr sz="1800" b="0" i="0" u="none" strike="noStrike" kern="1" cap="none" spc="0" baseline="0">
          <a:solidFill>
            <a:schemeClr val="tx1"/>
          </a:solidFill>
          <a:effectLst/>
          <a:latin typeface="Calibri" pitchFamily="2" charset="0"/>
          <a:ea typeface="Calibri" pitchFamily="2" charset="0"/>
          <a:cs typeface="Calibri" pitchFamily="2" charset="0"/>
        </a:defRPr>
      </a:lvl4pPr>
      <a:lvl5pPr marL="0" marR="0" indent="0" algn="l" defTabSz="914400">
        <a:lnSpc>
          <a:spcPct val="100000"/>
        </a:lnSpc>
        <a:spcBef>
          <a:spcPts val="0"/>
        </a:spcBef>
        <a:spcAft>
          <a:spcPts val="0"/>
        </a:spcAft>
        <a:buNone/>
        <a:tabLst/>
        <a:defRPr sz="1800" b="0" i="0" u="none" strike="noStrike" kern="1" cap="none" spc="0" baseline="0">
          <a:solidFill>
            <a:schemeClr val="tx1"/>
          </a:solidFill>
          <a:effectLst/>
          <a:latin typeface="Calibri" pitchFamily="2" charset="0"/>
          <a:ea typeface="Calibri" pitchFamily="2" charset="0"/>
          <a:cs typeface="Calibri" pitchFamily="2" charset="0"/>
        </a:defRPr>
      </a:lvl5pPr>
      <a:lvl6pPr marL="0" marR="0" indent="0" algn="l" defTabSz="914400">
        <a:lnSpc>
          <a:spcPct val="100000"/>
        </a:lnSpc>
        <a:spcBef>
          <a:spcPts val="0"/>
        </a:spcBef>
        <a:spcAft>
          <a:spcPts val="0"/>
        </a:spcAft>
        <a:buNone/>
        <a:tabLst/>
        <a:defRPr sz="1800" b="0" i="0" u="none" strike="noStrike" kern="1" cap="none" spc="0" baseline="0">
          <a:solidFill>
            <a:schemeClr val="tx1"/>
          </a:solidFill>
          <a:effectLst/>
          <a:latin typeface="Calibri" pitchFamily="2" charset="0"/>
          <a:ea typeface="Calibri" pitchFamily="2" charset="0"/>
          <a:cs typeface="Calibri" pitchFamily="2" charset="0"/>
        </a:defRPr>
      </a:lvl6pPr>
      <a:lvl7pPr marL="0" marR="0" indent="0" algn="l" defTabSz="914400">
        <a:lnSpc>
          <a:spcPct val="100000"/>
        </a:lnSpc>
        <a:spcBef>
          <a:spcPts val="0"/>
        </a:spcBef>
        <a:spcAft>
          <a:spcPts val="0"/>
        </a:spcAft>
        <a:buNone/>
        <a:tabLst/>
        <a:defRPr sz="1800" b="0" i="0" u="none" strike="noStrike" kern="1" cap="none" spc="0" baseline="0">
          <a:solidFill>
            <a:schemeClr val="tx1"/>
          </a:solidFill>
          <a:effectLst/>
          <a:latin typeface="Calibri" pitchFamily="2" charset="0"/>
          <a:ea typeface="Calibri" pitchFamily="2" charset="0"/>
          <a:cs typeface="Calibri" pitchFamily="2" charset="0"/>
        </a:defRPr>
      </a:lvl7pPr>
      <a:lvl8pPr marL="0" marR="0" indent="0" algn="l" defTabSz="914400">
        <a:lnSpc>
          <a:spcPct val="100000"/>
        </a:lnSpc>
        <a:spcBef>
          <a:spcPts val="0"/>
        </a:spcBef>
        <a:spcAft>
          <a:spcPts val="0"/>
        </a:spcAft>
        <a:buNone/>
        <a:tabLst/>
        <a:defRPr sz="1800" b="0" i="0" u="none" strike="noStrike" kern="1" cap="none" spc="0" baseline="0">
          <a:solidFill>
            <a:schemeClr val="tx1"/>
          </a:solidFill>
          <a:effectLst/>
          <a:latin typeface="Calibri" pitchFamily="2" charset="0"/>
          <a:ea typeface="Calibri" pitchFamily="2" charset="0"/>
          <a:cs typeface="Calibri" pitchFamily="2" charset="0"/>
        </a:defRPr>
      </a:lvl8pPr>
      <a:lvl9pPr marL="0" marR="0" indent="0" algn="l" defTabSz="914400">
        <a:lnSpc>
          <a:spcPct val="100000"/>
        </a:lnSpc>
        <a:spcBef>
          <a:spcPts val="0"/>
        </a:spcBef>
        <a:spcAft>
          <a:spcPts val="0"/>
        </a:spcAft>
        <a:buNone/>
        <a:tabLst/>
        <a:defRPr sz="1800" b="0" i="0" u="none" strike="noStrike" kern="1" cap="none" spc="0" baseline="0">
          <a:solidFill>
            <a:schemeClr val="tx1"/>
          </a:solidFill>
          <a:effectLst/>
          <a:latin typeface="Calibri" pitchFamily="2" charset="0"/>
          <a:ea typeface="Calibri" pitchFamily="2" charset="0"/>
          <a:cs typeface="Calibri" pitchFamily="2" charset="0"/>
        </a:defRPr>
      </a:lvl9pPr>
    </p:titleStyle>
    <p:bodyStyle>
      <a:lvl1pPr marL="342900" marR="0" indent="-342900" algn="l" defTabSz="914400">
        <a:lnSpc>
          <a:spcPct val="100000"/>
        </a:lnSpc>
        <a:spcBef>
          <a:spcPts val="0"/>
        </a:spcBef>
        <a:spcAft>
          <a:spcPts val="0"/>
        </a:spcAft>
        <a:buClrTx/>
        <a:buSzTx/>
        <a:buFontTx/>
        <a:buChar char="•"/>
        <a:tabLst/>
        <a:defRPr sz="3200" b="0" i="0" u="none" strike="noStrike" kern="1" cap="none" spc="0" baseline="0">
          <a:solidFill>
            <a:schemeClr val="tx1"/>
          </a:solidFill>
          <a:effectLst/>
          <a:latin typeface="Basic Sans" pitchFamily="1" charset="0"/>
          <a:ea typeface="Basic Roman" pitchFamily="1" charset="0"/>
          <a:cs typeface="Basic Roman" pitchFamily="1" charset="0"/>
        </a:defRPr>
      </a:lvl1pPr>
      <a:lvl2pPr marL="742950" marR="0" indent="-285750" algn="l" defTabSz="914400">
        <a:lnSpc>
          <a:spcPct val="100000"/>
        </a:lnSpc>
        <a:spcBef>
          <a:spcPts val="0"/>
        </a:spcBef>
        <a:spcAft>
          <a:spcPts val="0"/>
        </a:spcAft>
        <a:buClrTx/>
        <a:buSzTx/>
        <a:buFontTx/>
        <a:buChar char="–"/>
        <a:tabLst/>
        <a:defRPr sz="2800" b="0" i="0" u="none" strike="noStrike" kern="1" cap="none" spc="0" baseline="0">
          <a:solidFill>
            <a:schemeClr val="tx1"/>
          </a:solidFill>
          <a:effectLst/>
          <a:latin typeface="Basic Sans" pitchFamily="1" charset="0"/>
          <a:ea typeface="Basic Roman" pitchFamily="1" charset="0"/>
          <a:cs typeface="Basic Roman" pitchFamily="1" charset="0"/>
        </a:defRPr>
      </a:lvl2pPr>
      <a:lvl3pPr marL="1143000" marR="0" indent="-228600" algn="l" defTabSz="914400">
        <a:lnSpc>
          <a:spcPct val="100000"/>
        </a:lnSpc>
        <a:spcBef>
          <a:spcPts val="0"/>
        </a:spcBef>
        <a:spcAft>
          <a:spcPts val="0"/>
        </a:spcAft>
        <a:buClrTx/>
        <a:buSzTx/>
        <a:buFontTx/>
        <a:buChar char="•"/>
        <a:tabLst/>
        <a:defRPr sz="2400" b="0" i="0" u="none" strike="noStrike" kern="1" cap="none" spc="0" baseline="0">
          <a:solidFill>
            <a:schemeClr val="tx1"/>
          </a:solidFill>
          <a:effectLst/>
          <a:latin typeface="Basic Sans" pitchFamily="1" charset="0"/>
          <a:ea typeface="Basic Roman" pitchFamily="1" charset="0"/>
          <a:cs typeface="Basic Roman" pitchFamily="1" charset="0"/>
        </a:defRPr>
      </a:lvl3pPr>
      <a:lvl4pPr marL="1600200" marR="0" indent="-228600" algn="l" defTabSz="914400">
        <a:lnSpc>
          <a:spcPct val="100000"/>
        </a:lnSpc>
        <a:spcBef>
          <a:spcPts val="0"/>
        </a:spcBef>
        <a:spcAft>
          <a:spcPts val="0"/>
        </a:spcAft>
        <a:buClrTx/>
        <a:buSzTx/>
        <a:buFontTx/>
        <a:buChar char="–"/>
        <a:tabLst/>
        <a:defRPr sz="2000" b="0" i="0" u="none" strike="noStrike" kern="1" cap="none" spc="0" baseline="0">
          <a:solidFill>
            <a:schemeClr val="tx1"/>
          </a:solidFill>
          <a:effectLst/>
          <a:latin typeface="Basic Sans" pitchFamily="1" charset="0"/>
          <a:ea typeface="Basic Roman" pitchFamily="1" charset="0"/>
          <a:cs typeface="Basic Roman" pitchFamily="1" charset="0"/>
        </a:defRPr>
      </a:lvl4pPr>
      <a:lvl5pPr marL="2057400" marR="0" indent="-228600" algn="l" defTabSz="914400">
        <a:lnSpc>
          <a:spcPct val="100000"/>
        </a:lnSpc>
        <a:spcBef>
          <a:spcPts val="0"/>
        </a:spcBef>
        <a:spcAft>
          <a:spcPts val="0"/>
        </a:spcAft>
        <a:buClrTx/>
        <a:buSzTx/>
        <a:buFontTx/>
        <a:buChar char="»"/>
        <a:tabLst/>
        <a:defRPr sz="2000" b="0" i="0" u="none" strike="noStrike" kern="1" cap="none" spc="0" baseline="0">
          <a:solidFill>
            <a:schemeClr val="tx1"/>
          </a:solidFill>
          <a:effectLst/>
          <a:latin typeface="Basic Sans" pitchFamily="1" charset="0"/>
          <a:ea typeface="Basic Roman" pitchFamily="1" charset="0"/>
          <a:cs typeface="Basic Roman" pitchFamily="1" charset="0"/>
        </a:defRPr>
      </a:lvl5pPr>
      <a:lvl6pPr marL="2514600" marR="0" indent="-228600" algn="l" defTabSz="914400">
        <a:lnSpc>
          <a:spcPct val="100000"/>
        </a:lnSpc>
        <a:spcBef>
          <a:spcPts val="0"/>
        </a:spcBef>
        <a:spcAft>
          <a:spcPts val="0"/>
        </a:spcAft>
        <a:buClrTx/>
        <a:buSzTx/>
        <a:buFontTx/>
        <a:buChar char="•"/>
        <a:tabLst/>
        <a:defRPr sz="2000" b="0" i="0" u="none" strike="noStrike" kern="1" cap="none" spc="0" baseline="0">
          <a:solidFill>
            <a:schemeClr val="tx1"/>
          </a:solidFill>
          <a:effectLst/>
          <a:latin typeface="Basic Sans" pitchFamily="1" charset="0"/>
          <a:ea typeface="Basic Roman" pitchFamily="1" charset="0"/>
          <a:cs typeface="Basic Roman" pitchFamily="1" charset="0"/>
        </a:defRPr>
      </a:lvl6pPr>
      <a:lvl7pPr marL="2971800" marR="0" indent="-228600" algn="l" defTabSz="914400">
        <a:lnSpc>
          <a:spcPct val="100000"/>
        </a:lnSpc>
        <a:spcBef>
          <a:spcPts val="0"/>
        </a:spcBef>
        <a:spcAft>
          <a:spcPts val="0"/>
        </a:spcAft>
        <a:buClrTx/>
        <a:buSzTx/>
        <a:buFontTx/>
        <a:buChar char="•"/>
        <a:tabLst/>
        <a:defRPr sz="2000" b="0" i="0" u="none" strike="noStrike" kern="1" cap="none" spc="0" baseline="0">
          <a:solidFill>
            <a:schemeClr val="tx1"/>
          </a:solidFill>
          <a:effectLst/>
          <a:latin typeface="Basic Sans" pitchFamily="1" charset="0"/>
          <a:ea typeface="Basic Roman" pitchFamily="1" charset="0"/>
          <a:cs typeface="Basic Roman" pitchFamily="1" charset="0"/>
        </a:defRPr>
      </a:lvl7pPr>
      <a:lvl8pPr marL="3429000" marR="0" indent="-228600" algn="l" defTabSz="914400">
        <a:lnSpc>
          <a:spcPct val="100000"/>
        </a:lnSpc>
        <a:spcBef>
          <a:spcPts val="0"/>
        </a:spcBef>
        <a:spcAft>
          <a:spcPts val="0"/>
        </a:spcAft>
        <a:buClrTx/>
        <a:buSzTx/>
        <a:buFontTx/>
        <a:buChar char="•"/>
        <a:tabLst/>
        <a:defRPr sz="2000" b="0" i="0" u="none" strike="noStrike" kern="1" cap="none" spc="0" baseline="0">
          <a:solidFill>
            <a:schemeClr val="tx1"/>
          </a:solidFill>
          <a:effectLst/>
          <a:latin typeface="Basic Sans" pitchFamily="1" charset="0"/>
          <a:ea typeface="Basic Roman" pitchFamily="1" charset="0"/>
          <a:cs typeface="Basic Roman" pitchFamily="1" charset="0"/>
        </a:defRPr>
      </a:lvl8pPr>
      <a:lvl9pPr marL="3886200" marR="0" indent="-228600" algn="l" defTabSz="914400">
        <a:lnSpc>
          <a:spcPct val="100000"/>
        </a:lnSpc>
        <a:spcBef>
          <a:spcPts val="0"/>
        </a:spcBef>
        <a:spcAft>
          <a:spcPts val="0"/>
        </a:spcAft>
        <a:buClrTx/>
        <a:buSzTx/>
        <a:buFontTx/>
        <a:buChar char="•"/>
        <a:tabLst/>
        <a:defRPr sz="2000" b="0" i="0" u="none" strike="noStrike" kern="1" cap="none" spc="0" baseline="0">
          <a:solidFill>
            <a:schemeClr val="tx1"/>
          </a:solidFill>
          <a:effectLst/>
          <a:latin typeface="Basic Sans" pitchFamily="1" charset="0"/>
          <a:ea typeface="Basic Roman" pitchFamily="1" charset="0"/>
          <a:cs typeface="Basic Roman" pitchFamily="1" charset="0"/>
        </a:defRPr>
      </a:lvl9pPr>
    </p:bodyStyle>
    <p:otherStyle>
      <a:lvl1pPr marL="0" marR="0" indent="0" algn="l" defTabSz="914400">
        <a:lnSpc>
          <a:spcPct val="100000"/>
        </a:lnSpc>
        <a:spcBef>
          <a:spcPts val="0"/>
        </a:spcBef>
        <a:spcAft>
          <a:spcPts val="0"/>
        </a:spcAft>
        <a:buNone/>
        <a:tabLst/>
        <a:defRPr sz="1800" b="0" i="0" u="none" strike="noStrike" kern="1" cap="none" spc="0" baseline="0">
          <a:solidFill>
            <a:schemeClr val="tx1"/>
          </a:solidFill>
          <a:effectLst/>
          <a:latin typeface="Basic Sans" pitchFamily="1" charset="0"/>
          <a:ea typeface="Basic Roman" pitchFamily="1" charset="0"/>
          <a:cs typeface="Basic Roman" pitchFamily="1" charset="0"/>
        </a:defRPr>
      </a:lvl1pPr>
      <a:lvl2pPr marL="457200" marR="0" indent="0" algn="l" defTabSz="914400">
        <a:lnSpc>
          <a:spcPct val="100000"/>
        </a:lnSpc>
        <a:spcBef>
          <a:spcPts val="0"/>
        </a:spcBef>
        <a:spcAft>
          <a:spcPts val="0"/>
        </a:spcAft>
        <a:buNone/>
        <a:tabLst/>
        <a:defRPr sz="1800" b="0" i="0" u="none" strike="noStrike" kern="1" cap="none" spc="0" baseline="0">
          <a:solidFill>
            <a:schemeClr val="tx1"/>
          </a:solidFill>
          <a:effectLst/>
          <a:latin typeface="Basic Sans" pitchFamily="1" charset="0"/>
          <a:ea typeface="Basic Roman" pitchFamily="1" charset="0"/>
          <a:cs typeface="Basic Roman" pitchFamily="1" charset="0"/>
        </a:defRPr>
      </a:lvl2pPr>
      <a:lvl3pPr marL="914400" marR="0" indent="0" algn="l" defTabSz="914400">
        <a:lnSpc>
          <a:spcPct val="100000"/>
        </a:lnSpc>
        <a:spcBef>
          <a:spcPts val="0"/>
        </a:spcBef>
        <a:spcAft>
          <a:spcPts val="0"/>
        </a:spcAft>
        <a:buNone/>
        <a:tabLst/>
        <a:defRPr sz="1800" b="0" i="0" u="none" strike="noStrike" kern="1" cap="none" spc="0" baseline="0">
          <a:solidFill>
            <a:schemeClr val="tx1"/>
          </a:solidFill>
          <a:effectLst/>
          <a:latin typeface="Basic Sans" pitchFamily="1" charset="0"/>
          <a:ea typeface="Basic Roman" pitchFamily="1" charset="0"/>
          <a:cs typeface="Basic Roman" pitchFamily="1" charset="0"/>
        </a:defRPr>
      </a:lvl3pPr>
      <a:lvl4pPr marL="1371600" marR="0" indent="0" algn="l" defTabSz="914400">
        <a:lnSpc>
          <a:spcPct val="100000"/>
        </a:lnSpc>
        <a:spcBef>
          <a:spcPts val="0"/>
        </a:spcBef>
        <a:spcAft>
          <a:spcPts val="0"/>
        </a:spcAft>
        <a:buNone/>
        <a:tabLst/>
        <a:defRPr sz="1800" b="0" i="0" u="none" strike="noStrike" kern="1" cap="none" spc="0" baseline="0">
          <a:solidFill>
            <a:schemeClr val="tx1"/>
          </a:solidFill>
          <a:effectLst/>
          <a:latin typeface="Basic Sans" pitchFamily="1" charset="0"/>
          <a:ea typeface="Basic Roman" pitchFamily="1" charset="0"/>
          <a:cs typeface="Basic Roman" pitchFamily="1" charset="0"/>
        </a:defRPr>
      </a:lvl4pPr>
      <a:lvl5pPr marL="1828800" marR="0" indent="0" algn="l" defTabSz="914400">
        <a:lnSpc>
          <a:spcPct val="100000"/>
        </a:lnSpc>
        <a:spcBef>
          <a:spcPts val="0"/>
        </a:spcBef>
        <a:spcAft>
          <a:spcPts val="0"/>
        </a:spcAft>
        <a:buNone/>
        <a:tabLst/>
        <a:defRPr sz="1800" b="0" i="0" u="none" strike="noStrike" kern="1" cap="none" spc="0" baseline="0">
          <a:solidFill>
            <a:schemeClr val="tx1"/>
          </a:solidFill>
          <a:effectLst/>
          <a:latin typeface="Basic Sans" pitchFamily="1" charset="0"/>
          <a:ea typeface="Basic Roman" pitchFamily="1" charset="0"/>
          <a:cs typeface="Basic Roman" pitchFamily="1" charset="0"/>
        </a:defRPr>
      </a:lvl5pPr>
      <a:lvl6pPr marL="2286000" marR="0" indent="0" algn="l" defTabSz="914400">
        <a:lnSpc>
          <a:spcPct val="100000"/>
        </a:lnSpc>
        <a:spcBef>
          <a:spcPts val="0"/>
        </a:spcBef>
        <a:spcAft>
          <a:spcPts val="0"/>
        </a:spcAft>
        <a:buNone/>
        <a:tabLst/>
        <a:defRPr sz="1800" b="0" i="0" u="none" strike="noStrike" kern="1" cap="none" spc="0" baseline="0">
          <a:solidFill>
            <a:schemeClr val="tx1"/>
          </a:solidFill>
          <a:effectLst/>
          <a:latin typeface="Basic Sans" pitchFamily="1" charset="0"/>
          <a:ea typeface="Basic Roman" pitchFamily="1" charset="0"/>
          <a:cs typeface="Basic Roman" pitchFamily="1" charset="0"/>
        </a:defRPr>
      </a:lvl6pPr>
      <a:lvl7pPr marL="2743200" marR="0" indent="0" algn="l" defTabSz="914400">
        <a:lnSpc>
          <a:spcPct val="100000"/>
        </a:lnSpc>
        <a:spcBef>
          <a:spcPts val="0"/>
        </a:spcBef>
        <a:spcAft>
          <a:spcPts val="0"/>
        </a:spcAft>
        <a:buNone/>
        <a:tabLst/>
        <a:defRPr sz="1800" b="0" i="0" u="none" strike="noStrike" kern="1" cap="none" spc="0" baseline="0">
          <a:solidFill>
            <a:schemeClr val="tx1"/>
          </a:solidFill>
          <a:effectLst/>
          <a:latin typeface="Basic Sans" pitchFamily="1" charset="0"/>
          <a:ea typeface="Basic Roman" pitchFamily="1" charset="0"/>
          <a:cs typeface="Basic Roman" pitchFamily="1" charset="0"/>
        </a:defRPr>
      </a:lvl7pPr>
      <a:lvl8pPr marL="3200400" marR="0" indent="0" algn="l" defTabSz="914400">
        <a:lnSpc>
          <a:spcPct val="100000"/>
        </a:lnSpc>
        <a:spcBef>
          <a:spcPts val="0"/>
        </a:spcBef>
        <a:spcAft>
          <a:spcPts val="0"/>
        </a:spcAft>
        <a:buNone/>
        <a:tabLst/>
        <a:defRPr sz="1800" b="0" i="0" u="none" strike="noStrike" kern="1" cap="none" spc="0" baseline="0">
          <a:solidFill>
            <a:schemeClr val="tx1"/>
          </a:solidFill>
          <a:effectLst/>
          <a:latin typeface="Basic Sans" pitchFamily="1" charset="0"/>
          <a:ea typeface="Basic Roman" pitchFamily="1" charset="0"/>
          <a:cs typeface="Basic Roman" pitchFamily="1" charset="0"/>
        </a:defRPr>
      </a:lvl8pPr>
      <a:lvl9pPr marL="3657600" marR="0" indent="0" algn="l" defTabSz="914400">
        <a:lnSpc>
          <a:spcPct val="100000"/>
        </a:lnSpc>
        <a:spcBef>
          <a:spcPts val="0"/>
        </a:spcBef>
        <a:spcAft>
          <a:spcPts val="0"/>
        </a:spcAft>
        <a:buNone/>
        <a:tabLst/>
        <a:defRPr sz="1800" b="0" i="0" u="none" strike="noStrike" kern="1" cap="none" spc="0" baseline="0">
          <a:solidFill>
            <a:schemeClr val="tx1"/>
          </a:solidFill>
          <a:effectLst/>
          <a:latin typeface="Basic Sans" pitchFamily="1" charset="0"/>
          <a:ea typeface="Basic Roman" pitchFamily="1" charset="0"/>
          <a:cs typeface="Basic Roman" pitchFamily="1" charset="0"/>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PlaceHolder 1"/>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gfw5ZxMAAAAlAAAAZAAAAA0AAAAAAAAAAAAAAAAAAAAAA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EQAZw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KAUAAD8CAADXRQAAZQoAABAAAAAmAAAACAAAAL8fAAD/HwAA"/>
              </a:ext>
            </a:extLst>
          </p:cNvSpPr>
          <p:nvPr>
            <p:ph type="title"/>
          </p:nvPr>
        </p:nvSpPr>
        <p:spPr>
          <a:xfrm>
            <a:off x="838200" y="365125"/>
            <a:ext cx="10514965" cy="1324610"/>
          </a:xfrm>
          <a:prstGeom prst="rect">
            <a:avLst/>
          </a:prstGeom>
          <a:noFill/>
          <a:ln>
            <a:noFill/>
          </a:ln>
        </p:spPr>
        <p:txBody>
          <a:bodyPr vert="horz" wrap="square" lIns="0" tIns="0" rIns="0" bIns="0" numCol="1" spcCol="215900" anchor="ctr">
            <a:prstTxWarp prst="textNoShape">
              <a:avLst/>
            </a:prstTxWarp>
          </a:bodyPr>
          <a:lstStyle/>
          <a:p>
            <a:pPr indent="0">
              <a:buNone/>
            </a:pPr>
            <a:r>
              <a:rPr lang="en-us" cap="none">
                <a:solidFill>
                  <a:srgbClr val="000000"/>
                </a:solidFill>
                <a:latin typeface="Arial" pitchFamily="2" charset="0"/>
                <a:ea typeface="Basic Roman" pitchFamily="1" charset="0"/>
                <a:cs typeface="Basic Roman" pitchFamily="1" charset="0"/>
              </a:rPr>
              <a:t>Click to edit the title text format</a:t>
            </a:r>
          </a:p>
        </p:txBody>
      </p:sp>
      <p:sp>
        <p:nvSpPr>
          <p:cNvPr id="3" name="PlaceHolder 2"/>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gfw5ZxMAAAAlAAAAZAAAAA0AAAAAAAAAAAAAAAAAAAAAA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EQAZw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KAUAADsLAADXRQAA/iUAABAAAAAmAAAACAAAAL8fAAD/HwAA"/>
              </a:ext>
            </a:extLst>
          </p:cNvSpPr>
          <p:nvPr>
            <p:ph type="body"/>
          </p:nvPr>
        </p:nvSpPr>
        <p:spPr>
          <a:xfrm>
            <a:off x="838200" y="1825625"/>
            <a:ext cx="10514965" cy="4350385"/>
          </a:xfrm>
          <a:prstGeom prst="rect">
            <a:avLst/>
          </a:prstGeom>
          <a:noFill/>
          <a:ln>
            <a:noFill/>
          </a:ln>
        </p:spPr>
        <p:txBody>
          <a:bodyPr vert="horz" wrap="square" lIns="0" tIns="0" rIns="0" bIns="0" numCol="1" spcCol="215900" anchor="t">
            <a:prstTxWarp prst="textNoShape">
              <a:avLst/>
            </a:prstTxWarp>
          </a:bodyPr>
          <a:lstStyle/>
          <a:p>
            <a:pPr marL="431800" indent="-323850">
              <a:spcBef>
                <a:spcPts val="1415"/>
              </a:spcBef>
              <a:buClrTx/>
              <a:buSzPts val="1440"/>
              <a:buFont typeface="Wingdings" charset="0"/>
              <a:buChar char=""/>
            </a:pPr>
            <a:r>
              <a:rPr lang="en-us" cap="none">
                <a:solidFill>
                  <a:srgbClr val="000000"/>
                </a:solidFill>
                <a:latin typeface="Arial" pitchFamily="2" charset="0"/>
                <a:ea typeface="Basic Roman" pitchFamily="1" charset="0"/>
                <a:cs typeface="Basic Roman" pitchFamily="1" charset="0"/>
              </a:rPr>
              <a:t>Click to edit the outline text format</a:t>
            </a:r>
          </a:p>
          <a:p>
            <a:pPr marL="864235" lvl="1" indent="-323850">
              <a:spcBef>
                <a:spcPts val="1130"/>
              </a:spcBef>
              <a:buClrTx/>
              <a:buSzPts val="2100"/>
              <a:buFont typeface="Symbol" pitchFamily="1" charset="0"/>
              <a:buChar char=""/>
            </a:pPr>
            <a:r>
              <a:rPr lang="en-us" cap="none">
                <a:solidFill>
                  <a:srgbClr val="000000"/>
                </a:solidFill>
                <a:latin typeface="Arial" pitchFamily="2" charset="0"/>
                <a:ea typeface="Basic Roman" pitchFamily="1" charset="0"/>
                <a:cs typeface="Basic Roman" pitchFamily="1" charset="0"/>
              </a:rPr>
              <a:t>Second Outline Level</a:t>
            </a:r>
          </a:p>
          <a:p>
            <a:pPr marL="1296035" lvl="2" indent="-288290">
              <a:spcBef>
                <a:spcPts val="850"/>
              </a:spcBef>
              <a:buClrTx/>
              <a:buSzPts val="1080"/>
              <a:buFont typeface="Wingdings" charset="0"/>
              <a:buChar char=""/>
            </a:pPr>
            <a:r>
              <a:rPr lang="en-us" cap="none">
                <a:solidFill>
                  <a:srgbClr val="000000"/>
                </a:solidFill>
                <a:latin typeface="Arial" pitchFamily="2" charset="0"/>
                <a:ea typeface="Basic Roman" pitchFamily="1" charset="0"/>
                <a:cs typeface="Basic Roman" pitchFamily="1" charset="0"/>
              </a:rPr>
              <a:t>Third Outline Level</a:t>
            </a:r>
          </a:p>
          <a:p>
            <a:pPr marL="1727835" lvl="3" indent="-215900">
              <a:spcBef>
                <a:spcPts val="565"/>
              </a:spcBef>
              <a:buClrTx/>
              <a:buSzPts val="1500"/>
              <a:buFont typeface="Symbol" pitchFamily="1" charset="0"/>
              <a:buChar char=""/>
            </a:pPr>
            <a:r>
              <a:rPr lang="en-us" cap="none">
                <a:solidFill>
                  <a:srgbClr val="000000"/>
                </a:solidFill>
                <a:latin typeface="Arial" pitchFamily="2" charset="0"/>
                <a:ea typeface="Basic Roman" pitchFamily="1" charset="0"/>
                <a:cs typeface="Basic Roman" pitchFamily="1" charset="0"/>
              </a:rPr>
              <a:t>Fourth Outline Level</a:t>
            </a:r>
          </a:p>
          <a:p>
            <a:pPr marL="2160270" lvl="4" indent="-215900">
              <a:spcBef>
                <a:spcPts val="280"/>
              </a:spcBef>
              <a:buClrTx/>
              <a:buSzPts val="900"/>
              <a:buFont typeface="Wingdings" charset="0"/>
              <a:buChar char=""/>
            </a:pPr>
            <a:r>
              <a:rPr lang="en-us" cap="none">
                <a:solidFill>
                  <a:srgbClr val="000000"/>
                </a:solidFill>
                <a:latin typeface="Arial" pitchFamily="2" charset="0"/>
                <a:ea typeface="Basic Roman" pitchFamily="1" charset="0"/>
                <a:cs typeface="Basic Roman" pitchFamily="1" charset="0"/>
              </a:rPr>
              <a:t>Fifth Outline Level</a:t>
            </a:r>
          </a:p>
          <a:p>
            <a:pPr marL="2592070" lvl="5" indent="-215900">
              <a:spcBef>
                <a:spcPts val="280"/>
              </a:spcBef>
              <a:buClrTx/>
              <a:buSzPts val="900"/>
              <a:buFont typeface="Wingdings" charset="0"/>
              <a:buChar char=""/>
            </a:pPr>
            <a:r>
              <a:rPr lang="en-us" cap="none">
                <a:solidFill>
                  <a:srgbClr val="000000"/>
                </a:solidFill>
                <a:latin typeface="Arial" pitchFamily="2" charset="0"/>
                <a:ea typeface="Basic Roman" pitchFamily="1" charset="0"/>
                <a:cs typeface="Basic Roman" pitchFamily="1" charset="0"/>
              </a:rPr>
              <a:t>Sixth Outline Level</a:t>
            </a:r>
          </a:p>
          <a:p>
            <a:pPr marL="3023870" lvl="6" indent="-215900">
              <a:spcBef>
                <a:spcPts val="280"/>
              </a:spcBef>
              <a:buClrTx/>
              <a:buSzPts val="900"/>
              <a:buFont typeface="Wingdings" charset="0"/>
              <a:buChar char=""/>
            </a:pPr>
            <a:r>
              <a:rPr lang="en-us" cap="none">
                <a:solidFill>
                  <a:srgbClr val="000000"/>
                </a:solidFill>
                <a:latin typeface="Arial" pitchFamily="2" charset="0"/>
                <a:ea typeface="Basic Roman" pitchFamily="1" charset="0"/>
                <a:cs typeface="Basic Roman" pitchFamily="1" charset="0"/>
              </a:rPr>
              <a:t>Seventh Outline Level</a:t>
            </a:r>
          </a:p>
        </p:txBody>
      </p:sp>
      <p:sp>
        <p:nvSpPr>
          <p:cNvPr id="4" name="PlaceHolder 3"/>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gfw5ZxMAAAAlAAAAZAAAAA0AAAAAkAAAAEgAAACQAAAAS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EQAZw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2BgAABonAAAnMgAAWCkAABAAAAAmAAAACAAAAL+fAAD/HwAA"/>
              </a:ext>
            </a:extLst>
          </p:cNvSpPr>
          <p:nvPr>
            <p:ph type="ftr" idx="3"/>
          </p:nvPr>
        </p:nvSpPr>
        <p:spPr>
          <a:xfrm>
            <a:off x="4038600" y="6356350"/>
            <a:ext cx="4114165" cy="364490"/>
          </a:xfrm>
          <a:prstGeom prst="rect">
            <a:avLst/>
          </a:prstGeom>
          <a:noFill/>
          <a:ln>
            <a:noFill/>
          </a:ln>
        </p:spPr>
        <p:txBody>
          <a:bodyPr vert="horz" wrap="square" lIns="91440" tIns="45720" rIns="91440" bIns="45720" numCol="1" spcCol="215900" anchor="ctr">
            <a:prstTxWarp prst="textNoShape">
              <a:avLst/>
            </a:prstTxWarp>
          </a:bodyPr>
          <a:lstStyle>
            <a:lvl1pPr indent="0" algn="ctr" defTabSz="914400">
              <a:lnSpc>
                <a:spcPct val="100000"/>
              </a:lnSpc>
              <a:buNone/>
              <a:tabLst>
                <a:tab pos="0" algn="l"/>
              </a:tabLst>
              <a:defRPr lang="en-us" sz="1400" b="0" strike="noStrike" cap="none" spc="0">
                <a:solidFill>
                  <a:srgbClr val="000000"/>
                </a:solidFill>
                <a:latin typeface="Times New Roman" pitchFamily="1" charset="0"/>
                <a:ea typeface="Basic Roman" pitchFamily="1" charset="0"/>
                <a:cs typeface="Basic Roman" pitchFamily="1" charset="0"/>
              </a:defRPr>
            </a:lvl1pPr>
          </a:lstStyle>
          <a:p>
            <a:pPr indent="0" algn="ctr" defTabSz="914400">
              <a:lnSpc>
                <a:spcPct val="100000"/>
              </a:lnSpc>
              <a:buNone/>
              <a:tabLst>
                <a:tab pos="0" algn="l"/>
              </a:tabLst>
              <a:defRPr lang="en-us"/>
            </a:pPr>
            <a:r>
              <a:t>&lt;footer&gt;</a:t>
            </a:r>
          </a:p>
        </p:txBody>
      </p:sp>
      <p:sp>
        <p:nvSpPr>
          <p:cNvPr id="5" name="PlaceHolder 4"/>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gfw5ZxMAAAAlAAAAZAAAAA0AAAAAkAAAAEgAAACQAAAAS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EQAZw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DQAABonAADXRQAAWCkAABAAAAAmAAAACAAAAL+fAAD/HwAA"/>
              </a:ext>
            </a:extLst>
          </p:cNvSpPr>
          <p:nvPr>
            <p:ph type="sldNum" idx="4"/>
          </p:nvPr>
        </p:nvSpPr>
        <p:spPr>
          <a:xfrm>
            <a:off x="8610600" y="6356350"/>
            <a:ext cx="2742565" cy="364490"/>
          </a:xfrm>
          <a:prstGeom prst="rect">
            <a:avLst/>
          </a:prstGeom>
          <a:noFill/>
          <a:ln>
            <a:noFill/>
          </a:ln>
        </p:spPr>
        <p:txBody>
          <a:bodyPr vert="horz" wrap="square" lIns="91440" tIns="45720" rIns="91440" bIns="45720" numCol="1" spcCol="215900" anchor="ctr">
            <a:prstTxWarp prst="textNoShape">
              <a:avLst/>
            </a:prstTxWarp>
          </a:bodyPr>
          <a:lstStyle>
            <a:lvl1pPr indent="0" algn="r" defTabSz="914400">
              <a:lnSpc>
                <a:spcPct val="100000"/>
              </a:lnSpc>
              <a:buNone/>
              <a:tabLst>
                <a:tab pos="0" algn="l"/>
              </a:tabLst>
              <a:defRPr lang="en-us" sz="1200" b="0" strike="noStrike" cap="none" spc="0">
                <a:solidFill>
                  <a:srgbClr val="8C8C8C"/>
                </a:solidFill>
                <a:latin typeface="Calibri" pitchFamily="2" charset="0"/>
                <a:ea typeface="Basic Roman" pitchFamily="1" charset="0"/>
                <a:cs typeface="Basic Roman" pitchFamily="1" charset="0"/>
              </a:defRPr>
            </a:lvl1pPr>
          </a:lstStyle>
          <a:p>
            <a:pPr indent="0" algn="r" defTabSz="914400">
              <a:lnSpc>
                <a:spcPct val="100000"/>
              </a:lnSpc>
              <a:buNone/>
              <a:tabLst>
                <a:tab pos="0" algn="l"/>
              </a:tabLst>
              <a:defRPr lang="en-us"/>
            </a:pPr>
            <a:fld id="{06481568-26EB-1DE3-A5F0-D0B65BBE5385}" type="slidenum">
              <a:t>‹#›</a:t>
            </a:fld>
            <a:endParaRPr lang="en-us" cap="none">
              <a:solidFill>
                <a:srgbClr val="000000"/>
              </a:solidFill>
              <a:latin typeface="Times New Roman" pitchFamily="1" charset="0"/>
              <a:ea typeface="Basic Roman" pitchFamily="1" charset="0"/>
              <a:cs typeface="Basic Roman" pitchFamily="1" charset="0"/>
            </a:endParaRPr>
          </a:p>
        </p:txBody>
      </p:sp>
      <p:sp>
        <p:nvSpPr>
          <p:cNvPr id="6" name="PlaceHolder 5"/>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gfw5ZxMAAAAlAAAAZAAAAA0AAAAAkAAAAEgAAACQAAAAS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EQAZw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KAUAABonAAAHFgAAWCkAABAAAAAmAAAACAAAAL+fAAD/HwAA"/>
              </a:ext>
            </a:extLst>
          </p:cNvSpPr>
          <p:nvPr>
            <p:ph type="dt" idx="2"/>
          </p:nvPr>
        </p:nvSpPr>
        <p:spPr>
          <a:xfrm>
            <a:off x="838200" y="6356350"/>
            <a:ext cx="2742565" cy="364490"/>
          </a:xfrm>
          <a:prstGeom prst="rect">
            <a:avLst/>
          </a:prstGeom>
          <a:noFill/>
          <a:ln>
            <a:noFill/>
          </a:ln>
        </p:spPr>
        <p:txBody>
          <a:bodyPr vert="horz" wrap="square" lIns="91440" tIns="45720" rIns="91440" bIns="45720" numCol="1" spcCol="215900" anchor="ctr">
            <a:prstTxWarp prst="textNoShape">
              <a:avLst/>
            </a:prstTxWarp>
          </a:bodyPr>
          <a:lstStyle>
            <a:lvl1pPr indent="0">
              <a:buNone/>
              <a:defRPr lang="en-us" sz="1400" b="0" strike="noStrike" cap="none" spc="0">
                <a:solidFill>
                  <a:srgbClr val="000000"/>
                </a:solidFill>
                <a:latin typeface="Times New Roman" pitchFamily="1" charset="0"/>
                <a:ea typeface="Basic Roman" pitchFamily="1" charset="0"/>
                <a:cs typeface="Basic Roman" pitchFamily="1" charset="0"/>
              </a:defRPr>
            </a:lvl1pPr>
          </a:lstStyle>
          <a:p>
            <a:pPr indent="0">
              <a:buNone/>
              <a:defRPr lang="en-us"/>
            </a:pPr>
            <a:r>
              <a:t>&lt;date/time&gt;</a:t>
            </a:r>
          </a:p>
        </p:txBody>
      </p:sp>
    </p:spTree>
  </p:cSld>
  <p:clrMap bg1="lt1" tx1="dk1" bg2="lt2" tx2="dk2" accent1="accent1" accent2="accent2" accent3="accent3" accent4="accent4" accent5="accent5" accent6="accent6" hlink="hlink" folHlink="folHlink"/>
  <p:sldLayoutIdLst>
    <p:sldLayoutId id="2147483688" r:id="rId1"/>
    <p:sldLayoutId id="2147483689" r:id="rId2"/>
    <p:sldLayoutId id="2147483690" r:id="rId3"/>
    <p:sldLayoutId id="2147483691" r:id="rId4"/>
    <p:sldLayoutId id="2147483692" r:id="rId5"/>
    <p:sldLayoutId id="2147483693" r:id="rId6"/>
    <p:sldLayoutId id="2147483694" r:id="rId7"/>
    <p:sldLayoutId id="2147483695" r:id="rId8"/>
    <p:sldLayoutId id="2147483696" r:id="rId9"/>
    <p:sldLayoutId id="2147483697" r:id="rId10"/>
    <p:sldLayoutId id="2147483698" r:id="rId11"/>
    <p:sldLayoutId id="2147483699" r:id="rId12"/>
  </p:sldLayoutIdLst>
  <p:hf hdr="0" ftr="0" dt="0"/>
  <p:txStyles>
    <p:titleStyle>
      <a:lvl1pPr marL="0" marR="0" indent="0" algn="ctr" defTabSz="914400">
        <a:lnSpc>
          <a:spcPct val="100000"/>
        </a:lnSpc>
        <a:spcBef>
          <a:spcPts val="0"/>
        </a:spcBef>
        <a:spcAft>
          <a:spcPts val="0"/>
        </a:spcAft>
        <a:buNone/>
        <a:tabLst/>
        <a:defRPr sz="4400" b="0" i="0" u="none" strike="noStrike" kern="1" cap="none" spc="0" baseline="0">
          <a:solidFill>
            <a:schemeClr val="tx2"/>
          </a:solidFill>
          <a:effectLst/>
          <a:latin typeface="Basic Sans" pitchFamily="1" charset="0"/>
          <a:ea typeface="Basic Roman" pitchFamily="1" charset="0"/>
          <a:cs typeface="Basic Roman" pitchFamily="1" charset="0"/>
        </a:defRPr>
      </a:lvl1pPr>
      <a:lvl2pPr marL="0" marR="0" indent="0" algn="l" defTabSz="914400">
        <a:lnSpc>
          <a:spcPct val="100000"/>
        </a:lnSpc>
        <a:spcBef>
          <a:spcPts val="0"/>
        </a:spcBef>
        <a:spcAft>
          <a:spcPts val="0"/>
        </a:spcAft>
        <a:buNone/>
        <a:tabLst/>
        <a:defRPr sz="1800" b="0" i="0" u="none" strike="noStrike" kern="1" cap="none" spc="0" baseline="0">
          <a:solidFill>
            <a:schemeClr val="tx1"/>
          </a:solidFill>
          <a:effectLst/>
          <a:latin typeface="Calibri" pitchFamily="2" charset="0"/>
          <a:ea typeface="Calibri" pitchFamily="2" charset="0"/>
          <a:cs typeface="Calibri" pitchFamily="2" charset="0"/>
        </a:defRPr>
      </a:lvl2pPr>
      <a:lvl3pPr marL="0" marR="0" indent="0" algn="l" defTabSz="914400">
        <a:lnSpc>
          <a:spcPct val="100000"/>
        </a:lnSpc>
        <a:spcBef>
          <a:spcPts val="0"/>
        </a:spcBef>
        <a:spcAft>
          <a:spcPts val="0"/>
        </a:spcAft>
        <a:buNone/>
        <a:tabLst/>
        <a:defRPr sz="1800" b="0" i="0" u="none" strike="noStrike" kern="1" cap="none" spc="0" baseline="0">
          <a:solidFill>
            <a:schemeClr val="tx1"/>
          </a:solidFill>
          <a:effectLst/>
          <a:latin typeface="Calibri" pitchFamily="2" charset="0"/>
          <a:ea typeface="Calibri" pitchFamily="2" charset="0"/>
          <a:cs typeface="Calibri" pitchFamily="2" charset="0"/>
        </a:defRPr>
      </a:lvl3pPr>
      <a:lvl4pPr marL="0" marR="0" indent="0" algn="l" defTabSz="914400">
        <a:lnSpc>
          <a:spcPct val="100000"/>
        </a:lnSpc>
        <a:spcBef>
          <a:spcPts val="0"/>
        </a:spcBef>
        <a:spcAft>
          <a:spcPts val="0"/>
        </a:spcAft>
        <a:buNone/>
        <a:tabLst/>
        <a:defRPr sz="1800" b="0" i="0" u="none" strike="noStrike" kern="1" cap="none" spc="0" baseline="0">
          <a:solidFill>
            <a:schemeClr val="tx1"/>
          </a:solidFill>
          <a:effectLst/>
          <a:latin typeface="Calibri" pitchFamily="2" charset="0"/>
          <a:ea typeface="Calibri" pitchFamily="2" charset="0"/>
          <a:cs typeface="Calibri" pitchFamily="2" charset="0"/>
        </a:defRPr>
      </a:lvl4pPr>
      <a:lvl5pPr marL="0" marR="0" indent="0" algn="l" defTabSz="914400">
        <a:lnSpc>
          <a:spcPct val="100000"/>
        </a:lnSpc>
        <a:spcBef>
          <a:spcPts val="0"/>
        </a:spcBef>
        <a:spcAft>
          <a:spcPts val="0"/>
        </a:spcAft>
        <a:buNone/>
        <a:tabLst/>
        <a:defRPr sz="1800" b="0" i="0" u="none" strike="noStrike" kern="1" cap="none" spc="0" baseline="0">
          <a:solidFill>
            <a:schemeClr val="tx1"/>
          </a:solidFill>
          <a:effectLst/>
          <a:latin typeface="Calibri" pitchFamily="2" charset="0"/>
          <a:ea typeface="Calibri" pitchFamily="2" charset="0"/>
          <a:cs typeface="Calibri" pitchFamily="2" charset="0"/>
        </a:defRPr>
      </a:lvl5pPr>
      <a:lvl6pPr marL="0" marR="0" indent="0" algn="l" defTabSz="914400">
        <a:lnSpc>
          <a:spcPct val="100000"/>
        </a:lnSpc>
        <a:spcBef>
          <a:spcPts val="0"/>
        </a:spcBef>
        <a:spcAft>
          <a:spcPts val="0"/>
        </a:spcAft>
        <a:buNone/>
        <a:tabLst/>
        <a:defRPr sz="1800" b="0" i="0" u="none" strike="noStrike" kern="1" cap="none" spc="0" baseline="0">
          <a:solidFill>
            <a:schemeClr val="tx1"/>
          </a:solidFill>
          <a:effectLst/>
          <a:latin typeface="Calibri" pitchFamily="2" charset="0"/>
          <a:ea typeface="Calibri" pitchFamily="2" charset="0"/>
          <a:cs typeface="Calibri" pitchFamily="2" charset="0"/>
        </a:defRPr>
      </a:lvl6pPr>
      <a:lvl7pPr marL="0" marR="0" indent="0" algn="l" defTabSz="914400">
        <a:lnSpc>
          <a:spcPct val="100000"/>
        </a:lnSpc>
        <a:spcBef>
          <a:spcPts val="0"/>
        </a:spcBef>
        <a:spcAft>
          <a:spcPts val="0"/>
        </a:spcAft>
        <a:buNone/>
        <a:tabLst/>
        <a:defRPr sz="1800" b="0" i="0" u="none" strike="noStrike" kern="1" cap="none" spc="0" baseline="0">
          <a:solidFill>
            <a:schemeClr val="tx1"/>
          </a:solidFill>
          <a:effectLst/>
          <a:latin typeface="Calibri" pitchFamily="2" charset="0"/>
          <a:ea typeface="Calibri" pitchFamily="2" charset="0"/>
          <a:cs typeface="Calibri" pitchFamily="2" charset="0"/>
        </a:defRPr>
      </a:lvl7pPr>
      <a:lvl8pPr marL="0" marR="0" indent="0" algn="l" defTabSz="914400">
        <a:lnSpc>
          <a:spcPct val="100000"/>
        </a:lnSpc>
        <a:spcBef>
          <a:spcPts val="0"/>
        </a:spcBef>
        <a:spcAft>
          <a:spcPts val="0"/>
        </a:spcAft>
        <a:buNone/>
        <a:tabLst/>
        <a:defRPr sz="1800" b="0" i="0" u="none" strike="noStrike" kern="1" cap="none" spc="0" baseline="0">
          <a:solidFill>
            <a:schemeClr val="tx1"/>
          </a:solidFill>
          <a:effectLst/>
          <a:latin typeface="Calibri" pitchFamily="2" charset="0"/>
          <a:ea typeface="Calibri" pitchFamily="2" charset="0"/>
          <a:cs typeface="Calibri" pitchFamily="2" charset="0"/>
        </a:defRPr>
      </a:lvl8pPr>
      <a:lvl9pPr marL="0" marR="0" indent="0" algn="l" defTabSz="914400">
        <a:lnSpc>
          <a:spcPct val="100000"/>
        </a:lnSpc>
        <a:spcBef>
          <a:spcPts val="0"/>
        </a:spcBef>
        <a:spcAft>
          <a:spcPts val="0"/>
        </a:spcAft>
        <a:buNone/>
        <a:tabLst/>
        <a:defRPr sz="1800" b="0" i="0" u="none" strike="noStrike" kern="1" cap="none" spc="0" baseline="0">
          <a:solidFill>
            <a:schemeClr val="tx1"/>
          </a:solidFill>
          <a:effectLst/>
          <a:latin typeface="Calibri" pitchFamily="2" charset="0"/>
          <a:ea typeface="Calibri" pitchFamily="2" charset="0"/>
          <a:cs typeface="Calibri" pitchFamily="2" charset="0"/>
        </a:defRPr>
      </a:lvl9pPr>
    </p:titleStyle>
    <p:bodyStyle>
      <a:lvl1pPr marL="342900" marR="0" indent="-342900" algn="l" defTabSz="914400">
        <a:lnSpc>
          <a:spcPct val="100000"/>
        </a:lnSpc>
        <a:spcBef>
          <a:spcPts val="0"/>
        </a:spcBef>
        <a:spcAft>
          <a:spcPts val="0"/>
        </a:spcAft>
        <a:buClrTx/>
        <a:buSzTx/>
        <a:buFontTx/>
        <a:buChar char="•"/>
        <a:tabLst/>
        <a:defRPr sz="3200" b="0" i="0" u="none" strike="noStrike" kern="1" cap="none" spc="0" baseline="0">
          <a:solidFill>
            <a:schemeClr val="tx1"/>
          </a:solidFill>
          <a:effectLst/>
          <a:latin typeface="Basic Sans" pitchFamily="1" charset="0"/>
          <a:ea typeface="Basic Roman" pitchFamily="1" charset="0"/>
          <a:cs typeface="Basic Roman" pitchFamily="1" charset="0"/>
        </a:defRPr>
      </a:lvl1pPr>
      <a:lvl2pPr marL="742950" marR="0" indent="-285750" algn="l" defTabSz="914400">
        <a:lnSpc>
          <a:spcPct val="100000"/>
        </a:lnSpc>
        <a:spcBef>
          <a:spcPts val="0"/>
        </a:spcBef>
        <a:spcAft>
          <a:spcPts val="0"/>
        </a:spcAft>
        <a:buClrTx/>
        <a:buSzTx/>
        <a:buFontTx/>
        <a:buChar char="–"/>
        <a:tabLst/>
        <a:defRPr sz="2800" b="0" i="0" u="none" strike="noStrike" kern="1" cap="none" spc="0" baseline="0">
          <a:solidFill>
            <a:schemeClr val="tx1"/>
          </a:solidFill>
          <a:effectLst/>
          <a:latin typeface="Basic Sans" pitchFamily="1" charset="0"/>
          <a:ea typeface="Basic Roman" pitchFamily="1" charset="0"/>
          <a:cs typeface="Basic Roman" pitchFamily="1" charset="0"/>
        </a:defRPr>
      </a:lvl2pPr>
      <a:lvl3pPr marL="1143000" marR="0" indent="-228600" algn="l" defTabSz="914400">
        <a:lnSpc>
          <a:spcPct val="100000"/>
        </a:lnSpc>
        <a:spcBef>
          <a:spcPts val="0"/>
        </a:spcBef>
        <a:spcAft>
          <a:spcPts val="0"/>
        </a:spcAft>
        <a:buClrTx/>
        <a:buSzTx/>
        <a:buFontTx/>
        <a:buChar char="•"/>
        <a:tabLst/>
        <a:defRPr sz="2400" b="0" i="0" u="none" strike="noStrike" kern="1" cap="none" spc="0" baseline="0">
          <a:solidFill>
            <a:schemeClr val="tx1"/>
          </a:solidFill>
          <a:effectLst/>
          <a:latin typeface="Basic Sans" pitchFamily="1" charset="0"/>
          <a:ea typeface="Basic Roman" pitchFamily="1" charset="0"/>
          <a:cs typeface="Basic Roman" pitchFamily="1" charset="0"/>
        </a:defRPr>
      </a:lvl3pPr>
      <a:lvl4pPr marL="1600200" marR="0" indent="-228600" algn="l" defTabSz="914400">
        <a:lnSpc>
          <a:spcPct val="100000"/>
        </a:lnSpc>
        <a:spcBef>
          <a:spcPts val="0"/>
        </a:spcBef>
        <a:spcAft>
          <a:spcPts val="0"/>
        </a:spcAft>
        <a:buClrTx/>
        <a:buSzTx/>
        <a:buFontTx/>
        <a:buChar char="–"/>
        <a:tabLst/>
        <a:defRPr sz="2000" b="0" i="0" u="none" strike="noStrike" kern="1" cap="none" spc="0" baseline="0">
          <a:solidFill>
            <a:schemeClr val="tx1"/>
          </a:solidFill>
          <a:effectLst/>
          <a:latin typeface="Basic Sans" pitchFamily="1" charset="0"/>
          <a:ea typeface="Basic Roman" pitchFamily="1" charset="0"/>
          <a:cs typeface="Basic Roman" pitchFamily="1" charset="0"/>
        </a:defRPr>
      </a:lvl4pPr>
      <a:lvl5pPr marL="2057400" marR="0" indent="-228600" algn="l" defTabSz="914400">
        <a:lnSpc>
          <a:spcPct val="100000"/>
        </a:lnSpc>
        <a:spcBef>
          <a:spcPts val="0"/>
        </a:spcBef>
        <a:spcAft>
          <a:spcPts val="0"/>
        </a:spcAft>
        <a:buClrTx/>
        <a:buSzTx/>
        <a:buFontTx/>
        <a:buChar char="»"/>
        <a:tabLst/>
        <a:defRPr sz="2000" b="0" i="0" u="none" strike="noStrike" kern="1" cap="none" spc="0" baseline="0">
          <a:solidFill>
            <a:schemeClr val="tx1"/>
          </a:solidFill>
          <a:effectLst/>
          <a:latin typeface="Basic Sans" pitchFamily="1" charset="0"/>
          <a:ea typeface="Basic Roman" pitchFamily="1" charset="0"/>
          <a:cs typeface="Basic Roman" pitchFamily="1" charset="0"/>
        </a:defRPr>
      </a:lvl5pPr>
      <a:lvl6pPr marL="2514600" marR="0" indent="-228600" algn="l" defTabSz="914400">
        <a:lnSpc>
          <a:spcPct val="100000"/>
        </a:lnSpc>
        <a:spcBef>
          <a:spcPts val="0"/>
        </a:spcBef>
        <a:spcAft>
          <a:spcPts val="0"/>
        </a:spcAft>
        <a:buClrTx/>
        <a:buSzTx/>
        <a:buFontTx/>
        <a:buChar char="•"/>
        <a:tabLst/>
        <a:defRPr sz="2000" b="0" i="0" u="none" strike="noStrike" kern="1" cap="none" spc="0" baseline="0">
          <a:solidFill>
            <a:schemeClr val="tx1"/>
          </a:solidFill>
          <a:effectLst/>
          <a:latin typeface="Basic Sans" pitchFamily="1" charset="0"/>
          <a:ea typeface="Basic Roman" pitchFamily="1" charset="0"/>
          <a:cs typeface="Basic Roman" pitchFamily="1" charset="0"/>
        </a:defRPr>
      </a:lvl6pPr>
      <a:lvl7pPr marL="2971800" marR="0" indent="-228600" algn="l" defTabSz="914400">
        <a:lnSpc>
          <a:spcPct val="100000"/>
        </a:lnSpc>
        <a:spcBef>
          <a:spcPts val="0"/>
        </a:spcBef>
        <a:spcAft>
          <a:spcPts val="0"/>
        </a:spcAft>
        <a:buClrTx/>
        <a:buSzTx/>
        <a:buFontTx/>
        <a:buChar char="•"/>
        <a:tabLst/>
        <a:defRPr sz="2000" b="0" i="0" u="none" strike="noStrike" kern="1" cap="none" spc="0" baseline="0">
          <a:solidFill>
            <a:schemeClr val="tx1"/>
          </a:solidFill>
          <a:effectLst/>
          <a:latin typeface="Basic Sans" pitchFamily="1" charset="0"/>
          <a:ea typeface="Basic Roman" pitchFamily="1" charset="0"/>
          <a:cs typeface="Basic Roman" pitchFamily="1" charset="0"/>
        </a:defRPr>
      </a:lvl7pPr>
      <a:lvl8pPr marL="3429000" marR="0" indent="-228600" algn="l" defTabSz="914400">
        <a:lnSpc>
          <a:spcPct val="100000"/>
        </a:lnSpc>
        <a:spcBef>
          <a:spcPts val="0"/>
        </a:spcBef>
        <a:spcAft>
          <a:spcPts val="0"/>
        </a:spcAft>
        <a:buClrTx/>
        <a:buSzTx/>
        <a:buFontTx/>
        <a:buChar char="•"/>
        <a:tabLst/>
        <a:defRPr sz="2000" b="0" i="0" u="none" strike="noStrike" kern="1" cap="none" spc="0" baseline="0">
          <a:solidFill>
            <a:schemeClr val="tx1"/>
          </a:solidFill>
          <a:effectLst/>
          <a:latin typeface="Basic Sans" pitchFamily="1" charset="0"/>
          <a:ea typeface="Basic Roman" pitchFamily="1" charset="0"/>
          <a:cs typeface="Basic Roman" pitchFamily="1" charset="0"/>
        </a:defRPr>
      </a:lvl8pPr>
      <a:lvl9pPr marL="3886200" marR="0" indent="-228600" algn="l" defTabSz="914400">
        <a:lnSpc>
          <a:spcPct val="100000"/>
        </a:lnSpc>
        <a:spcBef>
          <a:spcPts val="0"/>
        </a:spcBef>
        <a:spcAft>
          <a:spcPts val="0"/>
        </a:spcAft>
        <a:buClrTx/>
        <a:buSzTx/>
        <a:buFontTx/>
        <a:buChar char="•"/>
        <a:tabLst/>
        <a:defRPr sz="2000" b="0" i="0" u="none" strike="noStrike" kern="1" cap="none" spc="0" baseline="0">
          <a:solidFill>
            <a:schemeClr val="tx1"/>
          </a:solidFill>
          <a:effectLst/>
          <a:latin typeface="Basic Sans" pitchFamily="1" charset="0"/>
          <a:ea typeface="Basic Roman" pitchFamily="1" charset="0"/>
          <a:cs typeface="Basic Roman" pitchFamily="1" charset="0"/>
        </a:defRPr>
      </a:lvl9pPr>
    </p:bodyStyle>
    <p:otherStyle>
      <a:lvl1pPr marL="0" marR="0" indent="0" algn="l" defTabSz="914400">
        <a:lnSpc>
          <a:spcPct val="100000"/>
        </a:lnSpc>
        <a:spcBef>
          <a:spcPts val="0"/>
        </a:spcBef>
        <a:spcAft>
          <a:spcPts val="0"/>
        </a:spcAft>
        <a:buNone/>
        <a:tabLst/>
        <a:defRPr sz="1800" b="0" i="0" u="none" strike="noStrike" kern="1" cap="none" spc="0" baseline="0">
          <a:solidFill>
            <a:schemeClr val="tx1"/>
          </a:solidFill>
          <a:effectLst/>
          <a:latin typeface="Basic Sans" pitchFamily="1" charset="0"/>
          <a:ea typeface="Basic Roman" pitchFamily="1" charset="0"/>
          <a:cs typeface="Basic Roman" pitchFamily="1" charset="0"/>
        </a:defRPr>
      </a:lvl1pPr>
      <a:lvl2pPr marL="457200" marR="0" indent="0" algn="l" defTabSz="914400">
        <a:lnSpc>
          <a:spcPct val="100000"/>
        </a:lnSpc>
        <a:spcBef>
          <a:spcPts val="0"/>
        </a:spcBef>
        <a:spcAft>
          <a:spcPts val="0"/>
        </a:spcAft>
        <a:buNone/>
        <a:tabLst/>
        <a:defRPr sz="1800" b="0" i="0" u="none" strike="noStrike" kern="1" cap="none" spc="0" baseline="0">
          <a:solidFill>
            <a:schemeClr val="tx1"/>
          </a:solidFill>
          <a:effectLst/>
          <a:latin typeface="Basic Sans" pitchFamily="1" charset="0"/>
          <a:ea typeface="Basic Roman" pitchFamily="1" charset="0"/>
          <a:cs typeface="Basic Roman" pitchFamily="1" charset="0"/>
        </a:defRPr>
      </a:lvl2pPr>
      <a:lvl3pPr marL="914400" marR="0" indent="0" algn="l" defTabSz="914400">
        <a:lnSpc>
          <a:spcPct val="100000"/>
        </a:lnSpc>
        <a:spcBef>
          <a:spcPts val="0"/>
        </a:spcBef>
        <a:spcAft>
          <a:spcPts val="0"/>
        </a:spcAft>
        <a:buNone/>
        <a:tabLst/>
        <a:defRPr sz="1800" b="0" i="0" u="none" strike="noStrike" kern="1" cap="none" spc="0" baseline="0">
          <a:solidFill>
            <a:schemeClr val="tx1"/>
          </a:solidFill>
          <a:effectLst/>
          <a:latin typeface="Basic Sans" pitchFamily="1" charset="0"/>
          <a:ea typeface="Basic Roman" pitchFamily="1" charset="0"/>
          <a:cs typeface="Basic Roman" pitchFamily="1" charset="0"/>
        </a:defRPr>
      </a:lvl3pPr>
      <a:lvl4pPr marL="1371600" marR="0" indent="0" algn="l" defTabSz="914400">
        <a:lnSpc>
          <a:spcPct val="100000"/>
        </a:lnSpc>
        <a:spcBef>
          <a:spcPts val="0"/>
        </a:spcBef>
        <a:spcAft>
          <a:spcPts val="0"/>
        </a:spcAft>
        <a:buNone/>
        <a:tabLst/>
        <a:defRPr sz="1800" b="0" i="0" u="none" strike="noStrike" kern="1" cap="none" spc="0" baseline="0">
          <a:solidFill>
            <a:schemeClr val="tx1"/>
          </a:solidFill>
          <a:effectLst/>
          <a:latin typeface="Basic Sans" pitchFamily="1" charset="0"/>
          <a:ea typeface="Basic Roman" pitchFamily="1" charset="0"/>
          <a:cs typeface="Basic Roman" pitchFamily="1" charset="0"/>
        </a:defRPr>
      </a:lvl4pPr>
      <a:lvl5pPr marL="1828800" marR="0" indent="0" algn="l" defTabSz="914400">
        <a:lnSpc>
          <a:spcPct val="100000"/>
        </a:lnSpc>
        <a:spcBef>
          <a:spcPts val="0"/>
        </a:spcBef>
        <a:spcAft>
          <a:spcPts val="0"/>
        </a:spcAft>
        <a:buNone/>
        <a:tabLst/>
        <a:defRPr sz="1800" b="0" i="0" u="none" strike="noStrike" kern="1" cap="none" spc="0" baseline="0">
          <a:solidFill>
            <a:schemeClr val="tx1"/>
          </a:solidFill>
          <a:effectLst/>
          <a:latin typeface="Basic Sans" pitchFamily="1" charset="0"/>
          <a:ea typeface="Basic Roman" pitchFamily="1" charset="0"/>
          <a:cs typeface="Basic Roman" pitchFamily="1" charset="0"/>
        </a:defRPr>
      </a:lvl5pPr>
      <a:lvl6pPr marL="2286000" marR="0" indent="0" algn="l" defTabSz="914400">
        <a:lnSpc>
          <a:spcPct val="100000"/>
        </a:lnSpc>
        <a:spcBef>
          <a:spcPts val="0"/>
        </a:spcBef>
        <a:spcAft>
          <a:spcPts val="0"/>
        </a:spcAft>
        <a:buNone/>
        <a:tabLst/>
        <a:defRPr sz="1800" b="0" i="0" u="none" strike="noStrike" kern="1" cap="none" spc="0" baseline="0">
          <a:solidFill>
            <a:schemeClr val="tx1"/>
          </a:solidFill>
          <a:effectLst/>
          <a:latin typeface="Basic Sans" pitchFamily="1" charset="0"/>
          <a:ea typeface="Basic Roman" pitchFamily="1" charset="0"/>
          <a:cs typeface="Basic Roman" pitchFamily="1" charset="0"/>
        </a:defRPr>
      </a:lvl6pPr>
      <a:lvl7pPr marL="2743200" marR="0" indent="0" algn="l" defTabSz="914400">
        <a:lnSpc>
          <a:spcPct val="100000"/>
        </a:lnSpc>
        <a:spcBef>
          <a:spcPts val="0"/>
        </a:spcBef>
        <a:spcAft>
          <a:spcPts val="0"/>
        </a:spcAft>
        <a:buNone/>
        <a:tabLst/>
        <a:defRPr sz="1800" b="0" i="0" u="none" strike="noStrike" kern="1" cap="none" spc="0" baseline="0">
          <a:solidFill>
            <a:schemeClr val="tx1"/>
          </a:solidFill>
          <a:effectLst/>
          <a:latin typeface="Basic Sans" pitchFamily="1" charset="0"/>
          <a:ea typeface="Basic Roman" pitchFamily="1" charset="0"/>
          <a:cs typeface="Basic Roman" pitchFamily="1" charset="0"/>
        </a:defRPr>
      </a:lvl7pPr>
      <a:lvl8pPr marL="3200400" marR="0" indent="0" algn="l" defTabSz="914400">
        <a:lnSpc>
          <a:spcPct val="100000"/>
        </a:lnSpc>
        <a:spcBef>
          <a:spcPts val="0"/>
        </a:spcBef>
        <a:spcAft>
          <a:spcPts val="0"/>
        </a:spcAft>
        <a:buNone/>
        <a:tabLst/>
        <a:defRPr sz="1800" b="0" i="0" u="none" strike="noStrike" kern="1" cap="none" spc="0" baseline="0">
          <a:solidFill>
            <a:schemeClr val="tx1"/>
          </a:solidFill>
          <a:effectLst/>
          <a:latin typeface="Basic Sans" pitchFamily="1" charset="0"/>
          <a:ea typeface="Basic Roman" pitchFamily="1" charset="0"/>
          <a:cs typeface="Basic Roman" pitchFamily="1" charset="0"/>
        </a:defRPr>
      </a:lvl8pPr>
      <a:lvl9pPr marL="3657600" marR="0" indent="0" algn="l" defTabSz="914400">
        <a:lnSpc>
          <a:spcPct val="100000"/>
        </a:lnSpc>
        <a:spcBef>
          <a:spcPts val="0"/>
        </a:spcBef>
        <a:spcAft>
          <a:spcPts val="0"/>
        </a:spcAft>
        <a:buNone/>
        <a:tabLst/>
        <a:defRPr sz="1800" b="0" i="0" u="none" strike="noStrike" kern="1" cap="none" spc="0" baseline="0">
          <a:solidFill>
            <a:schemeClr val="tx1"/>
          </a:solidFill>
          <a:effectLst/>
          <a:latin typeface="Basic Sans" pitchFamily="1" charset="0"/>
          <a:ea typeface="Basic Roman" pitchFamily="1" charset="0"/>
          <a:cs typeface="Basic Roman" pitchFamily="1" charset="0"/>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gfw5ZxMAAAAlAAAAZAAAAA0AAAAAkAAAAEgAAACQAAAASAAAAAAAAAABAAAAAAAAAAEAAABQAAAAAAAAAAAA4D8AAAAAAADgPwAAAAAAAOA/AAAAAAAA4D8AAAAAAADgPwAAAAAAAOA/AAAAAAAA4D8AAAAAAADgPwAAAAAAAOA/AAAAAAAA4D8CAAAAjAAAAAAAAAAAAAAA////AP///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AAEAAAAAAAAAAAAAAAAAAAAAAAAAAAAAAAAAAAAAAAAAAAAAAAB/f38AAAAAA8zMzADAwP8Af39/AAAAAAAAAAAAAAAAAAAAAAAAAAAAIQAAABgAAAAUAAAAKAUAAD8CAADYRQAAZwoAABAAAAAmAAAACAAAAP//////////"/>
              </a:ext>
            </a:extLst>
          </p:cNvSpPr>
          <p:nvPr>
            <p:ph type="title"/>
          </p:nvPr>
        </p:nvSpPr>
        <p:spPr>
          <a:xfrm>
            <a:off x="838200" y="365125"/>
            <a:ext cx="10515600" cy="1325880"/>
          </a:xfrm>
          <a:prstGeom prst="rect">
            <a:avLst/>
          </a:prstGeom>
          <a:noFill/>
          <a:ln>
            <a:noFill/>
          </a:ln>
          <a:effectLst/>
        </p:spPr>
        <p:txBody>
          <a:bodyPr vert="horz" wrap="square" lIns="91440" tIns="45720" rIns="91440" bIns="45720" numCol="1" spcCol="215900" anchor="ctr">
            <a:prstTxWarp prst="textNoShape">
              <a:avLst/>
            </a:prstTxWarp>
          </a:bodyPr>
          <a:lstStyle/>
          <a:p>
            <a:r>
              <a:t>Click to edit Master title style</a:t>
            </a:r>
          </a:p>
        </p:txBody>
      </p:sp>
      <p:sp>
        <p:nvSpPr>
          <p:cNvPr id="3" name="Text Placeholder 2"/>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gfw5ZxMAAAAlAAAAZAAAAA0AAAAAkAAAAEgAAACQAAAASAAAAAAAAAAAAAAAAAAAAAEAAABQAAAAAAAAAAAA4D8AAAAAAADgPwAAAAAAAOA/AAAAAAAA4D8AAAAAAADgPwAAAAAAAOA/AAAAAAAA4D8AAAAAAADgPwAAAAAAAOA/AAAAAAAA4D8CAAAAjAAAAAAAAAAAAAAA////AP///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AAEAAAAAAAAAAAAAAAAAAAAAAAAAAAAAAAAAAAAAAAAAAAAAAAB/f38AAAAAA8zMzADAwP8Af39/AAAAAAAAAAAAAAAAAAAAAAAAAAAAIQAAABgAAAAUAAAAKAUAADsLAADYRQAAACYAABAAAAAmAAAACAAAAP//////////"/>
              </a:ext>
            </a:extLst>
          </p:cNvSpPr>
          <p:nvPr>
            <p:ph type="body" idx="1"/>
          </p:nvPr>
        </p:nvSpPr>
        <p:spPr>
          <a:xfrm>
            <a:off x="838200" y="1825625"/>
            <a:ext cx="10515600" cy="4351655"/>
          </a:xfrm>
          <a:prstGeom prst="rect">
            <a:avLst/>
          </a:prstGeom>
          <a:noFill/>
          <a:ln>
            <a:noFill/>
          </a:ln>
          <a:effectLst/>
        </p:spPr>
        <p:txBody>
          <a:bodyPr vert="horz" wrap="square" lIns="91440" tIns="45720" rIns="91440" bIns="45720" numCol="1" spcCol="215900" anchor="t">
            <a:prstTxWarp prst="textNoShape">
              <a:avLst/>
            </a:prstTxWarp>
          </a:bodyPr>
          <a:lstStyle/>
          <a:p>
            <a:r>
              <a:t>Click to edit Master text styles</a:t>
            </a:r>
          </a:p>
          <a:p>
            <a:pPr lvl="1"/>
            <a:r>
              <a:t>Second level</a:t>
            </a:r>
          </a:p>
          <a:p>
            <a:pPr lvl="2"/>
            <a:r>
              <a:t>Third level</a:t>
            </a:r>
          </a:p>
          <a:p>
            <a:pPr lvl="3"/>
            <a:r>
              <a:t>Fourth level</a:t>
            </a:r>
          </a:p>
          <a:p>
            <a:pPr lvl="4"/>
            <a:r>
              <a:t>Fifth level</a:t>
            </a:r>
          </a:p>
        </p:txBody>
      </p:sp>
      <p:sp>
        <p:nvSpPr>
          <p:cNvPr id="4" name="Date Placeholder 3"/>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gfw5ZxMAAAAlAAAAZAAAAA0AAAAAkAAAAEgAAACQAAAASAAAAAAAAAABAAAAAAAAAAEAAABQAAAAAAAAAAAA4D8AAAAAAADgPwAAAAAAAOA/AAAAAAAA4D8AAAAAAADgPwAAAAAAAOA/AAAAAAAA4D8AAAAAAADgPwAAAAAAAOA/AAAAAAAA4D8CAAAAjAAAAAAAAAAAAAAA////AP///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AAEAAAAAAAAAAAAAAAAAAAAAAAAAAAAAAAAAAAAAAAAAAAAAAAB/f38AAAAAA8zMzADAwP8Af39/AAAAAAAAAAAAAAAAAAAAAAAAAAAAIQAAABgAAAAUAAAAKAUAABonAAAIFgAAWSkAABAAAAAmAAAACAAAAP//////////"/>
              </a:ext>
            </a:extLst>
          </p:cNvSpPr>
          <p:nvPr>
            <p:ph type="dt" sz="half" idx="2"/>
          </p:nvPr>
        </p:nvSpPr>
        <p:spPr>
          <a:xfrm>
            <a:off x="838200" y="6356350"/>
            <a:ext cx="2743200" cy="365125"/>
          </a:xfrm>
          <a:prstGeom prst="rect">
            <a:avLst/>
          </a:prstGeom>
          <a:noFill/>
          <a:ln>
            <a:noFill/>
          </a:ln>
          <a:effectLst/>
        </p:spPr>
        <p:txBody>
          <a:bodyPr vert="horz" wrap="square" lIns="91440" tIns="45720" rIns="91440" bIns="45720" numCol="1" spcCol="215900" anchor="ctr">
            <a:prstTxWarp prst="textNoShape">
              <a:avLst/>
            </a:prstTxWarp>
          </a:bodyPr>
          <a:lstStyle>
            <a:lvl1pPr>
              <a:defRPr sz="1200" cap="none">
                <a:solidFill>
                  <a:srgbClr val="8C8C8C"/>
                </a:solidFill>
              </a:defRPr>
            </a:lvl1pPr>
          </a:lstStyle>
          <a:p>
            <a:fld id="{0F24AA31-7FE2-715C-AC9C-8909E4D25ADC}" type="datetime1">
              <a:t>2/14/2026</a:t>
            </a:fld>
            <a:endParaRPr/>
          </a:p>
        </p:txBody>
      </p:sp>
      <p:sp>
        <p:nvSpPr>
          <p:cNvPr id="5" name="Footer Placeholder 4"/>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gfw5ZxMAAAAlAAAAZAAAAA0AAAAAkAAAAEgAAACQAAAASAAAAAAAAAABAAAAAAAAAAEAAABQAAAAAAAAAAAA4D8AAAAAAADgPwAAAAAAAOA/AAAAAAAA4D8AAAAAAADgPwAAAAAAAOA/AAAAAAAA4D8AAAAAAADgPwAAAAAAAOA/AAAAAAAA4D8CAAAAjAAAAAAAAAAAAAAA////AP///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DpsdW0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AAEAAAAAAAAAAAAAAAAAAAAAAAAAAAAAAAAAAAAAAAAAAAAAAAB/f38AAAAAA8zMzADAwP8Af39/AAAAAAAAAAAAAAAAAAAAAAAAAAAAIQAAABgAAAAUAAAA2BgAABonAAAoMgAAWSkAABAAAAAmAAAACAAAAP//////////"/>
              </a:ext>
            </a:extLst>
          </p:cNvSpPr>
          <p:nvPr>
            <p:ph type="ftr" sz="quarter" idx="3"/>
          </p:nvPr>
        </p:nvSpPr>
        <p:spPr>
          <a:xfrm>
            <a:off x="4038600" y="6356350"/>
            <a:ext cx="4114800" cy="365125"/>
          </a:xfrm>
          <a:prstGeom prst="rect">
            <a:avLst/>
          </a:prstGeom>
          <a:noFill/>
          <a:ln>
            <a:noFill/>
          </a:ln>
          <a:effectLst/>
        </p:spPr>
        <p:txBody>
          <a:bodyPr vert="horz" wrap="square" lIns="91440" tIns="45720" rIns="91440" bIns="45720" numCol="1" spcCol="215900" anchor="ctr">
            <a:prstTxWarp prst="textNoShape">
              <a:avLst/>
            </a:prstTxWarp>
          </a:bodyPr>
          <a:lstStyle>
            <a:lvl1pPr algn="ctr">
              <a:defRPr sz="1200" cap="none">
                <a:solidFill>
                  <a:srgbClr val="8C8C8C"/>
                </a:solidFill>
              </a:defRPr>
            </a:lvl1pPr>
          </a:lstStyle>
          <a:p>
            <a:endParaRPr/>
          </a:p>
        </p:txBody>
      </p:sp>
      <p:sp>
        <p:nvSpPr>
          <p:cNvPr id="6" name="Slide Number Placeholder 5"/>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gfw5ZxMAAAAlAAAAZAAAAA0AAAAAkAAAAEgAAACQAAAASAAAAAAAAAABAAAAAAAAAAEAAABQAAAAAAAAAAAA4D8AAAAAAADgPwAAAAAAAOA/AAAAAAAA4D8AAAAAAADgPwAAAAAAAOA/AAAAAAAA4D8AAAAAAADgPwAAAAAAAOA/AAAAAAAA4D8CAAAAjAAAAAAAAAAAAAAA////AP///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HRyIi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AAEAAAAAAAAAAAAAAAAAAAAAAAAAAAAAAAAAAAAAAAAAAAAAAAB/f38AAAAAA8zMzADAwP8Af39/AAAAAAAAAAAAAAAAAAAAAAAAAAAAIQAAABgAAAAUAAAA+DQAABonAADYRQAAWSkAABAAAAAmAAAACAAAAP//////////"/>
              </a:ext>
            </a:extLst>
          </p:cNvSpPr>
          <p:nvPr>
            <p:ph type="sldNum" sz="quarter" idx="4"/>
          </p:nvPr>
        </p:nvSpPr>
        <p:spPr>
          <a:xfrm>
            <a:off x="8610600" y="6356350"/>
            <a:ext cx="2743200" cy="365125"/>
          </a:xfrm>
          <a:prstGeom prst="rect">
            <a:avLst/>
          </a:prstGeom>
          <a:noFill/>
          <a:ln>
            <a:noFill/>
          </a:ln>
          <a:effectLst/>
        </p:spPr>
        <p:txBody>
          <a:bodyPr vert="horz" wrap="square" lIns="91440" tIns="45720" rIns="91440" bIns="45720" numCol="1" spcCol="215900" anchor="ctr">
            <a:prstTxWarp prst="textNoShape">
              <a:avLst/>
            </a:prstTxWarp>
          </a:bodyPr>
          <a:lstStyle>
            <a:lvl1pPr algn="r">
              <a:defRPr sz="1200" cap="none">
                <a:solidFill>
                  <a:srgbClr val="8C8C8C"/>
                </a:solidFill>
              </a:defRPr>
            </a:lvl1pPr>
          </a:lstStyle>
          <a:p>
            <a:fld id="{2FFA5AB7-F9C2-AFAC-8C42-0FF9140C7A5A}" type="slidenum">
              <a:t>‹#›</a:t>
            </a:fld>
            <a:endParaRPr/>
          </a:p>
        </p:txBody>
      </p:sp>
    </p:spTree>
  </p:cSld>
  <p:clrMap bg1="lt1" tx1="dk1" bg2="lt2" tx2="dk2" accent1="accent1" accent2="accent2" accent3="accent3" accent4="accent4" accent5="accent5" accent6="accent6" hlink="hlink" folHlink="folHlink"/>
  <p:sldLayoutIdLst>
    <p:sldLayoutId id="2147483701" r:id="rId1"/>
    <p:sldLayoutId id="2147483702" r:id="rId2"/>
    <p:sldLayoutId id="2147483703" r:id="rId3"/>
    <p:sldLayoutId id="2147483704" r:id="rId4"/>
    <p:sldLayoutId id="2147483705" r:id="rId5"/>
    <p:sldLayoutId id="2147483706" r:id="rId6"/>
    <p:sldLayoutId id="2147483707" r:id="rId7"/>
    <p:sldLayoutId id="2147483708" r:id="rId8"/>
    <p:sldLayoutId id="2147483709" r:id="rId9"/>
    <p:sldLayoutId id="2147483710" r:id="rId10"/>
    <p:sldLayoutId id="2147483711" r:id="rId11"/>
  </p:sldLayoutIdLst>
  <p:hf hdr="0" ftr="0"/>
  <p:txStyles>
    <p:titleStyle>
      <a:lvl1pPr marL="0" marR="0" indent="0" algn="l" defTabSz="914400">
        <a:lnSpc>
          <a:spcPct val="90000"/>
        </a:lnSpc>
        <a:spcBef>
          <a:spcPts val="0"/>
        </a:spcBef>
        <a:spcAft>
          <a:spcPts val="0"/>
        </a:spcAft>
        <a:buNone/>
        <a:tabLst/>
        <a:defRPr sz="4400" b="0" i="0" u="none" strike="noStrike" kern="1" cap="none" spc="0" baseline="0">
          <a:solidFill>
            <a:schemeClr val="tx1"/>
          </a:solidFill>
          <a:effectLst/>
          <a:latin typeface="Calibri Light" charset="0"/>
          <a:ea typeface="Calibri Light" charset="0"/>
          <a:cs typeface="Calibri Light" charset="0"/>
        </a:defRPr>
      </a:lvl1pPr>
      <a:lvl2pPr marL="457200" marR="0" indent="0" algn="l" defTabSz="914400">
        <a:lnSpc>
          <a:spcPct val="100000"/>
        </a:lnSpc>
        <a:spcBef>
          <a:spcPts val="0"/>
        </a:spcBef>
        <a:spcAft>
          <a:spcPts val="0"/>
        </a:spcAft>
        <a:buNone/>
        <a:tabLst/>
        <a:defRPr sz="1800" b="0" i="0" u="none" strike="noStrike" kern="1" cap="none" spc="0" baseline="0">
          <a:solidFill>
            <a:schemeClr val="tx1"/>
          </a:solidFill>
          <a:effectLst/>
          <a:latin typeface="Calibri" pitchFamily="2" charset="0"/>
          <a:ea typeface="Calibri" pitchFamily="2" charset="0"/>
          <a:cs typeface="Calibri" pitchFamily="2" charset="0"/>
        </a:defRPr>
      </a:lvl2pPr>
      <a:lvl3pPr marL="914400" marR="0" indent="0" algn="l" defTabSz="914400">
        <a:lnSpc>
          <a:spcPct val="100000"/>
        </a:lnSpc>
        <a:spcBef>
          <a:spcPts val="0"/>
        </a:spcBef>
        <a:spcAft>
          <a:spcPts val="0"/>
        </a:spcAft>
        <a:buNone/>
        <a:tabLst/>
        <a:defRPr sz="1800" b="0" i="0" u="none" strike="noStrike" kern="1" cap="none" spc="0" baseline="0">
          <a:solidFill>
            <a:schemeClr val="tx1"/>
          </a:solidFill>
          <a:effectLst/>
          <a:latin typeface="Calibri" pitchFamily="2" charset="0"/>
          <a:ea typeface="Calibri" pitchFamily="2" charset="0"/>
          <a:cs typeface="Calibri" pitchFamily="2" charset="0"/>
        </a:defRPr>
      </a:lvl3pPr>
      <a:lvl4pPr marL="1371600" marR="0" indent="0" algn="l" defTabSz="914400">
        <a:lnSpc>
          <a:spcPct val="100000"/>
        </a:lnSpc>
        <a:spcBef>
          <a:spcPts val="0"/>
        </a:spcBef>
        <a:spcAft>
          <a:spcPts val="0"/>
        </a:spcAft>
        <a:buNone/>
        <a:tabLst/>
        <a:defRPr sz="1800" b="0" i="0" u="none" strike="noStrike" kern="1" cap="none" spc="0" baseline="0">
          <a:solidFill>
            <a:schemeClr val="tx1"/>
          </a:solidFill>
          <a:effectLst/>
          <a:latin typeface="Calibri" pitchFamily="2" charset="0"/>
          <a:ea typeface="Calibri" pitchFamily="2" charset="0"/>
          <a:cs typeface="Calibri" pitchFamily="2" charset="0"/>
        </a:defRPr>
      </a:lvl4pPr>
      <a:lvl5pPr marL="1828800" marR="0" indent="0" algn="l" defTabSz="914400">
        <a:lnSpc>
          <a:spcPct val="100000"/>
        </a:lnSpc>
        <a:spcBef>
          <a:spcPts val="0"/>
        </a:spcBef>
        <a:spcAft>
          <a:spcPts val="0"/>
        </a:spcAft>
        <a:buNone/>
        <a:tabLst/>
        <a:defRPr sz="1800" b="0" i="0" u="none" strike="noStrike" kern="1" cap="none" spc="0" baseline="0">
          <a:solidFill>
            <a:schemeClr val="tx1"/>
          </a:solidFill>
          <a:effectLst/>
          <a:latin typeface="Calibri" pitchFamily="2" charset="0"/>
          <a:ea typeface="Calibri" pitchFamily="2" charset="0"/>
          <a:cs typeface="Calibri" pitchFamily="2" charset="0"/>
        </a:defRPr>
      </a:lvl5pPr>
    </p:titleStyle>
    <p:bodyStyle>
      <a:lvl1pPr marL="228600" marR="0" indent="-228600" algn="l" defTabSz="914400">
        <a:lnSpc>
          <a:spcPct val="90000"/>
        </a:lnSpc>
        <a:spcBef>
          <a:spcPts val="1000"/>
        </a:spcBef>
        <a:spcAft>
          <a:spcPts val="0"/>
        </a:spcAft>
        <a:buClrTx/>
        <a:buSzTx/>
        <a:buFont typeface="Arial" pitchFamily="2" charset="0"/>
        <a:buChar char="•"/>
        <a:tabLst/>
        <a:defRPr sz="2800" b="0" i="0" u="none" strike="noStrike" kern="1" cap="none" spc="0" baseline="0">
          <a:solidFill>
            <a:schemeClr val="tx1"/>
          </a:solidFill>
          <a:effectLst/>
          <a:latin typeface="Calibri" pitchFamily="2" charset="0"/>
          <a:ea typeface="Calibri" pitchFamily="2" charset="0"/>
          <a:cs typeface="Calibri" pitchFamily="2" charset="0"/>
        </a:defRPr>
      </a:lvl1pPr>
      <a:lvl2pPr marL="685800" marR="0" indent="-228600" algn="l" defTabSz="914400">
        <a:lnSpc>
          <a:spcPct val="90000"/>
        </a:lnSpc>
        <a:spcBef>
          <a:spcPts val="500"/>
        </a:spcBef>
        <a:spcAft>
          <a:spcPts val="0"/>
        </a:spcAft>
        <a:buClrTx/>
        <a:buSzTx/>
        <a:buFont typeface="Arial" pitchFamily="2" charset="0"/>
        <a:buChar char="•"/>
        <a:tabLst/>
        <a:defRPr sz="2400" b="0" i="0" u="none" strike="noStrike" kern="1" cap="none" spc="0" baseline="0">
          <a:solidFill>
            <a:schemeClr val="tx1"/>
          </a:solidFill>
          <a:effectLst/>
          <a:latin typeface="Calibri" pitchFamily="2" charset="0"/>
          <a:ea typeface="Calibri" pitchFamily="2" charset="0"/>
          <a:cs typeface="Calibri" pitchFamily="2" charset="0"/>
        </a:defRPr>
      </a:lvl2pPr>
      <a:lvl3pPr marL="1143000" marR="0" indent="-228600" algn="l" defTabSz="914400">
        <a:lnSpc>
          <a:spcPct val="90000"/>
        </a:lnSpc>
        <a:spcBef>
          <a:spcPts val="500"/>
        </a:spcBef>
        <a:spcAft>
          <a:spcPts val="0"/>
        </a:spcAft>
        <a:buClrTx/>
        <a:buSzTx/>
        <a:buFont typeface="Arial" pitchFamily="2" charset="0"/>
        <a:buChar char="•"/>
        <a:tabLst/>
        <a:defRPr sz="2000" b="0" i="0" u="none" strike="noStrike" kern="1" cap="none" spc="0" baseline="0">
          <a:solidFill>
            <a:schemeClr val="tx1"/>
          </a:solidFill>
          <a:effectLst/>
          <a:latin typeface="Calibri" pitchFamily="2" charset="0"/>
          <a:ea typeface="Calibri" pitchFamily="2" charset="0"/>
          <a:cs typeface="Calibri" pitchFamily="2" charset="0"/>
        </a:defRPr>
      </a:lvl3pPr>
      <a:lvl4pPr marL="1600200" marR="0" indent="-228600" algn="l" defTabSz="914400">
        <a:lnSpc>
          <a:spcPct val="90000"/>
        </a:lnSpc>
        <a:spcBef>
          <a:spcPts val="500"/>
        </a:spcBef>
        <a:spcAft>
          <a:spcPts val="0"/>
        </a:spcAft>
        <a:buClrTx/>
        <a:buSzTx/>
        <a:buFont typeface="Arial" pitchFamily="2" charset="0"/>
        <a:buChar char="•"/>
        <a:tabLst/>
        <a:defRPr sz="1800" b="0" i="0" u="none" strike="noStrike" kern="1" cap="none" spc="0" baseline="0">
          <a:solidFill>
            <a:schemeClr val="tx1"/>
          </a:solidFill>
          <a:effectLst/>
          <a:latin typeface="Calibri" pitchFamily="2" charset="0"/>
          <a:ea typeface="Calibri" pitchFamily="2" charset="0"/>
          <a:cs typeface="Calibri" pitchFamily="2" charset="0"/>
        </a:defRPr>
      </a:lvl4pPr>
      <a:lvl5pPr marL="2057400" marR="0" indent="-228600" algn="l" defTabSz="914400">
        <a:lnSpc>
          <a:spcPct val="90000"/>
        </a:lnSpc>
        <a:spcBef>
          <a:spcPts val="500"/>
        </a:spcBef>
        <a:spcAft>
          <a:spcPts val="0"/>
        </a:spcAft>
        <a:buClrTx/>
        <a:buSzTx/>
        <a:buFont typeface="Arial" pitchFamily="2" charset="0"/>
        <a:buChar char="•"/>
        <a:tabLst/>
        <a:defRPr sz="1800" b="0" i="0" u="none" strike="noStrike" kern="1" cap="none" spc="0" baseline="0">
          <a:solidFill>
            <a:schemeClr val="tx1"/>
          </a:solidFill>
          <a:effectLst/>
          <a:latin typeface="Calibri" pitchFamily="2" charset="0"/>
          <a:ea typeface="Calibri" pitchFamily="2" charset="0"/>
          <a:cs typeface="Calibri" pitchFamily="2" charset="0"/>
        </a:defRPr>
      </a:lvl5pPr>
    </p:bodyStyle>
    <p:otherStyle>
      <a:lvl1pPr marL="0" marR="0" indent="0" algn="l" defTabSz="914400">
        <a:lnSpc>
          <a:spcPct val="100000"/>
        </a:lnSpc>
        <a:spcBef>
          <a:spcPts val="0"/>
        </a:spcBef>
        <a:spcAft>
          <a:spcPts val="0"/>
        </a:spcAft>
        <a:buNone/>
        <a:tabLst/>
        <a:defRPr sz="1800" b="0" i="0" u="none" strike="noStrike" kern="1" cap="none" spc="0" baseline="0">
          <a:solidFill>
            <a:schemeClr val="tx1"/>
          </a:solidFill>
          <a:effectLst/>
          <a:latin typeface="Calibri" pitchFamily="2" charset="0"/>
          <a:ea typeface="Calibri" pitchFamily="2" charset="0"/>
          <a:cs typeface="Calibri" pitchFamily="2" charset="0"/>
        </a:defRPr>
      </a:lvl1pPr>
      <a:lvl2pPr marL="457200" marR="0" indent="0" algn="l" defTabSz="914400">
        <a:lnSpc>
          <a:spcPct val="100000"/>
        </a:lnSpc>
        <a:spcBef>
          <a:spcPts val="0"/>
        </a:spcBef>
        <a:spcAft>
          <a:spcPts val="0"/>
        </a:spcAft>
        <a:buNone/>
        <a:tabLst/>
        <a:defRPr sz="1800" b="0" i="0" u="none" strike="noStrike" kern="1" cap="none" spc="0" baseline="0">
          <a:solidFill>
            <a:schemeClr val="tx1"/>
          </a:solidFill>
          <a:effectLst/>
          <a:latin typeface="Calibri" pitchFamily="2" charset="0"/>
          <a:ea typeface="Calibri" pitchFamily="2" charset="0"/>
          <a:cs typeface="Calibri" pitchFamily="2" charset="0"/>
        </a:defRPr>
      </a:lvl2pPr>
      <a:lvl3pPr marL="914400" marR="0" indent="0" algn="l" defTabSz="914400">
        <a:lnSpc>
          <a:spcPct val="100000"/>
        </a:lnSpc>
        <a:spcBef>
          <a:spcPts val="0"/>
        </a:spcBef>
        <a:spcAft>
          <a:spcPts val="0"/>
        </a:spcAft>
        <a:buNone/>
        <a:tabLst/>
        <a:defRPr sz="1800" b="0" i="0" u="none" strike="noStrike" kern="1" cap="none" spc="0" baseline="0">
          <a:solidFill>
            <a:schemeClr val="tx1"/>
          </a:solidFill>
          <a:effectLst/>
          <a:latin typeface="Calibri" pitchFamily="2" charset="0"/>
          <a:ea typeface="Calibri" pitchFamily="2" charset="0"/>
          <a:cs typeface="Calibri" pitchFamily="2" charset="0"/>
        </a:defRPr>
      </a:lvl3pPr>
      <a:lvl4pPr marL="1371600" marR="0" indent="0" algn="l" defTabSz="914400">
        <a:lnSpc>
          <a:spcPct val="100000"/>
        </a:lnSpc>
        <a:spcBef>
          <a:spcPts val="0"/>
        </a:spcBef>
        <a:spcAft>
          <a:spcPts val="0"/>
        </a:spcAft>
        <a:buNone/>
        <a:tabLst/>
        <a:defRPr sz="1800" b="0" i="0" u="none" strike="noStrike" kern="1" cap="none" spc="0" baseline="0">
          <a:solidFill>
            <a:schemeClr val="tx1"/>
          </a:solidFill>
          <a:effectLst/>
          <a:latin typeface="Calibri" pitchFamily="2" charset="0"/>
          <a:ea typeface="Calibri" pitchFamily="2" charset="0"/>
          <a:cs typeface="Calibri" pitchFamily="2" charset="0"/>
        </a:defRPr>
      </a:lvl4pPr>
      <a:lvl5pPr marL="1828800" marR="0" indent="0" algn="l" defTabSz="914400">
        <a:lnSpc>
          <a:spcPct val="100000"/>
        </a:lnSpc>
        <a:spcBef>
          <a:spcPts val="0"/>
        </a:spcBef>
        <a:spcAft>
          <a:spcPts val="0"/>
        </a:spcAft>
        <a:buNone/>
        <a:tabLst/>
        <a:defRPr sz="1800" b="0" i="0" u="none" strike="noStrike" kern="1" cap="none" spc="0" baseline="0">
          <a:solidFill>
            <a:schemeClr val="tx1"/>
          </a:solidFill>
          <a:effectLst/>
          <a:latin typeface="Calibri" pitchFamily="2" charset="0"/>
          <a:ea typeface="Calibri" pitchFamily="2" charset="0"/>
          <a:cs typeface="Calibri" pitchFamily="2" charset="0"/>
        </a:defRPr>
      </a:lvl5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gfw5ZxMAAAAlAAAAZAAAAA0AAAAAkAAAAEgAAACQAAAASAAAAAAAAAABAAAAAAAAAAEAAABQAAAAAAAAAAAA4D8AAAAAAADgPwAAAAAAAOA/AAAAAAAA4D8AAAAAAADgPwAAAAAAAOA/AAAAAAAA4D8AAAAAAADgPwAAAAAAAOA/AAAAAAAA4D8CAAAAjAAAAAAAAAAAAAAA////AP///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AAEAAAAAAAAAAAAAAAAAAAAAAAAAAAAAAAAAAAAAAAAAAAAAAAB/f38AAAAAA8zMzADAwP8Af39/AAAAAAAAAAAAAAAAAAAAAAAAAAAAIQAAABgAAAAUAAAAKAUAAD8CAADYRQAAZwoAABAAAAAmAAAACAAAAP//////////"/>
              </a:ext>
            </a:extLst>
          </p:cNvSpPr>
          <p:nvPr>
            <p:ph type="title"/>
          </p:nvPr>
        </p:nvSpPr>
        <p:spPr>
          <a:xfrm>
            <a:off x="838200" y="365125"/>
            <a:ext cx="10515600" cy="1325880"/>
          </a:xfrm>
          <a:prstGeom prst="rect">
            <a:avLst/>
          </a:prstGeom>
          <a:noFill/>
          <a:ln>
            <a:noFill/>
          </a:ln>
          <a:effectLst/>
        </p:spPr>
        <p:txBody>
          <a:bodyPr vert="horz" wrap="square" lIns="91440" tIns="45720" rIns="91440" bIns="45720" numCol="1" spcCol="215900" anchor="ctr">
            <a:prstTxWarp prst="textNoShape">
              <a:avLst/>
            </a:prstTxWarp>
          </a:bodyPr>
          <a:lstStyle/>
          <a:p>
            <a:r>
              <a:t>Click to edit Master title style</a:t>
            </a:r>
          </a:p>
        </p:txBody>
      </p:sp>
      <p:sp>
        <p:nvSpPr>
          <p:cNvPr id="3" name="Text Placeholder 2"/>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gfw5ZxMAAAAlAAAAZAAAAA0AAAAAkAAAAEgAAACQAAAASAAAAAAAAAAAAAAAAAAAAAEAAABQAAAAAAAAAAAA4D8AAAAAAADgPwAAAAAAAOA/AAAAAAAA4D8AAAAAAADgPwAAAAAAAOA/AAAAAAAA4D8AAAAAAADgPwAAAAAAAOA/AAAAAAAA4D8CAAAAjAAAAAAAAAAAAAAA////AP///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AAEAAAAAAAAAAAAAAAAAAAAAAAAAAAAAAAAAAAAAAAAAAAAAAAB/f38AAAAAA8zMzADAwP8Af39/AAAAAAAAAAAAAAAAAAAAAAAAAAAAIQAAABgAAAAUAAAAKAUAADsLAADYRQAAACYAABAAAAAmAAAACAAAAP//////////"/>
              </a:ext>
            </a:extLst>
          </p:cNvSpPr>
          <p:nvPr>
            <p:ph type="body" idx="1"/>
          </p:nvPr>
        </p:nvSpPr>
        <p:spPr>
          <a:xfrm>
            <a:off x="838200" y="1825625"/>
            <a:ext cx="10515600" cy="4351655"/>
          </a:xfrm>
          <a:prstGeom prst="rect">
            <a:avLst/>
          </a:prstGeom>
          <a:noFill/>
          <a:ln>
            <a:noFill/>
          </a:ln>
          <a:effectLst/>
        </p:spPr>
        <p:txBody>
          <a:bodyPr vert="horz" wrap="square" lIns="91440" tIns="45720" rIns="91440" bIns="45720" numCol="1" spcCol="215900" anchor="t">
            <a:prstTxWarp prst="textNoShape">
              <a:avLst/>
            </a:prstTxWarp>
          </a:bodyPr>
          <a:lstStyle/>
          <a:p>
            <a:r>
              <a:t>Click to edit Master text styles</a:t>
            </a:r>
          </a:p>
          <a:p>
            <a:pPr lvl="1"/>
            <a:r>
              <a:t>Second level</a:t>
            </a:r>
          </a:p>
          <a:p>
            <a:pPr lvl="2"/>
            <a:r>
              <a:t>Third level</a:t>
            </a:r>
          </a:p>
          <a:p>
            <a:pPr lvl="3"/>
            <a:r>
              <a:t>Fourth level</a:t>
            </a:r>
          </a:p>
          <a:p>
            <a:pPr lvl="4"/>
            <a:r>
              <a:t>Fifth level</a:t>
            </a:r>
          </a:p>
        </p:txBody>
      </p:sp>
      <p:sp>
        <p:nvSpPr>
          <p:cNvPr id="4" name="Date Placeholder 3"/>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gfw5ZxMAAAAlAAAAZAAAAA0AAAAAkAAAAEgAAACQAAAASAAAAAAAAAABAAAAAAAAAAEAAABQAAAAAAAAAAAA4D8AAAAAAADgPwAAAAAAAOA/AAAAAAAA4D8AAAAAAADgPwAAAAAAAOA/AAAAAAAA4D8AAAAAAADgPwAAAAAAAOA/AAAAAAAA4D8CAAAAjAAAAAAAAAAAAAAA////AP///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AAEAAAAAAAAAAAAAAAAAAAAAAAAAAAAAAAAAAAAAAAAAAAAAAAB/f38AAAAAA8zMzADAwP8Af39/AAAAAAAAAAAAAAAAAAAAAAAAAAAAIQAAABgAAAAUAAAAKAUAABonAAAIFgAAWSkAABAAAAAmAAAACAAAAP//////////"/>
              </a:ext>
            </a:extLst>
          </p:cNvSpPr>
          <p:nvPr>
            <p:ph type="dt" sz="half" idx="2"/>
          </p:nvPr>
        </p:nvSpPr>
        <p:spPr>
          <a:xfrm>
            <a:off x="838200" y="6356350"/>
            <a:ext cx="2743200" cy="365125"/>
          </a:xfrm>
          <a:prstGeom prst="rect">
            <a:avLst/>
          </a:prstGeom>
          <a:noFill/>
          <a:ln>
            <a:noFill/>
          </a:ln>
          <a:effectLst/>
        </p:spPr>
        <p:txBody>
          <a:bodyPr vert="horz" wrap="square" lIns="91440" tIns="45720" rIns="91440" bIns="45720" numCol="1" spcCol="215900" anchor="ctr">
            <a:prstTxWarp prst="textNoShape">
              <a:avLst/>
            </a:prstTxWarp>
          </a:bodyPr>
          <a:lstStyle>
            <a:lvl1pPr>
              <a:defRPr sz="1200" cap="none">
                <a:solidFill>
                  <a:srgbClr val="8C8C8C"/>
                </a:solidFill>
              </a:defRPr>
            </a:lvl1pPr>
          </a:lstStyle>
          <a:p>
            <a:fld id="{6F020AEE-A082-57FC-CCBA-56A944F43A03}" type="datetime1">
              <a:t>2/14/2026</a:t>
            </a:fld>
            <a:endParaRPr/>
          </a:p>
        </p:txBody>
      </p:sp>
      <p:sp>
        <p:nvSpPr>
          <p:cNvPr id="5" name="Footer Placeholder 4"/>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gfw5ZxMAAAAlAAAAZAAAAA0AAAAAkAAAAEgAAACQAAAASAAAAAAAAAABAAAAAAAAAAEAAABQAAAAAAAAAAAA4D8AAAAAAADgPwAAAAAAAOA/AAAAAAAA4D8AAAAAAADgPwAAAAAAAOA/AAAAAAAA4D8AAAAAAADgPwAAAAAAAOA/AAAAAAAA4D8CAAAAjAAAAAAAAAAAAAAA////AP///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DpsdW0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AAEAAAAAAAAAAAAAAAAAAAAAAAAAAAAAAAAAAAAAAAAAAAAAAAB/f38AAAAAA8zMzADAwP8Af39/AAAAAAAAAAAAAAAAAAAAAAAAAAAAIQAAABgAAAAUAAAA2BgAABonAAAoMgAAWSkAABAAAAAmAAAACAAAAP//////////"/>
              </a:ext>
            </a:extLst>
          </p:cNvSpPr>
          <p:nvPr>
            <p:ph type="ftr" sz="quarter" idx="3"/>
          </p:nvPr>
        </p:nvSpPr>
        <p:spPr>
          <a:xfrm>
            <a:off x="4038600" y="6356350"/>
            <a:ext cx="4114800" cy="365125"/>
          </a:xfrm>
          <a:prstGeom prst="rect">
            <a:avLst/>
          </a:prstGeom>
          <a:noFill/>
          <a:ln>
            <a:noFill/>
          </a:ln>
          <a:effectLst/>
        </p:spPr>
        <p:txBody>
          <a:bodyPr vert="horz" wrap="square" lIns="91440" tIns="45720" rIns="91440" bIns="45720" numCol="1" spcCol="215900" anchor="ctr">
            <a:prstTxWarp prst="textNoShape">
              <a:avLst/>
            </a:prstTxWarp>
          </a:bodyPr>
          <a:lstStyle>
            <a:lvl1pPr algn="ctr">
              <a:defRPr sz="1200" cap="none">
                <a:solidFill>
                  <a:srgbClr val="8C8C8C"/>
                </a:solidFill>
              </a:defRPr>
            </a:lvl1pPr>
          </a:lstStyle>
          <a:p>
            <a:endParaRPr/>
          </a:p>
        </p:txBody>
      </p:sp>
      <p:sp>
        <p:nvSpPr>
          <p:cNvPr id="6" name="Slide Number Placeholder 5"/>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gfw5ZxMAAAAlAAAAZAAAAA0AAAAAkAAAAEgAAACQAAAASAAAAAAAAAABAAAAAAAAAAEAAABQAAAAAAAAAAAA4D8AAAAAAADgPwAAAAAAAOA/AAAAAAAA4D8AAAAAAADgPwAAAAAAAOA/AAAAAAAA4D8AAAAAAADgPwAAAAAAAOA/AAAAAAAA4D8CAAAAjAAAAAAAAAAAAAAA////AP///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HRyIi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AAEAAAAAAAAAAAAAAAAAAAAAAAAAAAAAAAAAAAAAAAAAAAAAAAB/f38AAAAAA8zMzADAwP8Af39/AAAAAAAAAAAAAAAAAAAAAAAAAAAAIQAAABgAAAAUAAAA+DQAABonAADYRQAAWSkAABAAAAAmAAAACAAAAP//////////"/>
              </a:ext>
            </a:extLst>
          </p:cNvSpPr>
          <p:nvPr>
            <p:ph type="sldNum" sz="quarter" idx="4"/>
          </p:nvPr>
        </p:nvSpPr>
        <p:spPr>
          <a:xfrm>
            <a:off x="8610600" y="6356350"/>
            <a:ext cx="2743200" cy="365125"/>
          </a:xfrm>
          <a:prstGeom prst="rect">
            <a:avLst/>
          </a:prstGeom>
          <a:noFill/>
          <a:ln>
            <a:noFill/>
          </a:ln>
          <a:effectLst/>
        </p:spPr>
        <p:txBody>
          <a:bodyPr vert="horz" wrap="square" lIns="91440" tIns="45720" rIns="91440" bIns="45720" numCol="1" spcCol="215900" anchor="ctr">
            <a:prstTxWarp prst="textNoShape">
              <a:avLst/>
            </a:prstTxWarp>
          </a:bodyPr>
          <a:lstStyle>
            <a:lvl1pPr algn="r">
              <a:defRPr sz="1200" cap="none">
                <a:solidFill>
                  <a:srgbClr val="8C8C8C"/>
                </a:solidFill>
              </a:defRPr>
            </a:lvl1pPr>
          </a:lstStyle>
          <a:p>
            <a:fld id="{7379B7DD-939E-2C41-D0C1-6514F98F2630}" type="slidenum">
              <a:t>‹#›</a:t>
            </a:fld>
            <a:endParaRPr/>
          </a:p>
        </p:txBody>
      </p:sp>
    </p:spTree>
  </p:cSld>
  <p:clrMap bg1="lt1" tx1="dk1" bg2="lt2" tx2="dk2" accent1="accent1" accent2="accent2" accent3="accent3" accent4="accent4" accent5="accent5" accent6="accent6" hlink="hlink" folHlink="folHlink"/>
  <p:sldLayoutIdLst>
    <p:sldLayoutId id="2147483713" r:id="rId1"/>
    <p:sldLayoutId id="2147483714" r:id="rId2"/>
    <p:sldLayoutId id="2147483715" r:id="rId3"/>
    <p:sldLayoutId id="2147483716" r:id="rId4"/>
    <p:sldLayoutId id="2147483717" r:id="rId5"/>
    <p:sldLayoutId id="2147483718" r:id="rId6"/>
    <p:sldLayoutId id="2147483719" r:id="rId7"/>
    <p:sldLayoutId id="2147483720" r:id="rId8"/>
    <p:sldLayoutId id="2147483721" r:id="rId9"/>
    <p:sldLayoutId id="2147483722" r:id="rId10"/>
    <p:sldLayoutId id="2147483723" r:id="rId11"/>
  </p:sldLayoutIdLst>
  <p:hf hdr="0" ftr="0"/>
  <p:txStyles>
    <p:titleStyle>
      <a:lvl1pPr marL="0" marR="0" indent="0" algn="l" defTabSz="914400">
        <a:lnSpc>
          <a:spcPct val="90000"/>
        </a:lnSpc>
        <a:spcBef>
          <a:spcPts val="0"/>
        </a:spcBef>
        <a:spcAft>
          <a:spcPts val="0"/>
        </a:spcAft>
        <a:buNone/>
        <a:tabLst/>
        <a:defRPr sz="4400" b="0" i="0" u="none" strike="noStrike" kern="1" cap="none" spc="0" baseline="0">
          <a:solidFill>
            <a:schemeClr val="tx1"/>
          </a:solidFill>
          <a:effectLst/>
          <a:latin typeface="Calibri Light" charset="0"/>
          <a:ea typeface="Calibri Light" charset="0"/>
          <a:cs typeface="Calibri Light" charset="0"/>
        </a:defRPr>
      </a:lvl1pPr>
      <a:lvl2pPr marL="457200" marR="0" indent="0" algn="l" defTabSz="914400">
        <a:lnSpc>
          <a:spcPct val="100000"/>
        </a:lnSpc>
        <a:spcBef>
          <a:spcPts val="0"/>
        </a:spcBef>
        <a:spcAft>
          <a:spcPts val="0"/>
        </a:spcAft>
        <a:buNone/>
        <a:tabLst/>
        <a:defRPr sz="1800" b="0" i="0" u="none" strike="noStrike" kern="1" cap="none" spc="0" baseline="0">
          <a:solidFill>
            <a:schemeClr val="tx1"/>
          </a:solidFill>
          <a:effectLst/>
          <a:latin typeface="Calibri" pitchFamily="2" charset="0"/>
          <a:ea typeface="Calibri" pitchFamily="2" charset="0"/>
          <a:cs typeface="Calibri" pitchFamily="2" charset="0"/>
        </a:defRPr>
      </a:lvl2pPr>
      <a:lvl3pPr marL="914400" marR="0" indent="0" algn="l" defTabSz="914400">
        <a:lnSpc>
          <a:spcPct val="100000"/>
        </a:lnSpc>
        <a:spcBef>
          <a:spcPts val="0"/>
        </a:spcBef>
        <a:spcAft>
          <a:spcPts val="0"/>
        </a:spcAft>
        <a:buNone/>
        <a:tabLst/>
        <a:defRPr sz="1800" b="0" i="0" u="none" strike="noStrike" kern="1" cap="none" spc="0" baseline="0">
          <a:solidFill>
            <a:schemeClr val="tx1"/>
          </a:solidFill>
          <a:effectLst/>
          <a:latin typeface="Calibri" pitchFamily="2" charset="0"/>
          <a:ea typeface="Calibri" pitchFamily="2" charset="0"/>
          <a:cs typeface="Calibri" pitchFamily="2" charset="0"/>
        </a:defRPr>
      </a:lvl3pPr>
      <a:lvl4pPr marL="1371600" marR="0" indent="0" algn="l" defTabSz="914400">
        <a:lnSpc>
          <a:spcPct val="100000"/>
        </a:lnSpc>
        <a:spcBef>
          <a:spcPts val="0"/>
        </a:spcBef>
        <a:spcAft>
          <a:spcPts val="0"/>
        </a:spcAft>
        <a:buNone/>
        <a:tabLst/>
        <a:defRPr sz="1800" b="0" i="0" u="none" strike="noStrike" kern="1" cap="none" spc="0" baseline="0">
          <a:solidFill>
            <a:schemeClr val="tx1"/>
          </a:solidFill>
          <a:effectLst/>
          <a:latin typeface="Calibri" pitchFamily="2" charset="0"/>
          <a:ea typeface="Calibri" pitchFamily="2" charset="0"/>
          <a:cs typeface="Calibri" pitchFamily="2" charset="0"/>
        </a:defRPr>
      </a:lvl4pPr>
      <a:lvl5pPr marL="1828800" marR="0" indent="0" algn="l" defTabSz="914400">
        <a:lnSpc>
          <a:spcPct val="100000"/>
        </a:lnSpc>
        <a:spcBef>
          <a:spcPts val="0"/>
        </a:spcBef>
        <a:spcAft>
          <a:spcPts val="0"/>
        </a:spcAft>
        <a:buNone/>
        <a:tabLst/>
        <a:defRPr sz="1800" b="0" i="0" u="none" strike="noStrike" kern="1" cap="none" spc="0" baseline="0">
          <a:solidFill>
            <a:schemeClr val="tx1"/>
          </a:solidFill>
          <a:effectLst/>
          <a:latin typeface="Calibri" pitchFamily="2" charset="0"/>
          <a:ea typeface="Calibri" pitchFamily="2" charset="0"/>
          <a:cs typeface="Calibri" pitchFamily="2" charset="0"/>
        </a:defRPr>
      </a:lvl5pPr>
    </p:titleStyle>
    <p:bodyStyle>
      <a:lvl1pPr marL="228600" marR="0" indent="-228600" algn="l" defTabSz="914400">
        <a:lnSpc>
          <a:spcPct val="90000"/>
        </a:lnSpc>
        <a:spcBef>
          <a:spcPts val="1000"/>
        </a:spcBef>
        <a:spcAft>
          <a:spcPts val="0"/>
        </a:spcAft>
        <a:buClrTx/>
        <a:buSzTx/>
        <a:buFont typeface="Arial" pitchFamily="2" charset="0"/>
        <a:buChar char="•"/>
        <a:tabLst/>
        <a:defRPr sz="2800" b="0" i="0" u="none" strike="noStrike" kern="1" cap="none" spc="0" baseline="0">
          <a:solidFill>
            <a:schemeClr val="tx1"/>
          </a:solidFill>
          <a:effectLst/>
          <a:latin typeface="Calibri" pitchFamily="2" charset="0"/>
          <a:ea typeface="Calibri" pitchFamily="2" charset="0"/>
          <a:cs typeface="Calibri" pitchFamily="2" charset="0"/>
        </a:defRPr>
      </a:lvl1pPr>
      <a:lvl2pPr marL="685800" marR="0" indent="-228600" algn="l" defTabSz="914400">
        <a:lnSpc>
          <a:spcPct val="90000"/>
        </a:lnSpc>
        <a:spcBef>
          <a:spcPts val="500"/>
        </a:spcBef>
        <a:spcAft>
          <a:spcPts val="0"/>
        </a:spcAft>
        <a:buClrTx/>
        <a:buSzTx/>
        <a:buFont typeface="Arial" pitchFamily="2" charset="0"/>
        <a:buChar char="•"/>
        <a:tabLst/>
        <a:defRPr sz="2400" b="0" i="0" u="none" strike="noStrike" kern="1" cap="none" spc="0" baseline="0">
          <a:solidFill>
            <a:schemeClr val="tx1"/>
          </a:solidFill>
          <a:effectLst/>
          <a:latin typeface="Calibri" pitchFamily="2" charset="0"/>
          <a:ea typeface="Calibri" pitchFamily="2" charset="0"/>
          <a:cs typeface="Calibri" pitchFamily="2" charset="0"/>
        </a:defRPr>
      </a:lvl2pPr>
      <a:lvl3pPr marL="1143000" marR="0" indent="-228600" algn="l" defTabSz="914400">
        <a:lnSpc>
          <a:spcPct val="90000"/>
        </a:lnSpc>
        <a:spcBef>
          <a:spcPts val="500"/>
        </a:spcBef>
        <a:spcAft>
          <a:spcPts val="0"/>
        </a:spcAft>
        <a:buClrTx/>
        <a:buSzTx/>
        <a:buFont typeface="Arial" pitchFamily="2" charset="0"/>
        <a:buChar char="•"/>
        <a:tabLst/>
        <a:defRPr sz="2000" b="0" i="0" u="none" strike="noStrike" kern="1" cap="none" spc="0" baseline="0">
          <a:solidFill>
            <a:schemeClr val="tx1"/>
          </a:solidFill>
          <a:effectLst/>
          <a:latin typeface="Calibri" pitchFamily="2" charset="0"/>
          <a:ea typeface="Calibri" pitchFamily="2" charset="0"/>
          <a:cs typeface="Calibri" pitchFamily="2" charset="0"/>
        </a:defRPr>
      </a:lvl3pPr>
      <a:lvl4pPr marL="1600200" marR="0" indent="-228600" algn="l" defTabSz="914400">
        <a:lnSpc>
          <a:spcPct val="90000"/>
        </a:lnSpc>
        <a:spcBef>
          <a:spcPts val="500"/>
        </a:spcBef>
        <a:spcAft>
          <a:spcPts val="0"/>
        </a:spcAft>
        <a:buClrTx/>
        <a:buSzTx/>
        <a:buFont typeface="Arial" pitchFamily="2" charset="0"/>
        <a:buChar char="•"/>
        <a:tabLst/>
        <a:defRPr sz="1800" b="0" i="0" u="none" strike="noStrike" kern="1" cap="none" spc="0" baseline="0">
          <a:solidFill>
            <a:schemeClr val="tx1"/>
          </a:solidFill>
          <a:effectLst/>
          <a:latin typeface="Calibri" pitchFamily="2" charset="0"/>
          <a:ea typeface="Calibri" pitchFamily="2" charset="0"/>
          <a:cs typeface="Calibri" pitchFamily="2" charset="0"/>
        </a:defRPr>
      </a:lvl4pPr>
      <a:lvl5pPr marL="2057400" marR="0" indent="-228600" algn="l" defTabSz="914400">
        <a:lnSpc>
          <a:spcPct val="90000"/>
        </a:lnSpc>
        <a:spcBef>
          <a:spcPts val="500"/>
        </a:spcBef>
        <a:spcAft>
          <a:spcPts val="0"/>
        </a:spcAft>
        <a:buClrTx/>
        <a:buSzTx/>
        <a:buFont typeface="Arial" pitchFamily="2" charset="0"/>
        <a:buChar char="•"/>
        <a:tabLst/>
        <a:defRPr sz="1800" b="0" i="0" u="none" strike="noStrike" kern="1" cap="none" spc="0" baseline="0">
          <a:solidFill>
            <a:schemeClr val="tx1"/>
          </a:solidFill>
          <a:effectLst/>
          <a:latin typeface="Calibri" pitchFamily="2" charset="0"/>
          <a:ea typeface="Calibri" pitchFamily="2" charset="0"/>
          <a:cs typeface="Calibri" pitchFamily="2" charset="0"/>
        </a:defRPr>
      </a:lvl5pPr>
    </p:bodyStyle>
    <p:otherStyle>
      <a:lvl1pPr marL="0" marR="0" indent="0" algn="l" defTabSz="914400">
        <a:lnSpc>
          <a:spcPct val="100000"/>
        </a:lnSpc>
        <a:spcBef>
          <a:spcPts val="0"/>
        </a:spcBef>
        <a:spcAft>
          <a:spcPts val="0"/>
        </a:spcAft>
        <a:buNone/>
        <a:tabLst/>
        <a:defRPr sz="1800" b="0" i="0" u="none" strike="noStrike" kern="1" cap="none" spc="0" baseline="0">
          <a:solidFill>
            <a:schemeClr val="tx1"/>
          </a:solidFill>
          <a:effectLst/>
          <a:latin typeface="Calibri" pitchFamily="2" charset="0"/>
          <a:ea typeface="Calibri" pitchFamily="2" charset="0"/>
          <a:cs typeface="Calibri" pitchFamily="2" charset="0"/>
        </a:defRPr>
      </a:lvl1pPr>
      <a:lvl2pPr marL="457200" marR="0" indent="0" algn="l" defTabSz="914400">
        <a:lnSpc>
          <a:spcPct val="100000"/>
        </a:lnSpc>
        <a:spcBef>
          <a:spcPts val="0"/>
        </a:spcBef>
        <a:spcAft>
          <a:spcPts val="0"/>
        </a:spcAft>
        <a:buNone/>
        <a:tabLst/>
        <a:defRPr sz="1800" b="0" i="0" u="none" strike="noStrike" kern="1" cap="none" spc="0" baseline="0">
          <a:solidFill>
            <a:schemeClr val="tx1"/>
          </a:solidFill>
          <a:effectLst/>
          <a:latin typeface="Calibri" pitchFamily="2" charset="0"/>
          <a:ea typeface="Calibri" pitchFamily="2" charset="0"/>
          <a:cs typeface="Calibri" pitchFamily="2" charset="0"/>
        </a:defRPr>
      </a:lvl2pPr>
      <a:lvl3pPr marL="914400" marR="0" indent="0" algn="l" defTabSz="914400">
        <a:lnSpc>
          <a:spcPct val="100000"/>
        </a:lnSpc>
        <a:spcBef>
          <a:spcPts val="0"/>
        </a:spcBef>
        <a:spcAft>
          <a:spcPts val="0"/>
        </a:spcAft>
        <a:buNone/>
        <a:tabLst/>
        <a:defRPr sz="1800" b="0" i="0" u="none" strike="noStrike" kern="1" cap="none" spc="0" baseline="0">
          <a:solidFill>
            <a:schemeClr val="tx1"/>
          </a:solidFill>
          <a:effectLst/>
          <a:latin typeface="Calibri" pitchFamily="2" charset="0"/>
          <a:ea typeface="Calibri" pitchFamily="2" charset="0"/>
          <a:cs typeface="Calibri" pitchFamily="2" charset="0"/>
        </a:defRPr>
      </a:lvl3pPr>
      <a:lvl4pPr marL="1371600" marR="0" indent="0" algn="l" defTabSz="914400">
        <a:lnSpc>
          <a:spcPct val="100000"/>
        </a:lnSpc>
        <a:spcBef>
          <a:spcPts val="0"/>
        </a:spcBef>
        <a:spcAft>
          <a:spcPts val="0"/>
        </a:spcAft>
        <a:buNone/>
        <a:tabLst/>
        <a:defRPr sz="1800" b="0" i="0" u="none" strike="noStrike" kern="1" cap="none" spc="0" baseline="0">
          <a:solidFill>
            <a:schemeClr val="tx1"/>
          </a:solidFill>
          <a:effectLst/>
          <a:latin typeface="Calibri" pitchFamily="2" charset="0"/>
          <a:ea typeface="Calibri" pitchFamily="2" charset="0"/>
          <a:cs typeface="Calibri" pitchFamily="2" charset="0"/>
        </a:defRPr>
      </a:lvl4pPr>
      <a:lvl5pPr marL="1828800" marR="0" indent="0" algn="l" defTabSz="914400">
        <a:lnSpc>
          <a:spcPct val="100000"/>
        </a:lnSpc>
        <a:spcBef>
          <a:spcPts val="0"/>
        </a:spcBef>
        <a:spcAft>
          <a:spcPts val="0"/>
        </a:spcAft>
        <a:buNone/>
        <a:tabLst/>
        <a:defRPr sz="1800" b="0" i="0" u="none" strike="noStrike" kern="1" cap="none" spc="0" baseline="0">
          <a:solidFill>
            <a:schemeClr val="tx1"/>
          </a:solidFill>
          <a:effectLst/>
          <a:latin typeface="Calibri" pitchFamily="2" charset="0"/>
          <a:ea typeface="Calibri" pitchFamily="2" charset="0"/>
          <a:cs typeface="Calibri" pitchFamily="2" charset="0"/>
        </a:defRPr>
      </a:lvl5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5.xml"/></Relationships>
</file>

<file path=ppt/slides/_rels/slide14.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5.jpeg"/><Relationship Id="rId1" Type="http://schemas.openxmlformats.org/officeDocument/2006/relationships/slideLayout" Target="../slideLayouts/slideLayout13.xml"/><Relationship Id="rId5" Type="http://schemas.openxmlformats.org/officeDocument/2006/relationships/image" Target="../media/image8.jpeg"/><Relationship Id="rId4" Type="http://schemas.openxmlformats.org/officeDocument/2006/relationships/image" Target="../media/image7.jpe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5.xml"/></Relationships>
</file>

<file path=ppt/slides/_rels/slide2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13.xml"/><Relationship Id="rId5" Type="http://schemas.openxmlformats.org/officeDocument/2006/relationships/image" Target="../media/image14.png"/><Relationship Id="rId4" Type="http://schemas.openxmlformats.org/officeDocument/2006/relationships/image" Target="../media/image13.png"/></Relationships>
</file>

<file path=ppt/slides/_rels/slide2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7.xml"/></Relationships>
</file>

<file path=ppt/slides/_rels/slide25.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13.xml"/></Relationships>
</file>

<file path=ppt/slides/_rels/slide2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jpeg"/><Relationship Id="rId1" Type="http://schemas.openxmlformats.org/officeDocument/2006/relationships/slideLayout" Target="../slideLayouts/slideLayout1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8.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5.xml"/></Relationships>
</file>

<file path=ppt/slides/_rels/slide29.xml.rels><?xml version="1.0" encoding="UTF-8" standalone="yes"?>
<Relationships xmlns="http://schemas.openxmlformats.org/package/2006/relationships"><Relationship Id="rId2" Type="http://schemas.openxmlformats.org/officeDocument/2006/relationships/image" Target="../media/image22.jpeg"/><Relationship Id="rId1" Type="http://schemas.openxmlformats.org/officeDocument/2006/relationships/slideLayout" Target="../slideLayouts/slideLayout25.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3.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5.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9.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5.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41.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7.xml"/></Relationships>
</file>

<file path=ppt/slides/_rels/slide42.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50.xml"/></Relationships>
</file>

<file path=ppt/slides/_rels/slide51.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61.xml"/></Relationships>
</file>

<file path=ppt/slides/_rels/slide52.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50.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50.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50.xml"/></Relationships>
</file>

<file path=ppt/slides/_rels/slide55.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50.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50.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50.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50.xml"/></Relationships>
</file>

<file path=ppt/slides/_rels/slide59.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50.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50.xml"/></Relationships>
</file>

<file path=ppt/slides/_rels/slide61.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50.xml"/></Relationships>
</file>

<file path=ppt/slides/_rels/slide62.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50.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50.xml"/></Relationships>
</file>

<file path=ppt/slides/_rels/slide64.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50.xml"/></Relationships>
</file>

<file path=ppt/slides/_rels/slide65.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50.xml"/></Relationships>
</file>

<file path=ppt/slides/_rels/slide66.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50.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50.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50.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50.xml"/></Relationships>
</file>

<file path=ppt/slides/_rels/slide70.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50.xml"/></Relationships>
</file>

<file path=ppt/slides/_rels/slide71.xml.rels><?xml version="1.0" encoding="UTF-8" standalone="yes"?>
<Relationships xmlns="http://schemas.openxmlformats.org/package/2006/relationships"><Relationship Id="rId2" Type="http://schemas.openxmlformats.org/officeDocument/2006/relationships/hyperlink" Target="https://www.geeksforgeeks.org/difference-between-relational-algebra-and-relational-calculus/" TargetMode="External"/><Relationship Id="rId1" Type="http://schemas.openxmlformats.org/officeDocument/2006/relationships/slideLayout" Target="../slideLayouts/slideLayout2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ceHolder 1"/>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gfw5ZxMAAAAlAAAAZAAAAA0AAAAAkAAAAEgAAACQAAAASAAAAAAAAAAC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RHLEBf///wEAAAAAAAAAAAAAAAAAAAAAAAAAAAAAAAAAAAAAAAAAAAAAAAJ/f38A5+bmA8zMzADAwP8Af39/AAAAAAAAAAAAAAAAAAAAAAAAAAAAIQAAABgAAAAUAAAAYAkAAOgGAACfQQAAlhUAABAAAAAmAAAACAAAAL0QAAD/HwAA"/>
              </a:ext>
            </a:extLst>
          </p:cNvSpPr>
          <p:nvPr>
            <p:ph type="title"/>
          </p:nvPr>
        </p:nvSpPr>
        <p:spPr>
          <a:xfrm>
            <a:off x="1524000" y="1122680"/>
            <a:ext cx="9143365" cy="2386330"/>
          </a:xfrm>
          <a:noFill/>
          <a:ln>
            <a:noFill/>
          </a:ln>
        </p:spPr>
        <p:txBody>
          <a:bodyPr vert="horz" wrap="square" lIns="91440" tIns="45720" rIns="91440" bIns="45720" numCol="1" spcCol="215900" anchor="b">
            <a:prstTxWarp prst="textNoShape">
              <a:avLst/>
            </a:prstTxWarp>
          </a:bodyPr>
          <a:lstStyle/>
          <a:p>
            <a:pPr indent="0" algn="ctr" defTabSz="914400">
              <a:lnSpc>
                <a:spcPct val="90000"/>
              </a:lnSpc>
              <a:buNone/>
              <a:tabLst>
                <a:tab pos="0" algn="l"/>
              </a:tabLst>
              <a:defRPr lang="en-us" sz="6000" b="1" cap="none">
                <a:solidFill>
                  <a:srgbClr val="000000"/>
                </a:solidFill>
                <a:latin typeface="Calibri Light" charset="0"/>
                <a:ea typeface="Basic Roman" pitchFamily="1" charset="0"/>
                <a:cs typeface="Basic Roman" pitchFamily="1" charset="0"/>
              </a:defRPr>
            </a:pPr>
            <a:r>
              <a:t>ER and Relational Model</a:t>
            </a:r>
          </a:p>
        </p:txBody>
      </p:sp>
      <p:sp>
        <p:nvSpPr>
          <p:cNvPr id="3" name="PlaceHolder 2"/>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gfw5ZxMAAAAlAAAAZAAAAA0AAAAAkAAAAEgAAACQAAAAS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EQAZw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RHLEBf///wEAAAAAAAAAAAAAAAAAAAAAAAAAAAAAAAAAAAAAAAAAAAAAAAJ/f38A5+bmA8zMzADAwP8Af39/AAAAAAAAAAAAAAAAAAAAAAAAAAAAIQAAABgAAAAUAAAAYAkAACkWAACfQQAAVyAAABAAAAAmAAAACAAAAL2QAAD/HwAA"/>
              </a:ext>
            </a:extLst>
          </p:cNvSpPr>
          <p:nvPr>
            <p:ph type="subTitle"/>
          </p:nvPr>
        </p:nvSpPr>
        <p:spPr>
          <a:xfrm>
            <a:off x="1524000" y="3602355"/>
            <a:ext cx="9143365" cy="1654810"/>
          </a:xfrm>
          <a:noFill/>
          <a:ln>
            <a:noFill/>
          </a:ln>
        </p:spPr>
        <p:txBody>
          <a:bodyPr vert="horz" wrap="square" lIns="91440" tIns="45720" rIns="91440" bIns="45720" numCol="1" spcCol="215900" anchor="t">
            <a:prstTxWarp prst="textNoShape">
              <a:avLst/>
            </a:prstTxWarp>
          </a:bodyPr>
          <a:lstStyle/>
          <a:p>
            <a:pPr indent="0" algn="ctr" defTabSz="914400">
              <a:lnSpc>
                <a:spcPct val="90000"/>
              </a:lnSpc>
              <a:spcBef>
                <a:spcPts val="1000"/>
              </a:spcBef>
              <a:buNone/>
              <a:tabLst>
                <a:tab pos="0" algn="l"/>
              </a:tabLst>
            </a:pPr>
            <a:r>
              <a:rPr lang="en-us" sz="2400" cap="none">
                <a:solidFill>
                  <a:srgbClr val="000000"/>
                </a:solidFill>
              </a:rPr>
              <a:t>Unit-2</a:t>
            </a:r>
            <a:endParaRPr lang="en-us" sz="2400" cap="none">
              <a:solidFill>
                <a:srgbClr val="000000"/>
              </a:solidFill>
              <a:latin typeface="Arial" pitchFamily="2" charset="0"/>
              <a:ea typeface="Calibri" pitchFamily="2" charset="0"/>
              <a:cs typeface="Calibri" pitchFamily="2"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ceHolder 1"/>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gfw5ZxMAAAAlAAAAZAAAAA0AAAAAkAAAAEgAAACQAAAAS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RHLEBf///wEAAAAAAAAAAAAAAAAAAAAAAAAAAAAAAAAAAAAAAAAAAAAAAAJ/f38A5+bmA8zMzADAwP8Af39/AAAAAAAAAAAAAAAAAAAAAAAAAAAAIQAAABgAAAAUAAAAKAUAAD8CAADXRQAAZQoAABAAAAAmAAAACAAAAL2QAAD/HwAA"/>
              </a:ext>
            </a:extLst>
          </p:cNvSpPr>
          <p:nvPr>
            <p:ph type="title"/>
          </p:nvPr>
        </p:nvSpPr>
        <p:spPr>
          <a:xfrm>
            <a:off x="838200" y="365125"/>
            <a:ext cx="10514965" cy="1324610"/>
          </a:xfrm>
          <a:noFill/>
          <a:ln>
            <a:noFill/>
          </a:ln>
        </p:spPr>
        <p:txBody>
          <a:bodyPr vert="horz" wrap="square" lIns="91440" tIns="45720" rIns="91440" bIns="45720" numCol="1" spcCol="215900" anchor="ctr">
            <a:prstTxWarp prst="textNoShape">
              <a:avLst/>
            </a:prstTxWarp>
          </a:bodyPr>
          <a:lstStyle/>
          <a:p>
            <a:pPr indent="0" algn="ctr" defTabSz="914400">
              <a:lnSpc>
                <a:spcPct val="90000"/>
              </a:lnSpc>
              <a:buNone/>
              <a:tabLst>
                <a:tab pos="0" algn="l"/>
              </a:tabLst>
            </a:pPr>
            <a:r>
              <a:rPr lang="en-us" b="1" cap="none">
                <a:solidFill>
                  <a:srgbClr val="000000"/>
                </a:solidFill>
                <a:latin typeface="Calibri Light" charset="0"/>
                <a:ea typeface="Basic Roman" pitchFamily="1" charset="0"/>
                <a:cs typeface="Basic Roman" pitchFamily="1" charset="0"/>
              </a:rPr>
              <a:t>E-R Model</a:t>
            </a:r>
            <a:endParaRPr lang="en-us" cap="none">
              <a:solidFill>
                <a:srgbClr val="000000"/>
              </a:solidFill>
              <a:latin typeface="Arial" pitchFamily="2" charset="0"/>
              <a:ea typeface="Basic Roman" pitchFamily="1" charset="0"/>
              <a:cs typeface="Basic Roman" pitchFamily="1" charset="0"/>
            </a:endParaRPr>
          </a:p>
        </p:txBody>
      </p:sp>
      <p:sp>
        <p:nvSpPr>
          <p:cNvPr id="3" name="PlaceHolder 2"/>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gfw5ZxMAAAAlAAAAZAAAAA0AAAAAkAAAAEgAAACQAAAAS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EQAZw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RHLEBf///wEAAAAAAAAAAAAAAAAAAAAAAAAAAAAAAAAAAAAAAAAAAAAAAAJ/f38A5+bmA8zMzADAwP8Af39/AAAAAAAAAAAAAAAAAAAAAAAAAAAAIQAAABgAAAAUAAAAKAUAADsLAADXRQAA/iUAABAAAAAmAAAACAAAAD2QAAD/HwAA"/>
              </a:ext>
            </a:extLst>
          </p:cNvSpPr>
          <p:nvPr>
            <p:ph type="body"/>
          </p:nvPr>
        </p:nvSpPr>
        <p:spPr>
          <a:xfrm>
            <a:off x="838200" y="1825625"/>
            <a:ext cx="10514965" cy="4350385"/>
          </a:xfrm>
          <a:noFill/>
          <a:ln>
            <a:noFill/>
          </a:ln>
        </p:spPr>
        <p:txBody>
          <a:bodyPr vert="horz" wrap="square" lIns="91440" tIns="45720" rIns="91440" bIns="45720" numCol="1" spcCol="215900" anchor="t">
            <a:prstTxWarp prst="textNoShape">
              <a:avLst/>
            </a:prstTxWarp>
          </a:bodyPr>
          <a:lstStyle/>
          <a:p>
            <a:pPr marL="228600" indent="-228600" defTabSz="914400">
              <a:lnSpc>
                <a:spcPct val="80000"/>
              </a:lnSpc>
              <a:spcBef>
                <a:spcPts val="930"/>
              </a:spcBef>
              <a:buClrTx/>
              <a:buFont typeface="Arial" pitchFamily="2" charset="0"/>
              <a:buChar char="•"/>
              <a:tabLst/>
              <a:defRPr sz="1675" cap="none"/>
            </a:pPr>
            <a:r>
              <a:rPr lang="en-us" sz="2605" cap="none">
                <a:solidFill>
                  <a:srgbClr val="000000"/>
                </a:solidFill>
              </a:rPr>
              <a:t>A graphical technique for </a:t>
            </a:r>
            <a:r>
              <a:rPr lang="en-us" sz="2605" b="1" cap="none">
                <a:solidFill>
                  <a:srgbClr val="000000"/>
                </a:solidFill>
              </a:rPr>
              <a:t>understanding and organizing the data independent</a:t>
            </a:r>
            <a:r>
              <a:rPr lang="en-us" sz="2605" cap="none">
                <a:solidFill>
                  <a:srgbClr val="000000"/>
                </a:solidFill>
              </a:rPr>
              <a:t> of the actual database implementation.</a:t>
            </a:r>
            <a:endParaRPr lang="en-us" sz="2605" cap="none">
              <a:solidFill>
                <a:srgbClr val="000000"/>
              </a:solidFill>
              <a:latin typeface="Arial" pitchFamily="2" charset="0"/>
              <a:ea typeface="Calibri" pitchFamily="2" charset="0"/>
              <a:cs typeface="Calibri" pitchFamily="2" charset="0"/>
            </a:endParaRPr>
          </a:p>
          <a:p>
            <a:pPr marL="228600" indent="-228600" defTabSz="914400">
              <a:lnSpc>
                <a:spcPct val="80000"/>
              </a:lnSpc>
              <a:spcBef>
                <a:spcPts val="930"/>
              </a:spcBef>
              <a:buClrTx/>
              <a:buFont typeface="Arial" pitchFamily="2" charset="0"/>
              <a:buChar char="•"/>
              <a:tabLst/>
              <a:defRPr sz="1675" cap="none"/>
            </a:pPr>
            <a:r>
              <a:rPr lang="en-us" sz="2605" cap="none">
                <a:solidFill>
                  <a:srgbClr val="000000"/>
                </a:solidFill>
              </a:rPr>
              <a:t>We need the Entity-Relationship (ER) model to </a:t>
            </a:r>
            <a:r>
              <a:rPr lang="en-us" sz="2605" b="1" cap="none">
                <a:solidFill>
                  <a:srgbClr val="000000"/>
                </a:solidFill>
              </a:rPr>
              <a:t>help us design and organize data in a way that is easy to understand and maintain. </a:t>
            </a:r>
            <a:endParaRPr lang="en-us" sz="2605" cap="none">
              <a:solidFill>
                <a:srgbClr val="000000"/>
              </a:solidFill>
              <a:latin typeface="Arial" pitchFamily="2" charset="0"/>
              <a:ea typeface="Calibri" pitchFamily="2" charset="0"/>
              <a:cs typeface="Calibri" pitchFamily="2" charset="0"/>
            </a:endParaRPr>
          </a:p>
          <a:p>
            <a:pPr marL="228600" indent="-228600" defTabSz="914400">
              <a:lnSpc>
                <a:spcPct val="80000"/>
              </a:lnSpc>
              <a:spcBef>
                <a:spcPts val="930"/>
              </a:spcBef>
              <a:buClrTx/>
              <a:buFont typeface="Arial" pitchFamily="2" charset="0"/>
              <a:buChar char="•"/>
              <a:tabLst/>
              <a:defRPr sz="1675" cap="none"/>
            </a:pPr>
            <a:r>
              <a:rPr lang="en-us" sz="2605" cap="none">
                <a:solidFill>
                  <a:srgbClr val="000000"/>
                </a:solidFill>
              </a:rPr>
              <a:t>The ER model provides a </a:t>
            </a:r>
            <a:r>
              <a:rPr lang="en-us" sz="2605" b="1" cap="none">
                <a:solidFill>
                  <a:srgbClr val="000000"/>
                </a:solidFill>
              </a:rPr>
              <a:t>graphical representation of the data and the relationships between entities, attributes, and constraints in a database</a:t>
            </a:r>
            <a:r>
              <a:rPr lang="en-us" sz="2605" cap="none">
                <a:solidFill>
                  <a:srgbClr val="000000"/>
                </a:solidFill>
              </a:rPr>
              <a:t>.</a:t>
            </a:r>
            <a:endParaRPr lang="en-us" sz="2605" cap="none">
              <a:solidFill>
                <a:srgbClr val="000000"/>
              </a:solidFill>
              <a:latin typeface="Arial" pitchFamily="2" charset="0"/>
              <a:ea typeface="Calibri" pitchFamily="2" charset="0"/>
              <a:cs typeface="Calibri" pitchFamily="2" charset="0"/>
            </a:endParaRPr>
          </a:p>
          <a:p>
            <a:pPr marL="228600" indent="-228600" defTabSz="914400">
              <a:lnSpc>
                <a:spcPct val="80000"/>
              </a:lnSpc>
              <a:spcBef>
                <a:spcPts val="930"/>
              </a:spcBef>
              <a:buClrTx/>
              <a:buFont typeface="Arial" pitchFamily="2" charset="0"/>
              <a:buChar char="•"/>
              <a:tabLst/>
              <a:defRPr sz="1675" cap="none"/>
            </a:pPr>
            <a:r>
              <a:rPr lang="en-us" sz="2605" cap="none">
                <a:solidFill>
                  <a:srgbClr val="000000"/>
                </a:solidFill>
              </a:rPr>
              <a:t>The ER model is a conceptual data model that is used to represent the entities, attributes, and relationships involved in a database. </a:t>
            </a:r>
            <a:endParaRPr lang="en-us" sz="2605" cap="none">
              <a:solidFill>
                <a:srgbClr val="000000"/>
              </a:solidFill>
              <a:latin typeface="Arial" pitchFamily="2" charset="0"/>
              <a:ea typeface="Calibri" pitchFamily="2" charset="0"/>
              <a:cs typeface="Calibri" pitchFamily="2" charset="0"/>
            </a:endParaRPr>
          </a:p>
          <a:p>
            <a:pPr marL="228600" indent="-228600" defTabSz="914400">
              <a:lnSpc>
                <a:spcPct val="80000"/>
              </a:lnSpc>
              <a:spcBef>
                <a:spcPts val="930"/>
              </a:spcBef>
              <a:buClrTx/>
              <a:buFont typeface="Arial" pitchFamily="2" charset="0"/>
              <a:buChar char="•"/>
              <a:tabLst/>
              <a:defRPr sz="1675" cap="none"/>
            </a:pPr>
            <a:r>
              <a:rPr lang="en-us" sz="2605" b="1" cap="none">
                <a:solidFill>
                  <a:srgbClr val="000000"/>
                </a:solidFill>
              </a:rPr>
              <a:t>ER modeling </a:t>
            </a:r>
            <a:r>
              <a:rPr lang="en-us" sz="2605" cap="none">
                <a:solidFill>
                  <a:srgbClr val="000000"/>
                </a:solidFill>
              </a:rPr>
              <a:t>is the </a:t>
            </a:r>
            <a:r>
              <a:rPr lang="en-us" sz="2605" b="1" cap="none">
                <a:solidFill>
                  <a:srgbClr val="FF0000"/>
                </a:solidFill>
              </a:rPr>
              <a:t>process of creating an ER model by identifying the entities, attributes, and relationships that exist within a system or organization.</a:t>
            </a:r>
            <a:endParaRPr lang="en-us" sz="2605" cap="none">
              <a:solidFill>
                <a:srgbClr val="000000"/>
              </a:solidFill>
              <a:latin typeface="Arial" pitchFamily="2" charset="0"/>
              <a:ea typeface="Calibri" pitchFamily="2" charset="0"/>
              <a:cs typeface="Calibri" pitchFamily="2"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ceHolder 1"/>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gfw5ZxMAAAAlAAAAZAAAAA0AAAAAkAAAAEgAAACQAAAAS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NU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RHLEBf///wEAAAAAAAAAAAAAAAAAAAAAAAAAAAAAAAAAAAAAAAAAAAAAAAJ/f38A5+bmA8zMzADAwP8Af39/AAAAAAAAAAAAAAAAAAAAAAAAAAAAIQAAABgAAAAUAAAAKAUAAD8CAADXRQAAZQoAABAAAAAmAAAACAAAAL2QAAD/HwAA"/>
              </a:ext>
            </a:extLst>
          </p:cNvSpPr>
          <p:nvPr>
            <p:ph type="title"/>
          </p:nvPr>
        </p:nvSpPr>
        <p:spPr>
          <a:xfrm>
            <a:off x="838200" y="365125"/>
            <a:ext cx="10514965" cy="1324610"/>
          </a:xfrm>
          <a:noFill/>
          <a:ln>
            <a:noFill/>
          </a:ln>
        </p:spPr>
        <p:txBody>
          <a:bodyPr vert="horz" wrap="square" lIns="91440" tIns="45720" rIns="91440" bIns="45720" numCol="1" spcCol="215900" anchor="ctr">
            <a:prstTxWarp prst="textNoShape">
              <a:avLst/>
            </a:prstTxWarp>
          </a:bodyPr>
          <a:lstStyle/>
          <a:p>
            <a:pPr indent="0" algn="ctr" defTabSz="914400">
              <a:lnSpc>
                <a:spcPct val="90000"/>
              </a:lnSpc>
              <a:buNone/>
              <a:tabLst>
                <a:tab pos="0" algn="l"/>
              </a:tabLst>
            </a:pPr>
            <a:r>
              <a:rPr lang="en-us" b="1" cap="none">
                <a:solidFill>
                  <a:srgbClr val="000000"/>
                </a:solidFill>
                <a:latin typeface="Calibri Light" charset="0"/>
                <a:ea typeface="Basic Roman" pitchFamily="1" charset="0"/>
                <a:cs typeface="Basic Roman" pitchFamily="1" charset="0"/>
              </a:rPr>
              <a:t>E-R Model</a:t>
            </a:r>
            <a:endParaRPr lang="en-us" cap="none">
              <a:solidFill>
                <a:srgbClr val="000000"/>
              </a:solidFill>
              <a:latin typeface="Arial" pitchFamily="2" charset="0"/>
              <a:ea typeface="Basic Roman" pitchFamily="1" charset="0"/>
              <a:cs typeface="Basic Roman" pitchFamily="1" charset="0"/>
            </a:endParaRPr>
          </a:p>
        </p:txBody>
      </p:sp>
      <p:sp>
        <p:nvSpPr>
          <p:cNvPr id="3" name="PlaceHolder 2"/>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gfw5ZxMAAAAlAAAAZAAAAA0AAAAAkAAAAEgAAACQAAAAS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RHLEBf///wEAAAAAAAAAAAAAAAAAAAAAAAAAAAAAAAAAAAAAAAAAAAAAAAJ/f38A5+bmA8zMzADAwP8Af39/AAAAAAAAAAAAAAAAAAAAAAAAAAAAIQAAABgAAAAUAAAAKAUAADsLAADXRQAA/iUAABAAAAAmAAAACAAAAD2QAAD/HwAA"/>
              </a:ext>
            </a:extLst>
          </p:cNvSpPr>
          <p:nvPr>
            <p:ph type="body"/>
          </p:nvPr>
        </p:nvSpPr>
        <p:spPr>
          <a:xfrm>
            <a:off x="838200" y="1825625"/>
            <a:ext cx="10514965" cy="4350385"/>
          </a:xfrm>
          <a:noFill/>
          <a:ln>
            <a:noFill/>
          </a:ln>
        </p:spPr>
        <p:txBody>
          <a:bodyPr vert="horz" wrap="square" lIns="91440" tIns="45720" rIns="91440" bIns="45720" numCol="1" spcCol="215900" anchor="t">
            <a:prstTxWarp prst="textNoShape">
              <a:avLst/>
            </a:prstTxWarp>
          </a:bodyPr>
          <a:lstStyle/>
          <a:p>
            <a:pPr marL="228600" indent="-228600" defTabSz="914400">
              <a:lnSpc>
                <a:spcPct val="90000"/>
              </a:lnSpc>
              <a:spcBef>
                <a:spcPts val="890"/>
              </a:spcBef>
              <a:buClrTx/>
              <a:buFont typeface="Arial" pitchFamily="2" charset="0"/>
              <a:buChar char="•"/>
              <a:tabLst/>
              <a:defRPr sz="1600" cap="none"/>
            </a:pPr>
            <a:r>
              <a:rPr lang="en-us" sz="2490" cap="none">
                <a:solidFill>
                  <a:srgbClr val="000000"/>
                </a:solidFill>
              </a:rPr>
              <a:t>In ER modeling, entities represent objects or concepts in the real world, such as customers, orders, or products. </a:t>
            </a:r>
            <a:endParaRPr lang="en-us" sz="2490" cap="none">
              <a:solidFill>
                <a:srgbClr val="000000"/>
              </a:solidFill>
              <a:latin typeface="Arial" pitchFamily="2" charset="0"/>
              <a:ea typeface="Calibri" pitchFamily="2" charset="0"/>
              <a:cs typeface="Calibri" pitchFamily="2" charset="0"/>
            </a:endParaRPr>
          </a:p>
          <a:p>
            <a:pPr marL="228600" indent="-228600" defTabSz="914400">
              <a:lnSpc>
                <a:spcPct val="90000"/>
              </a:lnSpc>
              <a:spcBef>
                <a:spcPts val="890"/>
              </a:spcBef>
              <a:buClrTx/>
              <a:buFont typeface="Arial" pitchFamily="2" charset="0"/>
              <a:buChar char="•"/>
              <a:tabLst/>
              <a:defRPr sz="1600" cap="none"/>
            </a:pPr>
            <a:r>
              <a:rPr lang="en-us" sz="2490" cap="none">
                <a:solidFill>
                  <a:srgbClr val="000000"/>
                </a:solidFill>
              </a:rPr>
              <a:t>Each entity is described by a set of attributes, which represent the characteristics of the entity. </a:t>
            </a:r>
            <a:endParaRPr lang="en-us" sz="2490" cap="none">
              <a:solidFill>
                <a:srgbClr val="000000"/>
              </a:solidFill>
              <a:latin typeface="Arial" pitchFamily="2" charset="0"/>
              <a:ea typeface="Calibri" pitchFamily="2" charset="0"/>
              <a:cs typeface="Calibri" pitchFamily="2" charset="0"/>
            </a:endParaRPr>
          </a:p>
          <a:p>
            <a:pPr marL="685800" lvl="1" indent="-228600" defTabSz="914400">
              <a:lnSpc>
                <a:spcPct val="90000"/>
              </a:lnSpc>
              <a:spcBef>
                <a:spcPts val="440"/>
              </a:spcBef>
              <a:buClrTx/>
              <a:buFont typeface="Arial" pitchFamily="2" charset="0"/>
              <a:buChar char="•"/>
              <a:tabLst/>
              <a:defRPr sz="1600" cap="none"/>
            </a:pPr>
            <a:r>
              <a:rPr lang="en-us" sz="2135" cap="none">
                <a:solidFill>
                  <a:srgbClr val="000000"/>
                </a:solidFill>
              </a:rPr>
              <a:t>For example, a customer entity might have attributes such as name, address, and phone number.</a:t>
            </a:r>
            <a:endParaRPr lang="en-us" sz="2135" cap="none">
              <a:solidFill>
                <a:srgbClr val="000000"/>
              </a:solidFill>
              <a:latin typeface="Arial" pitchFamily="2" charset="0"/>
              <a:ea typeface="Calibri" pitchFamily="2" charset="0"/>
              <a:cs typeface="Calibri" pitchFamily="2" charset="0"/>
            </a:endParaRPr>
          </a:p>
          <a:p>
            <a:pPr indent="0" defTabSz="914400">
              <a:lnSpc>
                <a:spcPct val="90000"/>
              </a:lnSpc>
              <a:spcBef>
                <a:spcPts val="890"/>
              </a:spcBef>
              <a:buNone/>
              <a:tabLst>
                <a:tab pos="0" algn="l"/>
              </a:tabLst>
              <a:defRPr sz="1600" cap="none"/>
            </a:pPr>
            <a:endParaRPr lang="en-us" sz="2490" cap="none">
              <a:solidFill>
                <a:srgbClr val="000000"/>
              </a:solidFill>
              <a:latin typeface="Arial" pitchFamily="2" charset="0"/>
              <a:ea typeface="Calibri" pitchFamily="2" charset="0"/>
              <a:cs typeface="Calibri" pitchFamily="2" charset="0"/>
            </a:endParaRPr>
          </a:p>
          <a:p>
            <a:pPr marL="228600" indent="-228600" defTabSz="914400">
              <a:lnSpc>
                <a:spcPct val="90000"/>
              </a:lnSpc>
              <a:spcBef>
                <a:spcPts val="890"/>
              </a:spcBef>
              <a:buClrTx/>
              <a:buFont typeface="Arial" pitchFamily="2" charset="0"/>
              <a:buChar char="•"/>
              <a:tabLst>
                <a:tab pos="0" algn="l"/>
              </a:tabLst>
              <a:defRPr sz="1600" cap="none"/>
            </a:pPr>
            <a:r>
              <a:rPr lang="en-us" sz="2490" cap="none">
                <a:solidFill>
                  <a:srgbClr val="000000"/>
                </a:solidFill>
              </a:rPr>
              <a:t>Relationships describe </a:t>
            </a:r>
            <a:r>
              <a:rPr lang="en-us" sz="2490" b="1" cap="none">
                <a:solidFill>
                  <a:srgbClr val="000000"/>
                </a:solidFill>
              </a:rPr>
              <a:t>how entities are related to each other</a:t>
            </a:r>
            <a:r>
              <a:rPr lang="en-us" sz="2490" cap="none">
                <a:solidFill>
                  <a:srgbClr val="000000"/>
                </a:solidFill>
              </a:rPr>
              <a:t>. A relationship between two entities represents a link or association between them. </a:t>
            </a:r>
            <a:endParaRPr lang="en-us" sz="2490" cap="none">
              <a:solidFill>
                <a:srgbClr val="000000"/>
              </a:solidFill>
              <a:latin typeface="Arial" pitchFamily="2" charset="0"/>
              <a:ea typeface="Calibri" pitchFamily="2" charset="0"/>
              <a:cs typeface="Calibri" pitchFamily="2" charset="0"/>
            </a:endParaRPr>
          </a:p>
          <a:p>
            <a:pPr marL="228600" indent="-228600" defTabSz="914400">
              <a:lnSpc>
                <a:spcPct val="90000"/>
              </a:lnSpc>
              <a:spcBef>
                <a:spcPts val="890"/>
              </a:spcBef>
              <a:buClrTx/>
              <a:buFont typeface="Arial" pitchFamily="2" charset="0"/>
              <a:buChar char="•"/>
              <a:tabLst>
                <a:tab pos="0" algn="l"/>
              </a:tabLst>
              <a:defRPr sz="1600" cap="none"/>
            </a:pPr>
            <a:r>
              <a:rPr lang="en-us" sz="2490" b="1" cap="none">
                <a:solidFill>
                  <a:srgbClr val="000000"/>
                </a:solidFill>
              </a:rPr>
              <a:t>Relationships are classified </a:t>
            </a:r>
            <a:r>
              <a:rPr lang="en-us" sz="2490" cap="none">
                <a:solidFill>
                  <a:srgbClr val="000000"/>
                </a:solidFill>
              </a:rPr>
              <a:t>based on the number of entities involved and the cardinality of the relationship (e.g., one-to-one, one-to-many, many-to-many).</a:t>
            </a:r>
            <a:endParaRPr lang="en-us" sz="2490" cap="none">
              <a:solidFill>
                <a:srgbClr val="000000"/>
              </a:solidFill>
              <a:latin typeface="Arial" pitchFamily="2" charset="0"/>
              <a:ea typeface="Calibri" pitchFamily="2" charset="0"/>
              <a:cs typeface="Calibri" pitchFamily="2"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ceHolder 1"/>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gfw5ZxMAAAAlAAAAZAAAAA0AAAAAkAAAAEgAAACQAAAAS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D7o2aw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RHLEBf///wEAAAAAAAAAAAAAAAAAAAAAAAAAAAAAAAAAAAAAAAAAAAAAAAJ/f38A5+bmA8zMzADAwP8Af39/AAAAAAAAAAAAAAAAAAAAAAAAAAAAIQAAABgAAAAUAAAAKAUAAD8CAADXRQAAZQoAABAAAAAmAAAACAAAAL2QAAD/HwAA"/>
              </a:ext>
            </a:extLst>
          </p:cNvSpPr>
          <p:nvPr>
            <p:ph type="title"/>
          </p:nvPr>
        </p:nvSpPr>
        <p:spPr>
          <a:xfrm>
            <a:off x="838200" y="365125"/>
            <a:ext cx="10514965" cy="1324610"/>
          </a:xfrm>
          <a:noFill/>
          <a:ln>
            <a:noFill/>
          </a:ln>
        </p:spPr>
        <p:txBody>
          <a:bodyPr vert="horz" wrap="square" lIns="91440" tIns="45720" rIns="91440" bIns="45720" numCol="1" spcCol="215900" anchor="ctr">
            <a:prstTxWarp prst="textNoShape">
              <a:avLst/>
            </a:prstTxWarp>
          </a:bodyPr>
          <a:lstStyle/>
          <a:p>
            <a:pPr indent="0" algn="ctr" defTabSz="914400">
              <a:lnSpc>
                <a:spcPct val="90000"/>
              </a:lnSpc>
              <a:buNone/>
              <a:tabLst>
                <a:tab pos="0" algn="l"/>
              </a:tabLst>
            </a:pPr>
            <a:r>
              <a:rPr lang="en-us" b="1" cap="none">
                <a:solidFill>
                  <a:srgbClr val="000000"/>
                </a:solidFill>
                <a:latin typeface="Calibri Light" charset="0"/>
                <a:ea typeface="Basic Roman" pitchFamily="1" charset="0"/>
                <a:cs typeface="Basic Roman" pitchFamily="1" charset="0"/>
              </a:rPr>
              <a:t>Entity sets</a:t>
            </a:r>
            <a:endParaRPr lang="en-us" cap="none">
              <a:solidFill>
                <a:srgbClr val="000000"/>
              </a:solidFill>
              <a:latin typeface="Arial" pitchFamily="2" charset="0"/>
              <a:ea typeface="Basic Roman" pitchFamily="1" charset="0"/>
              <a:cs typeface="Basic Roman" pitchFamily="1" charset="0"/>
            </a:endParaRPr>
          </a:p>
        </p:txBody>
      </p:sp>
      <p:sp>
        <p:nvSpPr>
          <p:cNvPr id="3" name="PlaceHolder 2"/>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gfw5ZxMAAAAlAAAAZAAAAA0AAAAAkAAAAEgAAACQAAAAS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RHLEBf///wEAAAAAAAAAAAAAAAAAAAAAAAAAAAAAAAAAAAAAAAAAAAAAAAJ/f38A5+bmA8zMzADAwP8Af39/AAAAAAAAAAAAAAAAAAAAAAAAAAAAIQAAABgAAAAUAAAAKAUAADsLAADXRQAA/iUAABAAAAAmAAAACAAAAD2QAAD/HwAA"/>
              </a:ext>
            </a:extLst>
          </p:cNvSpPr>
          <p:nvPr>
            <p:ph type="body"/>
          </p:nvPr>
        </p:nvSpPr>
        <p:spPr>
          <a:xfrm>
            <a:off x="838200" y="1825625"/>
            <a:ext cx="10514965" cy="4350385"/>
          </a:xfrm>
          <a:noFill/>
          <a:ln>
            <a:noFill/>
          </a:ln>
        </p:spPr>
        <p:txBody>
          <a:bodyPr vert="horz" wrap="square" lIns="91440" tIns="45720" rIns="91440" bIns="45720" numCol="1" spcCol="215900" anchor="t">
            <a:prstTxWarp prst="textNoShape">
              <a:avLst/>
            </a:prstTxWarp>
          </a:bodyPr>
          <a:lstStyle/>
          <a:p>
            <a:pPr marL="228600" indent="-228600" defTabSz="914400">
              <a:lnSpc>
                <a:spcPct val="90000"/>
              </a:lnSpc>
              <a:spcBef>
                <a:spcPts val="1000"/>
              </a:spcBef>
              <a:buClrTx/>
              <a:buFont typeface="Arial" pitchFamily="2" charset="0"/>
              <a:buChar char="•"/>
              <a:tabLst/>
            </a:pPr>
            <a:r>
              <a:rPr lang="en-us" sz="2800" cap="none">
                <a:solidFill>
                  <a:srgbClr val="000000"/>
                </a:solidFill>
              </a:rPr>
              <a:t>an entity is a </a:t>
            </a:r>
            <a:r>
              <a:rPr lang="en-us" sz="2800" b="1" cap="none">
                <a:solidFill>
                  <a:srgbClr val="000000"/>
                </a:solidFill>
              </a:rPr>
              <a:t>real-world object or concept that has its own unique identity</a:t>
            </a:r>
            <a:r>
              <a:rPr lang="en-us" sz="2800" cap="none">
                <a:solidFill>
                  <a:srgbClr val="000000"/>
                </a:solidFill>
              </a:rPr>
              <a:t> and can be distinguished from other objects or concepts.</a:t>
            </a:r>
            <a:endParaRPr lang="en-us" sz="2800" cap="none">
              <a:solidFill>
                <a:srgbClr val="000000"/>
              </a:solidFill>
              <a:latin typeface="Arial" pitchFamily="2" charset="0"/>
              <a:ea typeface="Calibri" pitchFamily="2" charset="0"/>
              <a:cs typeface="Calibri" pitchFamily="2" charset="0"/>
            </a:endParaRPr>
          </a:p>
          <a:p>
            <a:pPr marL="228600" indent="-228600" defTabSz="914400">
              <a:lnSpc>
                <a:spcPct val="90000"/>
              </a:lnSpc>
              <a:spcBef>
                <a:spcPts val="1000"/>
              </a:spcBef>
              <a:buClrTx/>
              <a:buFont typeface="Arial" pitchFamily="2" charset="0"/>
              <a:buChar char="•"/>
              <a:tabLst/>
            </a:pPr>
            <a:r>
              <a:rPr lang="en-us" sz="2800" cap="none">
                <a:solidFill>
                  <a:srgbClr val="000000"/>
                </a:solidFill>
              </a:rPr>
              <a:t> Entities can be </a:t>
            </a:r>
            <a:r>
              <a:rPr lang="en-us" sz="2800" b="1" cap="none">
                <a:solidFill>
                  <a:srgbClr val="000000"/>
                </a:solidFill>
              </a:rPr>
              <a:t>people, places, things, events, or concepts</a:t>
            </a:r>
            <a:r>
              <a:rPr lang="en-us" sz="2800" cap="none">
                <a:solidFill>
                  <a:srgbClr val="000000"/>
                </a:solidFill>
              </a:rPr>
              <a:t> that are </a:t>
            </a:r>
            <a:r>
              <a:rPr lang="en-us" sz="2800" b="1" cap="none">
                <a:solidFill>
                  <a:srgbClr val="000000"/>
                </a:solidFill>
              </a:rPr>
              <a:t>important to the organization </a:t>
            </a:r>
            <a:r>
              <a:rPr lang="en-us" sz="2800" cap="none">
                <a:solidFill>
                  <a:srgbClr val="000000"/>
                </a:solidFill>
              </a:rPr>
              <a:t>or system being modeled.</a:t>
            </a:r>
            <a:endParaRPr lang="en-us" sz="2800" cap="none">
              <a:solidFill>
                <a:srgbClr val="000000"/>
              </a:solidFill>
              <a:latin typeface="Arial" pitchFamily="2" charset="0"/>
              <a:ea typeface="Calibri" pitchFamily="2" charset="0"/>
              <a:cs typeface="Calibri" pitchFamily="2" charset="0"/>
            </a:endParaRPr>
          </a:p>
          <a:p>
            <a:pPr marL="228600" indent="-228600" defTabSz="914400">
              <a:lnSpc>
                <a:spcPct val="90000"/>
              </a:lnSpc>
              <a:spcBef>
                <a:spcPts val="1000"/>
              </a:spcBef>
              <a:buClrTx/>
              <a:buFont typeface="Arial" pitchFamily="2" charset="0"/>
              <a:buChar char="•"/>
              <a:tabLst/>
            </a:pPr>
            <a:r>
              <a:rPr lang="en-us" sz="2800" cap="none">
                <a:solidFill>
                  <a:srgbClr val="000000"/>
                </a:solidFill>
              </a:rPr>
              <a:t>an </a:t>
            </a:r>
            <a:r>
              <a:rPr lang="en-us" sz="2800" b="1" cap="none">
                <a:solidFill>
                  <a:srgbClr val="000000"/>
                </a:solidFill>
              </a:rPr>
              <a:t>entity set is a collection of similar entities.</a:t>
            </a:r>
            <a:endParaRPr lang="en-us" sz="2800" cap="none">
              <a:solidFill>
                <a:srgbClr val="000000"/>
              </a:solidFill>
              <a:latin typeface="Arial" pitchFamily="2" charset="0"/>
              <a:ea typeface="Calibri" pitchFamily="2" charset="0"/>
              <a:cs typeface="Calibri" pitchFamily="2" charset="0"/>
            </a:endParaRPr>
          </a:p>
          <a:p>
            <a:pPr marL="685800" lvl="1" indent="-228600" defTabSz="914400">
              <a:lnSpc>
                <a:spcPct val="90000"/>
              </a:lnSpc>
              <a:spcBef>
                <a:spcPts val="495"/>
              </a:spcBef>
              <a:buClrTx/>
              <a:buFont typeface="Arial" pitchFamily="2" charset="0"/>
              <a:buChar char="•"/>
              <a:tabLst/>
            </a:pPr>
            <a:r>
              <a:rPr lang="en-us" sz="2400" cap="none">
                <a:solidFill>
                  <a:srgbClr val="000000"/>
                </a:solidFill>
              </a:rPr>
              <a:t>For example, in a university database, the entity set "students" represents all the individual students who attend the university.</a:t>
            </a:r>
            <a:endParaRPr lang="en-us" sz="2400" cap="none">
              <a:solidFill>
                <a:srgbClr val="000000"/>
              </a:solidFill>
              <a:latin typeface="Arial" pitchFamily="2" charset="0"/>
              <a:ea typeface="Calibri" pitchFamily="2" charset="0"/>
              <a:cs typeface="Calibri" pitchFamily="2" charset="0"/>
            </a:endParaRPr>
          </a:p>
          <a:p>
            <a:pPr marL="228600" indent="-228600" defTabSz="914400">
              <a:lnSpc>
                <a:spcPct val="90000"/>
              </a:lnSpc>
              <a:spcBef>
                <a:spcPts val="1000"/>
              </a:spcBef>
              <a:buClrTx/>
              <a:buFont typeface="Arial" pitchFamily="2" charset="0"/>
              <a:buChar char="•"/>
              <a:tabLst/>
            </a:pPr>
            <a:r>
              <a:rPr lang="en-us" sz="2800" cap="none">
                <a:solidFill>
                  <a:srgbClr val="000000"/>
                </a:solidFill>
              </a:rPr>
              <a:t>Entity sets are typically </a:t>
            </a:r>
            <a:r>
              <a:rPr lang="en-us" sz="2800" b="1" cap="none">
                <a:solidFill>
                  <a:srgbClr val="000000"/>
                </a:solidFill>
              </a:rPr>
              <a:t>represented as rectangles in an ER diagram</a:t>
            </a:r>
            <a:r>
              <a:rPr lang="en-us" sz="2800" cap="none">
                <a:solidFill>
                  <a:srgbClr val="000000"/>
                </a:solidFill>
              </a:rPr>
              <a:t>, with the entity set name written inside the rectangle.</a:t>
            </a:r>
            <a:endParaRPr lang="en-us" sz="2800" cap="none">
              <a:solidFill>
                <a:srgbClr val="000000"/>
              </a:solidFill>
              <a:latin typeface="Arial" pitchFamily="2" charset="0"/>
              <a:ea typeface="Calibri" pitchFamily="2" charset="0"/>
              <a:cs typeface="Calibri" pitchFamily="2"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ceHolder 1"/>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gfw5ZxMAAAAlAAAAZAAAAA0AAAAAkAAAAEgAAACQAAAAS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KAUAAD8CAADXRQAAZQoAABAAAAAmAAAACAAAAL2QAAD/HwAA"/>
              </a:ext>
            </a:extLst>
          </p:cNvSpPr>
          <p:nvPr>
            <p:ph type="title"/>
          </p:nvPr>
        </p:nvSpPr>
        <p:spPr>
          <a:xfrm>
            <a:off x="838200" y="365125"/>
            <a:ext cx="10514965" cy="1324610"/>
          </a:xfrm>
          <a:noFill/>
          <a:ln>
            <a:noFill/>
          </a:ln>
        </p:spPr>
        <p:txBody>
          <a:bodyPr vert="horz" wrap="square" lIns="91440" tIns="45720" rIns="91440" bIns="45720" numCol="1" spcCol="215900" anchor="ctr">
            <a:prstTxWarp prst="textNoShape">
              <a:avLst/>
            </a:prstTxWarp>
          </a:bodyPr>
          <a:lstStyle/>
          <a:p>
            <a:pPr indent="0" algn="ctr" defTabSz="914400">
              <a:lnSpc>
                <a:spcPct val="90000"/>
              </a:lnSpc>
              <a:buNone/>
              <a:tabLst>
                <a:tab pos="0" algn="l"/>
              </a:tabLst>
            </a:pPr>
            <a:r>
              <a:rPr lang="en-us" b="1" cap="none">
                <a:solidFill>
                  <a:srgbClr val="000000"/>
                </a:solidFill>
                <a:latin typeface="Calibri Light" charset="0"/>
                <a:ea typeface="Basic Roman" pitchFamily="1" charset="0"/>
                <a:cs typeface="Basic Roman" pitchFamily="1" charset="0"/>
              </a:rPr>
              <a:t>Entity sets</a:t>
            </a:r>
            <a:endParaRPr lang="en-us" cap="none">
              <a:solidFill>
                <a:srgbClr val="000000"/>
              </a:solidFill>
              <a:latin typeface="Arial" pitchFamily="2" charset="0"/>
              <a:ea typeface="Basic Roman" pitchFamily="1" charset="0"/>
              <a:cs typeface="Basic Roman" pitchFamily="1" charset="0"/>
            </a:endParaRPr>
          </a:p>
        </p:txBody>
      </p:sp>
      <p:sp>
        <p:nvSpPr>
          <p:cNvPr id="3" name="PlaceHolder 2"/>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gfw5ZxMAAAAlAAAAZAAAAA0AAAAAkAAAAEgAAACQAAAAS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KAUAADsLAADXRQAA/iUAABAAAAAmAAAACAAAAD2QAAD/HwAA"/>
              </a:ext>
            </a:extLst>
          </p:cNvSpPr>
          <p:nvPr>
            <p:ph type="body"/>
          </p:nvPr>
        </p:nvSpPr>
        <p:spPr>
          <a:xfrm>
            <a:off x="838200" y="1825625"/>
            <a:ext cx="10514965" cy="4350385"/>
          </a:xfrm>
          <a:noFill/>
          <a:ln>
            <a:noFill/>
          </a:ln>
        </p:spPr>
        <p:txBody>
          <a:bodyPr vert="horz" wrap="square" lIns="91440" tIns="45720" rIns="91440" bIns="45720" numCol="1" spcCol="215900" anchor="t">
            <a:prstTxWarp prst="textNoShape">
              <a:avLst/>
            </a:prstTxWarp>
          </a:bodyPr>
          <a:lstStyle/>
          <a:p>
            <a:pPr marL="228600" indent="-228600" defTabSz="914400">
              <a:lnSpc>
                <a:spcPct val="90000"/>
              </a:lnSpc>
              <a:spcBef>
                <a:spcPts val="1000"/>
              </a:spcBef>
              <a:buClrTx/>
              <a:buFont typeface="Arial" pitchFamily="2" charset="0"/>
              <a:buChar char="•"/>
              <a:tabLst/>
            </a:pPr>
            <a:r>
              <a:rPr lang="en-us" sz="2800" b="1" cap="none">
                <a:solidFill>
                  <a:srgbClr val="000000"/>
                </a:solidFill>
              </a:rPr>
              <a:t>Strong entity: </a:t>
            </a:r>
            <a:r>
              <a:rPr lang="en-us" sz="2800" cap="none">
                <a:solidFill>
                  <a:srgbClr val="000000"/>
                </a:solidFill>
              </a:rPr>
              <a:t>A strong entity is an entity that can exist independently of other entities.</a:t>
            </a:r>
            <a:endParaRPr lang="en-us" sz="2800" cap="none">
              <a:solidFill>
                <a:srgbClr val="000000"/>
              </a:solidFill>
              <a:latin typeface="Arial" pitchFamily="2" charset="0"/>
              <a:ea typeface="Calibri" pitchFamily="2" charset="0"/>
              <a:cs typeface="Calibri" pitchFamily="2" charset="0"/>
            </a:endParaRPr>
          </a:p>
          <a:p>
            <a:pPr marL="228600" indent="-228600" defTabSz="914400">
              <a:lnSpc>
                <a:spcPct val="90000"/>
              </a:lnSpc>
              <a:spcBef>
                <a:spcPts val="1000"/>
              </a:spcBef>
              <a:buClrTx/>
              <a:buFont typeface="Arial" pitchFamily="2" charset="0"/>
              <a:buChar char="•"/>
              <a:tabLst/>
            </a:pPr>
            <a:r>
              <a:rPr lang="en-us" sz="2800" b="1" cap="none">
                <a:solidFill>
                  <a:srgbClr val="000000"/>
                </a:solidFill>
              </a:rPr>
              <a:t>Weak entity: </a:t>
            </a:r>
            <a:r>
              <a:rPr lang="en-us" sz="2800" cap="none">
                <a:solidFill>
                  <a:srgbClr val="000000"/>
                </a:solidFill>
              </a:rPr>
              <a:t>A weak entity is an entity that cannot exist without a corresponding strong entity.</a:t>
            </a:r>
            <a:endParaRPr lang="en-us" sz="2800" cap="none">
              <a:solidFill>
                <a:srgbClr val="000000"/>
              </a:solidFill>
              <a:latin typeface="Arial" pitchFamily="2" charset="0"/>
              <a:ea typeface="Calibri" pitchFamily="2" charset="0"/>
              <a:cs typeface="Calibri" pitchFamily="2" charset="0"/>
            </a:endParaRPr>
          </a:p>
          <a:p>
            <a:pPr marL="228600" indent="-228600" defTabSz="914400">
              <a:lnSpc>
                <a:spcPct val="90000"/>
              </a:lnSpc>
              <a:spcBef>
                <a:spcPts val="1000"/>
              </a:spcBef>
              <a:buClrTx/>
              <a:buFont typeface="Arial" pitchFamily="2" charset="0"/>
              <a:buChar char="•"/>
              <a:tabLst/>
            </a:pPr>
            <a:r>
              <a:rPr lang="en-us" sz="2800" b="1" cap="none">
                <a:solidFill>
                  <a:srgbClr val="000000"/>
                </a:solidFill>
              </a:rPr>
              <a:t>Associative entity: </a:t>
            </a:r>
            <a:r>
              <a:rPr lang="en-us" sz="2800" cap="none">
                <a:solidFill>
                  <a:srgbClr val="000000"/>
                </a:solidFill>
              </a:rPr>
              <a:t>An associative entity is an entity that represents a many-to-many relationship between two or more other entities.</a:t>
            </a:r>
            <a:endParaRPr lang="en-us" sz="2800" cap="none">
              <a:solidFill>
                <a:srgbClr val="000000"/>
              </a:solidFill>
              <a:latin typeface="Arial" pitchFamily="2" charset="0"/>
              <a:ea typeface="Calibri" pitchFamily="2" charset="0"/>
              <a:cs typeface="Calibri" pitchFamily="2" charset="0"/>
            </a:endParaRPr>
          </a:p>
        </p:txBody>
      </p:sp>
      <p:sp>
        <p:nvSpPr>
          <p:cNvPr id="4" name="Rectangle 3"/>
          <p:cNvSpPr>
            <a:extLst>
              <a:ext uri="smNativeData">
                <pr:smNativeData xmlns="smNativeData" xmlns:pr="smNativeData" xmlns:p15="http://schemas.microsoft.com/office/powerpoint/2012/main" xmlns:p14="http://schemas.microsoft.com/office/powerpoint/2010/main" xmlns:mc="http://schemas.openxmlformats.org/markup-compatibility/2006" val="SMDATA_15_gfw5ZxMAAAAlAAAAZAAAAA0AAAAAjgAAAEcAAACOAAAARwAAAAAAAAABAAAAAAAAAAEAAABQAAAAAAAAAAAA4D8AAAAAAADgPwAAAAAAAOA/AAAAAAAA4D8AAAAAAADgPwAAAAAAAOA/AAAAAAAA4D8AAAAAAADgPwAAAAAAAOA/AAAAAAAA4D8CAAAAjAAAAAEAAAAAAAAA////AP///wgAAAAAAAAAAAAAAAAAAAAAAAAAAAAAAAAAAAAAeAAAAAEAAABAAAAAAAAAAAAAAABaAAAAAAAAAAAAAAAAAAAAAAAAAAAAAAAAAAAAAAAAAAAAAAAAAAAAAAAAAAAAAAAAAAAAAAAAAAAAAAAAAAAAAAAAAAAAAAAAAAAAFAAAADwAAAABAAAAAAAAAAAAAAA8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B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AAEAAAAAAAAAAAAAAAAAAAAAAAAAAAAAAAAAAAAAAAAAAAAAAAB/f38AAAAAA8zMzADAwP8Af39/AAAAAAAAAAAAAAAAAAAAAAAAAAAAIQAAABgAAAAUAAAAZRwAAKAeAABbKAAAPyQAABAAAAAmAAAACAAAAP//////////"/>
              </a:ext>
            </a:extLst>
          </p:cNvSpPr>
          <p:nvPr/>
        </p:nvSpPr>
        <p:spPr>
          <a:xfrm>
            <a:off x="4615815" y="4978400"/>
            <a:ext cx="1944370" cy="913765"/>
          </a:xfrm>
          <a:prstGeom prst="rect">
            <a:avLst/>
          </a:prstGeom>
          <a:solidFill>
            <a:srgbClr val="FFFFFF"/>
          </a:solidFill>
          <a:ln w="38100" cap="flat" cmpd="sng" algn="ctr">
            <a:solidFill>
              <a:srgbClr val="000000"/>
            </a:solidFill>
            <a:prstDash val="solid"/>
            <a:headEnd type="none"/>
            <a:tailEnd type="none"/>
          </a:ln>
          <a:effectLst/>
        </p:spPr>
        <p:txBody>
          <a:bodyPr vert="horz" wrap="square" lIns="90170" tIns="45085" rIns="90170" bIns="45085" numCol="1" spcCol="215900" anchor="ctr"/>
          <a:lstStyle/>
          <a:p>
            <a:pPr algn="ctr" defTabSz="914400">
              <a:lnSpc>
                <a:spcPct val="100000"/>
              </a:lnSpc>
              <a:tabLst/>
            </a:pPr>
            <a:r>
              <a:rPr lang="en-us" cap="none">
                <a:solidFill>
                  <a:srgbClr val="000000"/>
                </a:solidFill>
              </a:rPr>
              <a:t>Entity_Name</a:t>
            </a:r>
            <a:endParaRPr lang="en-us" cap="none">
              <a:solidFill>
                <a:srgbClr val="000000"/>
              </a:solidFill>
              <a:latin typeface="Arial" pitchFamily="2" charset="0"/>
              <a:ea typeface="Calibri" pitchFamily="2" charset="0"/>
              <a:cs typeface="Calibri" pitchFamily="2"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ceHolder 1"/>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gfw5ZxMAAAAlAAAAZAAAAA0AAAAAkAAAAEgAAACQAAAAS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OAfmhU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KAUAAD8CAADXRQAAZQoAABAAAAAmAAAACAAAAL2QAAD/HwAA"/>
              </a:ext>
            </a:extLst>
          </p:cNvSpPr>
          <p:nvPr>
            <p:ph type="title"/>
          </p:nvPr>
        </p:nvSpPr>
        <p:spPr>
          <a:xfrm>
            <a:off x="838200" y="365125"/>
            <a:ext cx="10514965" cy="1324610"/>
          </a:xfrm>
          <a:noFill/>
          <a:ln>
            <a:noFill/>
          </a:ln>
        </p:spPr>
        <p:txBody>
          <a:bodyPr vert="horz" wrap="square" lIns="91440" tIns="45720" rIns="91440" bIns="45720" numCol="1" spcCol="215900" anchor="ctr">
            <a:prstTxWarp prst="textNoShape">
              <a:avLst/>
            </a:prstTxWarp>
          </a:bodyPr>
          <a:lstStyle/>
          <a:p>
            <a:pPr indent="0" algn="ctr" defTabSz="914400">
              <a:lnSpc>
                <a:spcPct val="90000"/>
              </a:lnSpc>
              <a:buNone/>
              <a:tabLst>
                <a:tab pos="0" algn="l"/>
              </a:tabLst>
            </a:pPr>
            <a:r>
              <a:rPr lang="en-us" b="1" cap="none">
                <a:solidFill>
                  <a:srgbClr val="000000"/>
                </a:solidFill>
                <a:latin typeface="Calibri Light" charset="0"/>
                <a:ea typeface="Basic Roman" pitchFamily="1" charset="0"/>
                <a:cs typeface="Basic Roman" pitchFamily="1" charset="0"/>
              </a:rPr>
              <a:t>Attributes</a:t>
            </a:r>
            <a:endParaRPr lang="en-us" cap="none">
              <a:solidFill>
                <a:srgbClr val="000000"/>
              </a:solidFill>
              <a:latin typeface="Arial" pitchFamily="2" charset="0"/>
              <a:ea typeface="Basic Roman" pitchFamily="1" charset="0"/>
              <a:cs typeface="Basic Roman" pitchFamily="1" charset="0"/>
            </a:endParaRPr>
          </a:p>
        </p:txBody>
      </p:sp>
      <p:sp>
        <p:nvSpPr>
          <p:cNvPr id="3" name="PlaceHolder 2"/>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gfw5ZxMAAAAlAAAAZAAAAA0AAAAAkAAAAEgAAACQAAAAS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KAUAADsLAADXRQAA/iUAABAAAAAmAAAACAAAAD2QAAD/HwAA"/>
              </a:ext>
            </a:extLst>
          </p:cNvSpPr>
          <p:nvPr>
            <p:ph type="body"/>
          </p:nvPr>
        </p:nvSpPr>
        <p:spPr>
          <a:xfrm>
            <a:off x="838200" y="1825625"/>
            <a:ext cx="10514965" cy="4350385"/>
          </a:xfrm>
          <a:noFill/>
          <a:ln>
            <a:noFill/>
          </a:ln>
        </p:spPr>
        <p:txBody>
          <a:bodyPr vert="horz" wrap="square" lIns="91440" tIns="45720" rIns="91440" bIns="45720" numCol="1" spcCol="215900" anchor="t">
            <a:prstTxWarp prst="textNoShape">
              <a:avLst/>
            </a:prstTxWarp>
          </a:bodyPr>
          <a:lstStyle/>
          <a:p>
            <a:pPr marL="228600" indent="-228600" defTabSz="914400">
              <a:lnSpc>
                <a:spcPct val="90000"/>
              </a:lnSpc>
              <a:spcBef>
                <a:spcPts val="1000"/>
              </a:spcBef>
              <a:buClrTx/>
              <a:buFont typeface="Arial" pitchFamily="2" charset="0"/>
              <a:buChar char="•"/>
              <a:tabLst/>
            </a:pPr>
            <a:r>
              <a:rPr lang="en-us" sz="2800" cap="none">
                <a:solidFill>
                  <a:srgbClr val="000000"/>
                </a:solidFill>
              </a:rPr>
              <a:t>An attribute is a characteristic or property of an entity or relationship. For example, a person entity may have attributes such as name, date of birth, and address. </a:t>
            </a:r>
            <a:endParaRPr lang="en-us" sz="2800" cap="none">
              <a:solidFill>
                <a:srgbClr val="000000"/>
              </a:solidFill>
              <a:latin typeface="Arial" pitchFamily="2" charset="0"/>
              <a:ea typeface="Calibri" pitchFamily="2" charset="0"/>
              <a:cs typeface="Calibri" pitchFamily="2" charset="0"/>
            </a:endParaRPr>
          </a:p>
          <a:p>
            <a:pPr marL="685800" lvl="1" indent="-228600" defTabSz="914400">
              <a:lnSpc>
                <a:spcPct val="90000"/>
              </a:lnSpc>
              <a:spcBef>
                <a:spcPts val="495"/>
              </a:spcBef>
              <a:buClrTx/>
              <a:buFont typeface="Arial" pitchFamily="2" charset="0"/>
              <a:buChar char="•"/>
              <a:tabLst/>
            </a:pPr>
            <a:r>
              <a:rPr lang="en-us" sz="2400" b="1" cap="none">
                <a:solidFill>
                  <a:srgbClr val="000000"/>
                </a:solidFill>
              </a:rPr>
              <a:t>1. Key Attribute/Simple </a:t>
            </a:r>
            <a:r>
              <a:rPr lang="en-us" sz="2400" cap="none">
                <a:solidFill>
                  <a:srgbClr val="000000"/>
                </a:solidFill>
              </a:rPr>
              <a:t>:Key attribute uniquely identifies an entity from an entity set.</a:t>
            </a:r>
            <a:endParaRPr lang="en-us" sz="2400" cap="none">
              <a:solidFill>
                <a:srgbClr val="000000"/>
              </a:solidFill>
              <a:latin typeface="Arial" pitchFamily="2" charset="0"/>
              <a:ea typeface="Calibri" pitchFamily="2" charset="0"/>
              <a:cs typeface="Calibri" pitchFamily="2" charset="0"/>
            </a:endParaRPr>
          </a:p>
          <a:p>
            <a:pPr marL="685800" lvl="1" indent="-228600" defTabSz="914400">
              <a:lnSpc>
                <a:spcPct val="90000"/>
              </a:lnSpc>
              <a:spcBef>
                <a:spcPts val="495"/>
              </a:spcBef>
              <a:buClrTx/>
              <a:buFont typeface="Arial" pitchFamily="2" charset="0"/>
              <a:buChar char="•"/>
              <a:tabLst/>
            </a:pPr>
            <a:r>
              <a:rPr lang="en-us" sz="2400" b="1" cap="none">
                <a:solidFill>
                  <a:srgbClr val="000000"/>
                </a:solidFill>
              </a:rPr>
              <a:t>2.Composite Attribute </a:t>
            </a:r>
            <a:r>
              <a:rPr lang="en-us" sz="2400" cap="none">
                <a:solidFill>
                  <a:srgbClr val="000000"/>
                </a:solidFill>
              </a:rPr>
              <a:t>:- An attribute that is composed of several other attributes is known as a composite attribute.</a:t>
            </a:r>
            <a:endParaRPr lang="en-us" sz="2400" cap="none">
              <a:solidFill>
                <a:srgbClr val="000000"/>
              </a:solidFill>
              <a:latin typeface="Arial" pitchFamily="2" charset="0"/>
              <a:ea typeface="Calibri" pitchFamily="2" charset="0"/>
              <a:cs typeface="Calibri" pitchFamily="2" charset="0"/>
            </a:endParaRPr>
          </a:p>
          <a:p>
            <a:pPr marL="685800" lvl="1" indent="-228600" defTabSz="914400">
              <a:lnSpc>
                <a:spcPct val="90000"/>
              </a:lnSpc>
              <a:spcBef>
                <a:spcPts val="495"/>
              </a:spcBef>
              <a:buClrTx/>
              <a:buFont typeface="Arial" pitchFamily="2" charset="0"/>
              <a:buChar char="•"/>
              <a:tabLst/>
            </a:pPr>
            <a:r>
              <a:rPr lang="en-us" sz="2400" b="1" cap="none">
                <a:solidFill>
                  <a:srgbClr val="000000"/>
                </a:solidFill>
              </a:rPr>
              <a:t>3.Multivalued Attribute </a:t>
            </a:r>
            <a:r>
              <a:rPr lang="en-us" sz="2400" cap="none">
                <a:solidFill>
                  <a:srgbClr val="000000"/>
                </a:solidFill>
              </a:rPr>
              <a:t>: -Some attributes can possess over one value, those attributes are called multivalued attributes.</a:t>
            </a:r>
            <a:endParaRPr lang="en-us" sz="2400" cap="none">
              <a:solidFill>
                <a:srgbClr val="000000"/>
              </a:solidFill>
              <a:latin typeface="Arial" pitchFamily="2" charset="0"/>
              <a:ea typeface="Calibri" pitchFamily="2" charset="0"/>
              <a:cs typeface="Calibri" pitchFamily="2" charset="0"/>
            </a:endParaRPr>
          </a:p>
          <a:p>
            <a:pPr marL="685800" lvl="1" indent="-228600" defTabSz="914400">
              <a:lnSpc>
                <a:spcPct val="90000"/>
              </a:lnSpc>
              <a:spcBef>
                <a:spcPts val="495"/>
              </a:spcBef>
              <a:buClrTx/>
              <a:buFont typeface="Arial" pitchFamily="2" charset="0"/>
              <a:buChar char="•"/>
              <a:tabLst/>
            </a:pPr>
            <a:r>
              <a:rPr lang="en-us" sz="2400" b="1" cap="none">
                <a:solidFill>
                  <a:srgbClr val="000000"/>
                </a:solidFill>
              </a:rPr>
              <a:t>4.Derived Attribute </a:t>
            </a:r>
            <a:r>
              <a:rPr lang="en-us" sz="2400" cap="none">
                <a:solidFill>
                  <a:srgbClr val="000000"/>
                </a:solidFill>
              </a:rPr>
              <a:t>: -An attribute that can be derived from other attributes of the entity is known as a derived attribute.</a:t>
            </a:r>
            <a:endParaRPr lang="en-us" sz="2400" cap="none">
              <a:solidFill>
                <a:srgbClr val="000000"/>
              </a:solidFill>
              <a:latin typeface="Arial" pitchFamily="2" charset="0"/>
              <a:ea typeface="Calibri" pitchFamily="2" charset="0"/>
              <a:cs typeface="Calibri" pitchFamily="2"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ceHolder 1"/>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gfw5ZxMAAAAlAAAAZAAAAA0AAAAAkAAAAEgAAACQAAAAS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FYT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KAUAAD8CAADXRQAAZQoAABAAAAAmAAAACAAAAL2QAAD/HwAA"/>
              </a:ext>
            </a:extLst>
          </p:cNvSpPr>
          <p:nvPr>
            <p:ph type="title"/>
          </p:nvPr>
        </p:nvSpPr>
        <p:spPr>
          <a:xfrm>
            <a:off x="838200" y="365125"/>
            <a:ext cx="10514965" cy="1324610"/>
          </a:xfrm>
          <a:noFill/>
          <a:ln>
            <a:noFill/>
          </a:ln>
        </p:spPr>
        <p:txBody>
          <a:bodyPr vert="horz" wrap="square" lIns="91440" tIns="45720" rIns="91440" bIns="45720" numCol="1" spcCol="215900" anchor="ctr">
            <a:prstTxWarp prst="textNoShape">
              <a:avLst/>
            </a:prstTxWarp>
          </a:bodyPr>
          <a:lstStyle/>
          <a:p>
            <a:pPr indent="0" algn="ctr" defTabSz="914400">
              <a:lnSpc>
                <a:spcPct val="90000"/>
              </a:lnSpc>
              <a:buNone/>
              <a:tabLst>
                <a:tab pos="0" algn="l"/>
              </a:tabLst>
            </a:pPr>
            <a:r>
              <a:rPr lang="en-us" b="1" cap="none">
                <a:solidFill>
                  <a:srgbClr val="000000"/>
                </a:solidFill>
                <a:latin typeface="Calibri Light" charset="0"/>
                <a:ea typeface="Basic Roman" pitchFamily="1" charset="0"/>
                <a:cs typeface="Basic Roman" pitchFamily="1" charset="0"/>
              </a:rPr>
              <a:t>Relationship sets</a:t>
            </a:r>
            <a:endParaRPr lang="en-us" cap="none">
              <a:solidFill>
                <a:srgbClr val="000000"/>
              </a:solidFill>
              <a:latin typeface="Arial" pitchFamily="2" charset="0"/>
              <a:ea typeface="Basic Roman" pitchFamily="1" charset="0"/>
              <a:cs typeface="Basic Roman" pitchFamily="1" charset="0"/>
            </a:endParaRPr>
          </a:p>
        </p:txBody>
      </p:sp>
      <p:sp>
        <p:nvSpPr>
          <p:cNvPr id="3" name="PlaceHolder 2"/>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gfw5ZxMAAAAlAAAAZAAAAA0AAAAAkAAAAEgAAACQAAAAS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KAUAAI4JAADXRQAA/iUAABAAAAAmAAAACAAAAD2QAAD/HwAA"/>
              </a:ext>
            </a:extLst>
          </p:cNvSpPr>
          <p:nvPr>
            <p:ph type="body"/>
          </p:nvPr>
        </p:nvSpPr>
        <p:spPr>
          <a:xfrm>
            <a:off x="838200" y="1553210"/>
            <a:ext cx="10514965" cy="4622800"/>
          </a:xfrm>
          <a:noFill/>
          <a:ln>
            <a:noFill/>
          </a:ln>
        </p:spPr>
        <p:txBody>
          <a:bodyPr vert="horz" wrap="square" lIns="91440" tIns="45720" rIns="91440" bIns="45720" numCol="1" spcCol="215900" anchor="t">
            <a:prstTxWarp prst="textNoShape">
              <a:avLst/>
            </a:prstTxWarp>
          </a:bodyPr>
          <a:lstStyle/>
          <a:p>
            <a:pPr marL="228600" indent="-228600" defTabSz="914400">
              <a:lnSpc>
                <a:spcPct val="80000"/>
              </a:lnSpc>
              <a:spcBef>
                <a:spcPts val="810"/>
              </a:spcBef>
              <a:buClrTx/>
              <a:buFont typeface="Arial" pitchFamily="2" charset="0"/>
              <a:buChar char="•"/>
              <a:tabLst/>
              <a:defRPr sz="1460" cap="none"/>
            </a:pPr>
            <a:r>
              <a:rPr lang="en-us" sz="2270" cap="none">
                <a:solidFill>
                  <a:srgbClr val="000000"/>
                </a:solidFill>
              </a:rPr>
              <a:t>A relationship is a </a:t>
            </a:r>
            <a:r>
              <a:rPr lang="en-us" sz="2270" b="1" cap="none">
                <a:solidFill>
                  <a:srgbClr val="000000"/>
                </a:solidFill>
              </a:rPr>
              <a:t>connection between two or more entities. </a:t>
            </a:r>
            <a:r>
              <a:rPr lang="en-us" sz="2270" cap="none">
                <a:solidFill>
                  <a:srgbClr val="000000"/>
                </a:solidFill>
              </a:rPr>
              <a:t>It describes how the entities are related or connected to each other. A relationship set is a collection of relationships of the same type. </a:t>
            </a:r>
          </a:p>
          <a:p>
            <a:pPr marL="228600" indent="-228600" defTabSz="914400">
              <a:lnSpc>
                <a:spcPct val="80000"/>
              </a:lnSpc>
              <a:spcBef>
                <a:spcPts val="400"/>
              </a:spcBef>
              <a:buFont typeface="Arial" pitchFamily="2" charset="0"/>
              <a:buChar char="•"/>
              <a:tabLst>
                <a:tab pos="0" algn="l"/>
              </a:tabLst>
              <a:defRPr lang="en-us" sz="2000" cap="none">
                <a:solidFill>
                  <a:srgbClr val="000000"/>
                </a:solidFill>
                <a:latin typeface="Arial" pitchFamily="2" charset="0"/>
                <a:ea typeface="Calibri" pitchFamily="2" charset="0"/>
                <a:cs typeface="Calibri" pitchFamily="2" charset="0"/>
              </a:defRPr>
            </a:pPr>
            <a:r>
              <a:t>A relationship set is a set of relationships of the same type. Formally, it is a math-matical relation on n ≥ 2 (possibly nondistinct) entity sets. If E1 , E2 , . . . , En areentity sets, then a relationship set R is a subset of{(e1 , e2 , . . . , en ) | e1 Ԑ E1 , e2 Ԑ E2 , . . . , en Ԑ En }where (e1 , e2 , . . . , en ) is a relationship.</a:t>
            </a:r>
          </a:p>
          <a:p>
            <a:pPr marL="228600" indent="-228600" defTabSz="914400">
              <a:lnSpc>
                <a:spcPct val="80000"/>
              </a:lnSpc>
              <a:spcBef>
                <a:spcPts val="400"/>
              </a:spcBef>
              <a:buFont typeface="Arial" pitchFamily="2" charset="0"/>
              <a:buChar char="•"/>
              <a:tabLst>
                <a:tab pos="0" algn="l"/>
              </a:tabLst>
              <a:defRPr lang="en-us" sz="2000" cap="none">
                <a:solidFill>
                  <a:srgbClr val="000000"/>
                </a:solidFill>
                <a:latin typeface="Arial" pitchFamily="2" charset="0"/>
                <a:ea typeface="Calibri" pitchFamily="2" charset="0"/>
                <a:cs typeface="Calibri" pitchFamily="2" charset="0"/>
              </a:defRPr>
            </a:pPr>
            <a:endParaRPr/>
          </a:p>
          <a:p>
            <a:pPr marL="228600" indent="-228600" defTabSz="914400">
              <a:lnSpc>
                <a:spcPct val="80000"/>
              </a:lnSpc>
              <a:spcBef>
                <a:spcPts val="400"/>
              </a:spcBef>
              <a:buFont typeface="Arial" pitchFamily="2" charset="0"/>
              <a:buChar char="•"/>
              <a:tabLst>
                <a:tab pos="0" algn="l"/>
              </a:tabLst>
              <a:defRPr lang="en-us" sz="2000" cap="none">
                <a:solidFill>
                  <a:srgbClr val="000000"/>
                </a:solidFill>
                <a:latin typeface="Arial" pitchFamily="2" charset="0"/>
                <a:ea typeface="Calibri" pitchFamily="2" charset="0"/>
                <a:cs typeface="Calibri" pitchFamily="2" charset="0"/>
              </a:defRPr>
            </a:pPr>
            <a:r>
              <a:t>A </a:t>
            </a:r>
            <a:r>
              <a:rPr lang="en-us" b="1" cap="none"/>
              <a:t>relationship instance </a:t>
            </a:r>
            <a:r>
              <a:t>in an E-R schema represents an association between the named entities in the real-world enterprise that is being modeled.</a:t>
            </a:r>
          </a:p>
          <a:p>
            <a:pPr marL="228600" indent="-228600" defTabSz="914400">
              <a:lnSpc>
                <a:spcPct val="80000"/>
              </a:lnSpc>
              <a:spcBef>
                <a:spcPts val="400"/>
              </a:spcBef>
              <a:buFont typeface="Arial" pitchFamily="2" charset="0"/>
              <a:buChar char="•"/>
              <a:tabLst>
                <a:tab pos="0" algn="l"/>
              </a:tabLst>
              <a:defRPr lang="en-us" sz="2000" cap="none">
                <a:solidFill>
                  <a:srgbClr val="000000"/>
                </a:solidFill>
                <a:latin typeface="Arial" pitchFamily="2" charset="0"/>
                <a:ea typeface="Calibri" pitchFamily="2" charset="0"/>
                <a:cs typeface="Calibri" pitchFamily="2" charset="0"/>
              </a:defRPr>
            </a:pPr>
            <a:r>
              <a:t>A relationship may also have attributes called</a:t>
            </a:r>
            <a:r>
              <a:rPr lang="en-us" b="1" cap="none"/>
              <a:t> descriptive attributes.</a:t>
            </a:r>
          </a:p>
          <a:p>
            <a:pPr marL="228600" indent="-228600" defTabSz="914400">
              <a:lnSpc>
                <a:spcPct val="80000"/>
              </a:lnSpc>
              <a:spcBef>
                <a:spcPts val="400"/>
              </a:spcBef>
              <a:buFont typeface="Arial" pitchFamily="2" charset="0"/>
              <a:buChar char="•"/>
              <a:tabLst>
                <a:tab pos="0" algn="l"/>
              </a:tabLst>
              <a:defRPr lang="en-us" sz="2000" cap="none">
                <a:solidFill>
                  <a:srgbClr val="000000"/>
                </a:solidFill>
                <a:latin typeface="Arial" pitchFamily="2" charset="0"/>
                <a:ea typeface="Calibri" pitchFamily="2" charset="0"/>
                <a:cs typeface="Calibri" pitchFamily="2" charset="0"/>
              </a:defRPr>
            </a:pPr>
            <a:r>
              <a:t>The number of entity sets that participate in a relationship set is also the </a:t>
            </a:r>
            <a:r>
              <a:rPr lang="en-us" b="1" cap="none"/>
              <a:t>degree ofthe relationship set</a:t>
            </a:r>
            <a:r>
              <a:t>. A binary relationship set is of degree 2; a ternary relationship setis of degree 3.</a:t>
            </a:r>
          </a:p>
          <a:p>
            <a:pPr marL="228600" indent="-228600" defTabSz="914400">
              <a:lnSpc>
                <a:spcPct val="80000"/>
              </a:lnSpc>
              <a:spcBef>
                <a:spcPts val="400"/>
              </a:spcBef>
              <a:buFont typeface="Arial" pitchFamily="2" charset="0"/>
              <a:buChar char="•"/>
              <a:tabLst>
                <a:tab pos="0" algn="l"/>
              </a:tabLst>
              <a:defRPr lang="en-us" sz="2000" cap="none">
                <a:solidFill>
                  <a:srgbClr val="000000"/>
                </a:solidFill>
                <a:latin typeface="Arial" pitchFamily="2" charset="0"/>
                <a:ea typeface="Calibri" pitchFamily="2" charset="0"/>
                <a:cs typeface="Calibri" pitchFamily="2" charset="0"/>
              </a:defRPr>
            </a:pPr>
            <a:r>
              <a:t>The function that an entity plays in a relationship is called that </a:t>
            </a:r>
            <a:r>
              <a:rPr lang="en-us" b="1" cap="none"/>
              <a:t>entity’s role</a:t>
            </a:r>
            <a:r>
              <a:t>.</a:t>
            </a:r>
          </a:p>
          <a:p>
            <a:pPr marL="457200" indent="0" defTabSz="914400">
              <a:lnSpc>
                <a:spcPct val="80000"/>
              </a:lnSpc>
              <a:spcBef>
                <a:spcPts val="810"/>
              </a:spcBef>
              <a:buNone/>
              <a:tabLst>
                <a:tab pos="0" algn="l"/>
              </a:tabLst>
              <a:defRPr sz="1460" cap="none"/>
            </a:pPr>
            <a:endParaRPr lang="en-us" sz="2270" cap="none">
              <a:solidFill>
                <a:srgbClr val="000000"/>
              </a:solidFill>
              <a:latin typeface="Arial" pitchFamily="2" charset="0"/>
              <a:ea typeface="Calibri" pitchFamily="2" charset="0"/>
              <a:cs typeface="Calibri" pitchFamily="2"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1"/>
          <p:cNvPicPr>
            <a:picLocks noChangeAspect="1"/>
            <a:extLst>
              <a:ext uri="smNativeData">
                <pr:smNativeData xmlns="smNativeData" xmlns:pr="smNativeData" xmlns:p15="http://schemas.microsoft.com/office/powerpoint/2012/main" xmlns:p14="http://schemas.microsoft.com/office/powerpoint/2010/main" xmlns:mc="http://schemas.openxmlformats.org/markup-compatibility/2006" val="SMDATA_17_gfw5ZxMAAAAlAAAAEQAAAC0AAAAAkAAAAEgAAACQAAAAS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AcAAAA4AAAAAAAAAAAAAAAAAAAA////AAAAAAAAAAAAAAAAAAAAAAAAAAAAAAAAAAAAAABkAAAAZAAAAAAAAAAjAAAABAAAAGQAAAAXAAAAFAAAAAAAAAAAAAAA/38AAP9/AAAAAAAACQAAAAQAAAAAAAAAHgAAAGgAAAAAAAAAAAAAAAAAAAAAAAAAAAAAABAnAAAQJwAAAAAAAAAAAAAAAAAAAAAAAAAAAAAAAAAAAAAAAAAAAAAUAAAAAAAAAMDA/wAAAAAAZAAAADIAAAAAAAAAZAAAAAAAAAB/f38ACgAAACIAAAAYAAAAAAAAAAAAAAAAAAAAAAAAAAAAAAAAAAAAJAAAACQAAAAAAAAABwAAAAAAAAAAAAAAAAAAAAAAAAAAAAAAAAAAAH9/fwAlAAAAWAAAAAAAAAAAAAAAAAAAAAAAAAAAAAAAAAAAAAAAAAAAAAAAAAAAAAAAAAAAAAAAPwAAAAAAAACghgEAAAAAAAAAAAAAAAAADAAAAAEAAAAAAAAAAAAAAAAAAAAfAAAAVAAAAAAAAAUAAAABAAAAAAAAAAAAAAAAAAAAAAAAAAAAAAAAAAAAAAAAAAAAAAACf39/AAAAAAPMzMwAwMD/AH9/fwAAAAAAAAAAAAAAAAD///8AAAAAACEAAAAYAAAAFAAAANIFAAAQBwAAiUMAAEAcAAAQAAAAJgAAAAgAAAD//////////w=="/>
              </a:ext>
            </a:extLst>
          </p:cNvPicPr>
          <p:nvPr/>
        </p:nvPicPr>
        <p:blipFill>
          <a:blip r:embed="rId2"/>
          <a:stretch>
            <a:fillRect/>
          </a:stretch>
        </p:blipFill>
        <p:spPr>
          <a:xfrm>
            <a:off x="946150" y="1148080"/>
            <a:ext cx="10032365" cy="3444240"/>
          </a:xfrm>
          <a:prstGeom prst="rect">
            <a:avLst/>
          </a:prstGeom>
          <a:noFill/>
          <a:ln>
            <a:noFill/>
          </a:ln>
          <a:effectLst/>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ceHolder 1"/>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gfw5ZxMAAAAlAAAAZAAAAA0AAAAAkAAAAEgAAACQAAAAS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MAb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KAUAAD8CAADXRQAAZQoAABAAAAAmAAAACAAAAL2QAAD/HwAA"/>
              </a:ext>
            </a:extLst>
          </p:cNvSpPr>
          <p:nvPr>
            <p:ph type="title"/>
          </p:nvPr>
        </p:nvSpPr>
        <p:spPr>
          <a:xfrm>
            <a:off x="838200" y="365125"/>
            <a:ext cx="10514965" cy="1324610"/>
          </a:xfrm>
          <a:noFill/>
          <a:ln>
            <a:noFill/>
          </a:ln>
        </p:spPr>
        <p:txBody>
          <a:bodyPr vert="horz" wrap="square" lIns="91440" tIns="45720" rIns="91440" bIns="45720" numCol="1" spcCol="215900" anchor="ctr">
            <a:prstTxWarp prst="textNoShape">
              <a:avLst/>
            </a:prstTxWarp>
          </a:bodyPr>
          <a:lstStyle/>
          <a:p>
            <a:pPr indent="0" algn="ctr" defTabSz="914400">
              <a:lnSpc>
                <a:spcPct val="90000"/>
              </a:lnSpc>
              <a:buNone/>
              <a:tabLst>
                <a:tab pos="0" algn="l"/>
              </a:tabLst>
            </a:pPr>
            <a:r>
              <a:rPr lang="en-us" b="1" cap="none">
                <a:solidFill>
                  <a:srgbClr val="000000"/>
                </a:solidFill>
                <a:latin typeface="Calibri Light" charset="0"/>
                <a:ea typeface="Basic Roman" pitchFamily="1" charset="0"/>
                <a:cs typeface="Basic Roman" pitchFamily="1" charset="0"/>
              </a:rPr>
              <a:t>Participation constraints</a:t>
            </a:r>
            <a:endParaRPr lang="en-us" cap="none">
              <a:solidFill>
                <a:srgbClr val="000000"/>
              </a:solidFill>
              <a:latin typeface="Arial" pitchFamily="2" charset="0"/>
              <a:ea typeface="Basic Roman" pitchFamily="1" charset="0"/>
              <a:cs typeface="Basic Roman" pitchFamily="1" charset="0"/>
            </a:endParaRPr>
          </a:p>
        </p:txBody>
      </p:sp>
      <p:sp>
        <p:nvSpPr>
          <p:cNvPr id="3" name="PlaceHolder 2"/>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gfw5ZxMAAAAlAAAAZAAAAA0AAAAAkAAAAEgAAACQAAAAS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KAUAADsLAADXRQAA/iUAABAAAAAmAAAACAAAAD2QAAD/HwAA"/>
              </a:ext>
            </a:extLst>
          </p:cNvSpPr>
          <p:nvPr>
            <p:ph type="body"/>
          </p:nvPr>
        </p:nvSpPr>
        <p:spPr>
          <a:xfrm>
            <a:off x="838200" y="1825625"/>
            <a:ext cx="10514965" cy="4350385"/>
          </a:xfrm>
          <a:noFill/>
          <a:ln>
            <a:noFill/>
          </a:ln>
        </p:spPr>
        <p:txBody>
          <a:bodyPr vert="horz" wrap="square" lIns="91440" tIns="45720" rIns="91440" bIns="45720" numCol="1" spcCol="215900" anchor="t">
            <a:prstTxWarp prst="textNoShape">
              <a:avLst/>
            </a:prstTxWarp>
          </a:bodyPr>
          <a:lstStyle/>
          <a:p>
            <a:pPr marL="228600" indent="-228600" defTabSz="914400">
              <a:lnSpc>
                <a:spcPct val="90000"/>
              </a:lnSpc>
              <a:spcBef>
                <a:spcPts val="810"/>
              </a:spcBef>
              <a:buClrTx/>
              <a:buFont typeface="Arial" pitchFamily="2" charset="0"/>
              <a:buChar char="•"/>
              <a:tabLst/>
              <a:defRPr sz="1460" cap="none"/>
            </a:pPr>
            <a:r>
              <a:rPr lang="en-us" sz="2270" cap="none">
                <a:solidFill>
                  <a:srgbClr val="000000"/>
                </a:solidFill>
              </a:rPr>
              <a:t>The participation constraint specifies the </a:t>
            </a:r>
            <a:r>
              <a:rPr lang="en-us" sz="2270" b="1" cap="none">
                <a:solidFill>
                  <a:srgbClr val="000000"/>
                </a:solidFill>
              </a:rPr>
              <a:t>number of instances of an entity can participate in a relationship set</a:t>
            </a:r>
            <a:r>
              <a:rPr lang="en-us" sz="2270" cap="none">
                <a:solidFill>
                  <a:srgbClr val="000000"/>
                </a:solidFill>
              </a:rPr>
              <a:t>.</a:t>
            </a:r>
            <a:endParaRPr lang="en-us" sz="2270" cap="none">
              <a:solidFill>
                <a:srgbClr val="000000"/>
              </a:solidFill>
              <a:latin typeface="Arial" pitchFamily="2" charset="0"/>
              <a:ea typeface="Calibri" pitchFamily="2" charset="0"/>
              <a:cs typeface="Calibri" pitchFamily="2" charset="0"/>
            </a:endParaRPr>
          </a:p>
          <a:p>
            <a:pPr marL="228600" indent="-228600" defTabSz="914400">
              <a:lnSpc>
                <a:spcPct val="90000"/>
              </a:lnSpc>
              <a:spcBef>
                <a:spcPts val="810"/>
              </a:spcBef>
              <a:buClrTx/>
              <a:buFont typeface="Arial" pitchFamily="2" charset="0"/>
              <a:buChar char="•"/>
              <a:tabLst/>
              <a:defRPr sz="1460" cap="none"/>
            </a:pPr>
            <a:r>
              <a:rPr lang="en-us" sz="2270" cap="none">
                <a:solidFill>
                  <a:srgbClr val="000000"/>
                </a:solidFill>
              </a:rPr>
              <a:t>In other words, they specify the degree to which an entity must participate in a relationship.</a:t>
            </a:r>
            <a:endParaRPr lang="en-us" sz="2270" cap="none">
              <a:solidFill>
                <a:srgbClr val="000000"/>
              </a:solidFill>
              <a:latin typeface="Arial" pitchFamily="2" charset="0"/>
              <a:ea typeface="Calibri" pitchFamily="2" charset="0"/>
              <a:cs typeface="Calibri" pitchFamily="2" charset="0"/>
            </a:endParaRPr>
          </a:p>
          <a:p>
            <a:pPr indent="0" defTabSz="914400">
              <a:lnSpc>
                <a:spcPct val="90000"/>
              </a:lnSpc>
              <a:spcBef>
                <a:spcPts val="810"/>
              </a:spcBef>
              <a:buNone/>
              <a:tabLst>
                <a:tab pos="0" algn="l"/>
              </a:tabLst>
              <a:defRPr sz="1460" cap="none"/>
            </a:pPr>
            <a:r>
              <a:rPr lang="en-us" sz="2270" cap="none">
                <a:solidFill>
                  <a:srgbClr val="000000"/>
                </a:solidFill>
              </a:rPr>
              <a:t>1.</a:t>
            </a:r>
            <a:r>
              <a:rPr lang="en-us" sz="2270" b="1" cap="none">
                <a:solidFill>
                  <a:srgbClr val="000000"/>
                </a:solidFill>
              </a:rPr>
              <a:t>Total participation: </a:t>
            </a:r>
            <a:r>
              <a:rPr lang="en-us" sz="2270" cap="none">
                <a:solidFill>
                  <a:srgbClr val="000000"/>
                </a:solidFill>
              </a:rPr>
              <a:t>In a total participation constraint, each instance of     an entity must participate in a relationship. For example, in a university database, each student must be enrolled in at least one course, so the Student entity has a total participation constraint in the Enroll relationship.</a:t>
            </a:r>
            <a:endParaRPr lang="en-us" sz="2270" cap="none">
              <a:solidFill>
                <a:srgbClr val="000000"/>
              </a:solidFill>
              <a:latin typeface="Arial" pitchFamily="2" charset="0"/>
              <a:ea typeface="Calibri" pitchFamily="2" charset="0"/>
              <a:cs typeface="Calibri" pitchFamily="2" charset="0"/>
            </a:endParaRPr>
          </a:p>
          <a:p>
            <a:pPr indent="0" defTabSz="914400">
              <a:lnSpc>
                <a:spcPct val="90000"/>
              </a:lnSpc>
              <a:spcBef>
                <a:spcPts val="810"/>
              </a:spcBef>
              <a:buNone/>
              <a:tabLst>
                <a:tab pos="0" algn="l"/>
              </a:tabLst>
              <a:defRPr sz="1460" cap="none"/>
            </a:pPr>
            <a:r>
              <a:rPr lang="en-us" sz="2270" cap="none">
                <a:solidFill>
                  <a:srgbClr val="000000"/>
                </a:solidFill>
              </a:rPr>
              <a:t>2. </a:t>
            </a:r>
            <a:r>
              <a:rPr lang="en-us" sz="2270" b="1" cap="none">
                <a:solidFill>
                  <a:srgbClr val="000000"/>
                </a:solidFill>
              </a:rPr>
              <a:t>Partial participation</a:t>
            </a:r>
            <a:r>
              <a:rPr lang="en-us" sz="2270" cap="none">
                <a:solidFill>
                  <a:srgbClr val="000000"/>
                </a:solidFill>
              </a:rPr>
              <a:t>: In a partial participation constraint, some instances of an entity may not participate in a relationship. For example, in a university database, a course may not have any students enrolled yet, so the Course entity has a partial participation constraint in the Enroll relationship.</a:t>
            </a:r>
            <a:endParaRPr lang="en-us" sz="2270" cap="none">
              <a:solidFill>
                <a:srgbClr val="000000"/>
              </a:solidFill>
              <a:latin typeface="Arial" pitchFamily="2" charset="0"/>
              <a:ea typeface="Calibri" pitchFamily="2" charset="0"/>
              <a:cs typeface="Calibri" pitchFamily="2" charset="0"/>
            </a:endParaRPr>
          </a:p>
          <a:p>
            <a:pPr indent="0" defTabSz="914400">
              <a:lnSpc>
                <a:spcPct val="90000"/>
              </a:lnSpc>
              <a:spcBef>
                <a:spcPts val="810"/>
              </a:spcBef>
              <a:buNone/>
              <a:tabLst>
                <a:tab pos="0" algn="l"/>
              </a:tabLst>
              <a:defRPr sz="1460" cap="none"/>
            </a:pPr>
            <a:endParaRPr lang="en-us" sz="2270" cap="none">
              <a:solidFill>
                <a:srgbClr val="000000"/>
              </a:solidFill>
              <a:latin typeface="Arial" pitchFamily="2" charset="0"/>
              <a:ea typeface="Calibri" pitchFamily="2" charset="0"/>
              <a:cs typeface="Calibri" pitchFamily="2" charset="0"/>
            </a:endParaRPr>
          </a:p>
          <a:p>
            <a:pPr indent="0" defTabSz="914400">
              <a:lnSpc>
                <a:spcPct val="90000"/>
              </a:lnSpc>
              <a:spcBef>
                <a:spcPts val="810"/>
              </a:spcBef>
              <a:buNone/>
              <a:tabLst>
                <a:tab pos="0" algn="l"/>
              </a:tabLst>
              <a:defRPr sz="1460" cap="none"/>
            </a:pPr>
            <a:endParaRPr lang="en-us" sz="2270" cap="none">
              <a:solidFill>
                <a:srgbClr val="000000"/>
              </a:solidFill>
              <a:latin typeface="Arial" pitchFamily="2" charset="0"/>
              <a:ea typeface="Calibri" pitchFamily="2" charset="0"/>
              <a:cs typeface="Calibri" pitchFamily="2" charset="0"/>
            </a:endParaRPr>
          </a:p>
          <a:p>
            <a:pPr indent="0" defTabSz="914400">
              <a:lnSpc>
                <a:spcPct val="90000"/>
              </a:lnSpc>
              <a:spcBef>
                <a:spcPts val="810"/>
              </a:spcBef>
              <a:buNone/>
              <a:tabLst>
                <a:tab pos="0" algn="l"/>
              </a:tabLst>
              <a:defRPr sz="1460" cap="none"/>
            </a:pPr>
            <a:endParaRPr lang="en-us" sz="2270" cap="none">
              <a:solidFill>
                <a:srgbClr val="000000"/>
              </a:solidFill>
              <a:latin typeface="Arial" pitchFamily="2" charset="0"/>
              <a:ea typeface="Calibri" pitchFamily="2" charset="0"/>
              <a:cs typeface="Calibri" pitchFamily="2" charset="0"/>
            </a:endParaRPr>
          </a:p>
          <a:p>
            <a:pPr indent="0" defTabSz="914400">
              <a:lnSpc>
                <a:spcPct val="90000"/>
              </a:lnSpc>
              <a:spcBef>
                <a:spcPts val="810"/>
              </a:spcBef>
              <a:buNone/>
              <a:tabLst>
                <a:tab pos="0" algn="l"/>
              </a:tabLst>
              <a:defRPr sz="1460" cap="none"/>
            </a:pPr>
            <a:endParaRPr lang="en-us" sz="2270" cap="none">
              <a:solidFill>
                <a:srgbClr val="000000"/>
              </a:solidFill>
              <a:latin typeface="Arial" pitchFamily="2" charset="0"/>
              <a:ea typeface="Calibri" pitchFamily="2" charset="0"/>
              <a:cs typeface="Calibri" pitchFamily="2" charset="0"/>
            </a:endParaRPr>
          </a:p>
          <a:p>
            <a:pPr indent="0" defTabSz="914400">
              <a:lnSpc>
                <a:spcPct val="90000"/>
              </a:lnSpc>
              <a:spcBef>
                <a:spcPts val="810"/>
              </a:spcBef>
              <a:buNone/>
              <a:tabLst>
                <a:tab pos="0" algn="l"/>
              </a:tabLst>
              <a:defRPr sz="1460" cap="none"/>
            </a:pPr>
            <a:endParaRPr lang="en-us" sz="2270" cap="none">
              <a:solidFill>
                <a:srgbClr val="000000"/>
              </a:solidFill>
              <a:latin typeface="Arial" pitchFamily="2" charset="0"/>
              <a:ea typeface="Calibri" pitchFamily="2" charset="0"/>
              <a:cs typeface="Calibri" pitchFamily="2" charset="0"/>
            </a:endParaRPr>
          </a:p>
          <a:p>
            <a:pPr indent="0" defTabSz="914400">
              <a:lnSpc>
                <a:spcPct val="90000"/>
              </a:lnSpc>
              <a:spcBef>
                <a:spcPts val="810"/>
              </a:spcBef>
              <a:buNone/>
              <a:tabLst>
                <a:tab pos="0" algn="l"/>
              </a:tabLst>
              <a:defRPr sz="1460" cap="none"/>
            </a:pPr>
            <a:endParaRPr lang="en-us" sz="2270" cap="none">
              <a:solidFill>
                <a:srgbClr val="000000"/>
              </a:solidFill>
              <a:latin typeface="Arial" pitchFamily="2" charset="0"/>
              <a:ea typeface="Calibri" pitchFamily="2" charset="0"/>
              <a:cs typeface="Calibri" pitchFamily="2"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1"/>
          <p:cNvPicPr>
            <a:picLocks noChangeAspect="1"/>
            <a:extLst>
              <a:ext uri="smNativeData">
                <pr:smNativeData xmlns="smNativeData" xmlns:pr="smNativeData" xmlns:p15="http://schemas.microsoft.com/office/powerpoint/2012/main" xmlns:p14="http://schemas.microsoft.com/office/powerpoint/2010/main" xmlns:mc="http://schemas.openxmlformats.org/markup-compatibility/2006" val="SMDATA_17_gfw5ZxMAAAAlAAAAEQAAAC0AAAAAkAAAAEgAAACQAAAAS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AcAAAA4AAAAAAAAAAAAAAAAAAAA////AAAAAAAAAAAAAAAAAAAAAAAAAAAAAAAAAAAAAABkAAAAZAAAAAAAAAAjAAAABAAAAGQAAAAXAAAAFAAAAAAAAAAAAAAA/38AAP9/AAAAAAAACQAAAAQAAAAAAAAAHgAAAGgAAAAAAAAAAAAAAAAAAAAAAAAAAAAAABAnAAAQJwAAAAAAAAAAAAAAAAAAAAAAAAAAAAAAAAAAAAAAAAAAAAAUAAAAAAAAAMDA/wAAAAAAZAAAADIAAAAAAAAAZAAAAAAAAAB/f38ACgAAACIAAAAYAAAAAAAAAAAAAAAAAAAAAAAAAAAAAAAAAAAAJAAAACQAAAAAAAAABwAAAAAAAAAAAAAAAAAAAAAAAAAAAAAAAAAAAH9/fwAlAAAAWAAAAAAAAAAAAAAAAAAAAAAAAAAAAAAAAAAAAAAAAAAAAAAAAAAAAAAAAAAAAAAAPwAAAAAAAACghgEAAAAAAAAAAAAAAAAADAAAAAEAAAAAAAAAAAAAAAAAAAAfAAAAVAAAAAAAAAUAAAABAAAAAAAAAAAAAAAAAAAAAAAAAAAAAAAAAAAAAAAAAAAAAAACf39/AAAAAAPMzMwAwMD/AH9/fwAAAAAAAAAAAAAAAAD///8AAAAAACEAAAAYAAAAFAAAABYJAAAmCwAAp0IAACIdAAAQAAAAJgAAAAgAAAD//////////w=="/>
              </a:ext>
            </a:extLst>
          </p:cNvPicPr>
          <p:nvPr/>
        </p:nvPicPr>
        <p:blipFill>
          <a:blip r:embed="rId2"/>
          <a:stretch>
            <a:fillRect/>
          </a:stretch>
        </p:blipFill>
        <p:spPr>
          <a:xfrm>
            <a:off x="1477010" y="1812290"/>
            <a:ext cx="9357995" cy="2923540"/>
          </a:xfrm>
          <a:prstGeom prst="rect">
            <a:avLst/>
          </a:prstGeom>
          <a:noFill/>
          <a:ln>
            <a:noFill/>
          </a:ln>
          <a:effectLst/>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1"/>
          <p:cNvPicPr>
            <a:picLocks noChangeAspect="1"/>
            <a:extLst>
              <a:ext uri="smNativeData">
                <pr:smNativeData xmlns="smNativeData" xmlns:pr="smNativeData" xmlns:p15="http://schemas.microsoft.com/office/powerpoint/2012/main" xmlns:p14="http://schemas.microsoft.com/office/powerpoint/2010/main" xmlns:mc="http://schemas.openxmlformats.org/markup-compatibility/2006" val="SMDATA_17_gfw5ZxMAAAAlAAAAEQAAAC0AAAAAkAAAAEgAAACQAAAAS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AcAAAA4AAAAAAAAAAAAAAAAAAAA////AAAAAAAAAAAAAAAAAAAAAAAAAAAAAAAAAAAAAABkAAAAZAAAAAAAAAAjAAAABAAAAGQAAAAXAAAAFAAAAAAAAAAAAAAA/38AAP9/AAAAAAAACQAAAAQAAAAAAAAAHgAAAGgAAAAAAAAAAAAAAAAAAAAAAAAAAAAAABAnAAAQJwAAAAAAAAAAAAAAAAAAAAAAAAAAAAAAAAAAAAAAAAAAAAAUAAAAAAAAAMDA/wAAAAAAZAAAADIAAAAAAAAAZAAAAAAAAAB/f38ACgAAACIAAAAYAAAAAAAAAAAAAAAAAAAAAAAAAAAAAAAAAAAAJAAAACQAAAAAAAAABwAAAAAAAAAAAAAAAAAAAAAAAAAAAAAAAAAAAH9/fwAlAAAAWAAAAAAAAAAAAAAAAAAAAAAAAAAAAAAAAAAAAAAAAAAAAAAAAAAAAAAAAAAAAAAAPwAAAAAAAACghgEAAAAAAAAAAAAAAAAADAAAAAEAAAAAAAAAAAAAAAAAAAAfAAAAVAAAAAAAAAUAAAABAAAAAAAAAAAAAAAAAAAAAAAAAAAAAAAAAAAAAAAAAAAAAAACf39/AAAAAAPMzMwAwMD/AH9/fwAAAAAAAAAAAAAAAAD///8AAAAAACEAAAAYAAAAFAAAADIJAACmAgAAxUEAABIWAAAQAAAAJgAAAAgAAAD//////////w=="/>
              </a:ext>
            </a:extLst>
          </p:cNvPicPr>
          <p:nvPr/>
        </p:nvPicPr>
        <p:blipFill>
          <a:blip r:embed="rId2"/>
          <a:stretch>
            <a:fillRect/>
          </a:stretch>
        </p:blipFill>
        <p:spPr>
          <a:xfrm>
            <a:off x="1494790" y="430530"/>
            <a:ext cx="9196705" cy="3157220"/>
          </a:xfrm>
          <a:prstGeom prst="rect">
            <a:avLst/>
          </a:prstGeom>
          <a:noFill/>
          <a:ln>
            <a:noFill/>
          </a:ln>
          <a:effectLst/>
        </p:spPr>
      </p:pic>
      <p:sp>
        <p:nvSpPr>
          <p:cNvPr id="3" name="Textbox1"/>
          <p:cNvSpPr>
            <a:extLst>
              <a:ext uri="smNativeData">
                <pr:smNativeData xmlns="smNativeData" xmlns:pr="smNativeData" xmlns:p15="http://schemas.microsoft.com/office/powerpoint/2012/main" xmlns:p14="http://schemas.microsoft.com/office/powerpoint/2010/main" xmlns:mc="http://schemas.openxmlformats.org/markup-compatibility/2006" val="SMDATA_15_gfw5ZxMAAAAlAAAAZAAAAA0AAAAAkAAAAEgAAACQAAAAS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mAoAAAsaAAABQAAACyMAABAAAAAmAAAACAAAAP//////////"/>
              </a:ext>
            </a:extLst>
          </p:cNvSpPr>
          <p:nvPr/>
        </p:nvSpPr>
        <p:spPr>
          <a:xfrm>
            <a:off x="1722120" y="4233545"/>
            <a:ext cx="8682355" cy="1463040"/>
          </a:xfrm>
          <a:prstGeom prst="rect">
            <a:avLst/>
          </a:prstGeom>
          <a:noFill/>
          <a:ln>
            <a:noFill/>
          </a:ln>
          <a:effectLst/>
        </p:spPr>
        <p:txBody>
          <a:bodyPr vert="horz" wrap="square" lIns="91440" tIns="45720" rIns="91440" bIns="45720" numCol="1" spcCol="215900" anchor="t"/>
          <a:lstStyle/>
          <a:p>
            <a:r>
              <a:t>suppose we have</a:t>
            </a:r>
          </a:p>
          <a:p>
            <a:r>
              <a:t>entity sets student and course which participate in a relationship set registered-for. We</a:t>
            </a:r>
          </a:p>
          <a:p>
            <a:r>
              <a:t>may wish to store a descriptive attribute for-credit with the relationship, to record</a:t>
            </a:r>
          </a:p>
          <a:p>
            <a:r>
              <a:t>whether a student has taken the course for credit, or is auditing (or sitting in on) the</a:t>
            </a:r>
          </a:p>
          <a:p>
            <a:r>
              <a:t>course.</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ceHolder 1"/>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gfw5ZxMAAAAlAAAAZAAAAA0AAAAAkAAAAEgAAACQAAAAS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KAUAAD8CAADXRQAAZQoAABAAAAAmAAAACAAAAL2QAAD/HwAA"/>
              </a:ext>
            </a:extLst>
          </p:cNvSpPr>
          <p:nvPr>
            <p:ph type="title"/>
          </p:nvPr>
        </p:nvSpPr>
        <p:spPr>
          <a:xfrm>
            <a:off x="838200" y="365125"/>
            <a:ext cx="10514965" cy="1324610"/>
          </a:xfrm>
          <a:noFill/>
          <a:ln>
            <a:noFill/>
          </a:ln>
        </p:spPr>
        <p:txBody>
          <a:bodyPr vert="horz" wrap="square" lIns="91440" tIns="45720" rIns="91440" bIns="45720" numCol="1" spcCol="215900" anchor="ctr">
            <a:prstTxWarp prst="textNoShape">
              <a:avLst/>
            </a:prstTxWarp>
          </a:bodyPr>
          <a:lstStyle/>
          <a:p>
            <a:pPr indent="0" algn="ctr" defTabSz="914400">
              <a:lnSpc>
                <a:spcPct val="90000"/>
              </a:lnSpc>
              <a:buNone/>
              <a:tabLst>
                <a:tab pos="0" algn="l"/>
              </a:tabLst>
            </a:pPr>
            <a:r>
              <a:rPr lang="en-us" b="1" cap="none">
                <a:solidFill>
                  <a:srgbClr val="000000"/>
                </a:solidFill>
                <a:latin typeface="Calibri Light" charset="0"/>
                <a:ea typeface="Basic Roman" pitchFamily="1" charset="0"/>
                <a:cs typeface="Basic Roman" pitchFamily="1" charset="0"/>
              </a:rPr>
              <a:t>Constraints</a:t>
            </a:r>
            <a:endParaRPr lang="en-us" cap="none">
              <a:solidFill>
                <a:srgbClr val="000000"/>
              </a:solidFill>
              <a:latin typeface="Arial" pitchFamily="2" charset="0"/>
              <a:ea typeface="Basic Roman" pitchFamily="1" charset="0"/>
              <a:cs typeface="Basic Roman" pitchFamily="1" charset="0"/>
            </a:endParaRPr>
          </a:p>
        </p:txBody>
      </p:sp>
      <p:sp>
        <p:nvSpPr>
          <p:cNvPr id="3" name="PlaceHolder 2"/>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gfw5ZxMAAAAlAAAAZAAAAA0AAAAAkAAAAEgAAACQAAAAS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KAUAADsLAADXRQAA/iUAABAAAAAmAAAACAAAAD2QAAD/HwAA"/>
              </a:ext>
            </a:extLst>
          </p:cNvSpPr>
          <p:nvPr>
            <p:ph type="body"/>
          </p:nvPr>
        </p:nvSpPr>
        <p:spPr>
          <a:xfrm>
            <a:off x="838200" y="1825625"/>
            <a:ext cx="10514965" cy="4350385"/>
          </a:xfrm>
          <a:noFill/>
          <a:ln>
            <a:noFill/>
          </a:ln>
        </p:spPr>
        <p:txBody>
          <a:bodyPr vert="horz" wrap="square" lIns="91440" tIns="45720" rIns="91440" bIns="45720" numCol="1" spcCol="215900" anchor="t">
            <a:prstTxWarp prst="textNoShape">
              <a:avLst/>
            </a:prstTxWarp>
          </a:bodyPr>
          <a:lstStyle/>
          <a:p>
            <a:pPr marL="228600" indent="-228600" defTabSz="914400">
              <a:lnSpc>
                <a:spcPct val="80000"/>
              </a:lnSpc>
              <a:spcBef>
                <a:spcPts val="750"/>
              </a:spcBef>
              <a:buClrTx/>
              <a:buFont typeface="Arial" pitchFamily="2" charset="0"/>
              <a:buChar char="•"/>
              <a:tabLst/>
              <a:defRPr sz="1350" cap="none"/>
            </a:pPr>
            <a:r>
              <a:rPr lang="en-us" sz="2100" cap="none">
                <a:solidFill>
                  <a:srgbClr val="000000"/>
                </a:solidFill>
              </a:rPr>
              <a:t> Constraints define the rules that must be followed by database. </a:t>
            </a:r>
            <a:endParaRPr lang="en-us" sz="2100" cap="none">
              <a:solidFill>
                <a:srgbClr val="000000"/>
              </a:solidFill>
              <a:latin typeface="Arial" pitchFamily="2" charset="0"/>
              <a:ea typeface="Calibri" pitchFamily="2" charset="0"/>
              <a:cs typeface="Calibri" pitchFamily="2" charset="0"/>
            </a:endParaRPr>
          </a:p>
          <a:p>
            <a:pPr indent="0" algn="ctr" defTabSz="914400">
              <a:lnSpc>
                <a:spcPct val="80000"/>
              </a:lnSpc>
              <a:spcBef>
                <a:spcPts val="750"/>
              </a:spcBef>
              <a:buNone/>
              <a:tabLst>
                <a:tab pos="0" algn="l"/>
              </a:tabLst>
              <a:defRPr sz="1350" cap="none"/>
            </a:pPr>
            <a:r>
              <a:rPr lang="en-us" sz="2100" b="1" cap="none">
                <a:solidFill>
                  <a:srgbClr val="000000"/>
                </a:solidFill>
              </a:rPr>
              <a:t>1. Mapping Cardinalities</a:t>
            </a:r>
            <a:endParaRPr lang="en-us" sz="2100" cap="none">
              <a:solidFill>
                <a:srgbClr val="000000"/>
              </a:solidFill>
              <a:latin typeface="Arial" pitchFamily="2" charset="0"/>
              <a:ea typeface="Calibri" pitchFamily="2" charset="0"/>
              <a:cs typeface="Calibri" pitchFamily="2" charset="0"/>
            </a:endParaRPr>
          </a:p>
          <a:p>
            <a:pPr marL="228600" indent="-228600" defTabSz="914400">
              <a:lnSpc>
                <a:spcPct val="80000"/>
              </a:lnSpc>
              <a:spcBef>
                <a:spcPts val="750"/>
              </a:spcBef>
              <a:buClrTx/>
              <a:buFont typeface="Arial" pitchFamily="2" charset="0"/>
              <a:buChar char="•"/>
              <a:tabLst>
                <a:tab pos="0" algn="l"/>
              </a:tabLst>
              <a:defRPr sz="1350" cap="none"/>
            </a:pPr>
            <a:r>
              <a:rPr lang="en-us" sz="2100" cap="none">
                <a:solidFill>
                  <a:srgbClr val="000000"/>
                </a:solidFill>
              </a:rPr>
              <a:t> the relationship between the entities participating in a relationship. </a:t>
            </a:r>
            <a:endParaRPr lang="en-us" sz="2100" cap="none">
              <a:solidFill>
                <a:srgbClr val="000000"/>
              </a:solidFill>
              <a:latin typeface="Arial" pitchFamily="2" charset="0"/>
              <a:ea typeface="Calibri" pitchFamily="2" charset="0"/>
              <a:cs typeface="Calibri" pitchFamily="2" charset="0"/>
            </a:endParaRPr>
          </a:p>
          <a:p>
            <a:pPr marL="457200" indent="0" defTabSz="914400">
              <a:lnSpc>
                <a:spcPct val="80000"/>
              </a:lnSpc>
              <a:spcBef>
                <a:spcPts val="370"/>
              </a:spcBef>
              <a:buNone/>
              <a:tabLst>
                <a:tab pos="0" algn="l"/>
              </a:tabLst>
              <a:defRPr sz="1350" cap="none"/>
            </a:pPr>
            <a:r>
              <a:rPr lang="en-us" sz="1800" b="1" cap="none">
                <a:solidFill>
                  <a:srgbClr val="000000"/>
                </a:solidFill>
              </a:rPr>
              <a:t>1. One-to-One (1:1): </a:t>
            </a:r>
            <a:r>
              <a:rPr lang="en-us" sz="1800" cap="none">
                <a:solidFill>
                  <a:srgbClr val="000000"/>
                </a:solidFill>
              </a:rPr>
              <a:t>In a one-to-one relationship, each record in the first table is linked to only one record in the second table, and vice versa. For example, each employee may have only one payroll record.</a:t>
            </a:r>
            <a:endParaRPr lang="en-us" sz="1800" cap="none">
              <a:solidFill>
                <a:srgbClr val="000000"/>
              </a:solidFill>
              <a:latin typeface="Arial" pitchFamily="2" charset="0"/>
              <a:ea typeface="Calibri" pitchFamily="2" charset="0"/>
              <a:cs typeface="Calibri" pitchFamily="2" charset="0"/>
            </a:endParaRPr>
          </a:p>
          <a:p>
            <a:pPr marL="457200" indent="0" defTabSz="914400">
              <a:lnSpc>
                <a:spcPct val="80000"/>
              </a:lnSpc>
              <a:spcBef>
                <a:spcPts val="370"/>
              </a:spcBef>
              <a:buNone/>
              <a:tabLst>
                <a:tab pos="0" algn="l"/>
              </a:tabLst>
              <a:defRPr sz="1350" cap="none"/>
            </a:pPr>
            <a:r>
              <a:rPr lang="en-us" sz="1800" b="1" cap="none">
                <a:solidFill>
                  <a:srgbClr val="000000"/>
                </a:solidFill>
              </a:rPr>
              <a:t>2. One-to-Many (1:N): </a:t>
            </a:r>
            <a:r>
              <a:rPr lang="en-us" sz="1800" cap="none">
                <a:solidFill>
                  <a:srgbClr val="000000"/>
                </a:solidFill>
              </a:rPr>
              <a:t>In a one-to-many relationship, each record in the first table can be linked to many records in the second table, but each record in the second table can only be linked to one record in the first table. For example, each customer can have many orders, but each order can only belong to one customer.</a:t>
            </a:r>
            <a:endParaRPr lang="en-us" sz="1800" cap="none">
              <a:solidFill>
                <a:srgbClr val="000000"/>
              </a:solidFill>
              <a:latin typeface="Arial" pitchFamily="2" charset="0"/>
              <a:ea typeface="Calibri" pitchFamily="2" charset="0"/>
              <a:cs typeface="Calibri" pitchFamily="2" charset="0"/>
            </a:endParaRPr>
          </a:p>
          <a:p>
            <a:pPr marL="457200" indent="0" defTabSz="914400">
              <a:lnSpc>
                <a:spcPct val="80000"/>
              </a:lnSpc>
              <a:spcBef>
                <a:spcPts val="370"/>
              </a:spcBef>
              <a:buNone/>
              <a:tabLst>
                <a:tab pos="0" algn="l"/>
              </a:tabLst>
              <a:defRPr sz="1350" cap="none"/>
            </a:pPr>
            <a:r>
              <a:rPr lang="en-us" sz="1800" b="1" cap="none">
                <a:solidFill>
                  <a:srgbClr val="000000"/>
                </a:solidFill>
              </a:rPr>
              <a:t>3. Many-to-one (M:1): </a:t>
            </a:r>
            <a:r>
              <a:rPr lang="en-us" sz="1800" cap="none">
                <a:solidFill>
                  <a:srgbClr val="000000"/>
                </a:solidFill>
              </a:rPr>
              <a:t>When more than one element of an entity is related to a single element of another entity, then it is called a many-to-one relationship.For example, students have to opt for a single course, but a course can have many students.</a:t>
            </a:r>
            <a:endParaRPr lang="en-us" sz="1800" cap="none">
              <a:solidFill>
                <a:srgbClr val="000000"/>
              </a:solidFill>
              <a:latin typeface="Arial" pitchFamily="2" charset="0"/>
              <a:ea typeface="Calibri" pitchFamily="2" charset="0"/>
              <a:cs typeface="Calibri" pitchFamily="2" charset="0"/>
            </a:endParaRPr>
          </a:p>
          <a:p>
            <a:pPr marL="457200" indent="0" defTabSz="914400">
              <a:lnSpc>
                <a:spcPct val="80000"/>
              </a:lnSpc>
              <a:spcBef>
                <a:spcPts val="370"/>
              </a:spcBef>
              <a:buNone/>
              <a:tabLst>
                <a:tab pos="0" algn="l"/>
              </a:tabLst>
              <a:defRPr sz="1350" cap="none"/>
            </a:pPr>
            <a:r>
              <a:rPr lang="en-us" sz="1800" b="1" cap="none">
                <a:solidFill>
                  <a:srgbClr val="000000"/>
                </a:solidFill>
              </a:rPr>
              <a:t>4. Many-to-Many (N:M):</a:t>
            </a:r>
            <a:r>
              <a:rPr lang="en-us" sz="1800" cap="none">
                <a:solidFill>
                  <a:srgbClr val="000000"/>
                </a:solidFill>
              </a:rPr>
              <a:t> In a many-to-many relationship, each record in the first table can be linked to many records in the second table, and vice versa. For example, each student can enroll in many courses, and each course can have many students.</a:t>
            </a:r>
            <a:endParaRPr lang="en-us" sz="1800" cap="none">
              <a:solidFill>
                <a:srgbClr val="000000"/>
              </a:solidFill>
              <a:latin typeface="Arial" pitchFamily="2" charset="0"/>
              <a:ea typeface="Calibri" pitchFamily="2" charset="0"/>
              <a:cs typeface="Calibri" pitchFamily="2" charset="0"/>
            </a:endParaRPr>
          </a:p>
          <a:p>
            <a:pPr marL="457200" indent="0" defTabSz="914400">
              <a:lnSpc>
                <a:spcPct val="80000"/>
              </a:lnSpc>
              <a:spcBef>
                <a:spcPts val="750"/>
              </a:spcBef>
              <a:buNone/>
              <a:tabLst>
                <a:tab pos="0" algn="l"/>
              </a:tabLst>
              <a:defRPr sz="1350" cap="none"/>
            </a:pPr>
            <a:endParaRPr lang="en-us" sz="2100" cap="none">
              <a:solidFill>
                <a:srgbClr val="000000"/>
              </a:solidFill>
              <a:latin typeface="Arial" pitchFamily="2" charset="0"/>
              <a:ea typeface="Calibri" pitchFamily="2" charset="0"/>
              <a:cs typeface="Calibri" pitchFamily="2" charset="0"/>
            </a:endParaRPr>
          </a:p>
          <a:p>
            <a:pPr marL="457200" indent="0" defTabSz="914400">
              <a:lnSpc>
                <a:spcPct val="80000"/>
              </a:lnSpc>
              <a:spcBef>
                <a:spcPts val="750"/>
              </a:spcBef>
              <a:buNone/>
              <a:tabLst>
                <a:tab pos="0" algn="l"/>
              </a:tabLst>
              <a:defRPr sz="1350" cap="none"/>
            </a:pPr>
            <a:endParaRPr lang="en-us" sz="2100" cap="none">
              <a:solidFill>
                <a:srgbClr val="000000"/>
              </a:solidFill>
              <a:latin typeface="Arial" pitchFamily="2" charset="0"/>
              <a:ea typeface="Calibri" pitchFamily="2" charset="0"/>
              <a:cs typeface="Calibri" pitchFamily="2"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3"/>
          <p:cNvPicPr>
            <a:extLst>
              <a:ext uri="smNativeData">
                <pr:smNativeData xmlns="smNativeData" xmlns:pr="smNativeData" xmlns:p15="http://schemas.microsoft.com/office/powerpoint/2012/main" xmlns:p14="http://schemas.microsoft.com/office/powerpoint/2010/main" xmlns:mc="http://schemas.openxmlformats.org/markup-compatibility/2006" val="SMDATA_17_gfw5ZxMAAAAlAAAAEQAAAA0AAAAAkAAAAEgAAACQAAAAS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AcAAAA4AAAAAAAAAAAAAAAAAAAA////AAAAAAAAAAAAAAAAAAAAAAAAAAAAAAAAAAAAAABkAAAAZAAAAAAAAAAjAAAABAAAAGQAAAAXAAAAFAAAAAAAAAAAAAAA/38AAP9/AAAAAAAACQAAAAQAAAAAAAAAHgAAAGgAAAAAAAAAAAAAAAAAAAAAAAAAAAAAABAnAAAQJwAAAAAAAAAAAAAAAAAAAAAAAAAAAAAAAAAAAAAAAAAAAAAUAAAAAAAAAMDA/wAAAAAAZAAAADIAAAAAAAAAZAAAAAAAAAB/f38ACgAAACIAAAAYAAAAAAAAAAAAAAAAAAAAAAAAAAAAAAAAAAAAJAAAACQAAAAAAAAABwAAAAAAAAAAAAAAAAAAAAAAAAAAAAAAAAAAAH9/fwAlAAAAWAAAAAAAAAAAAAAAAAAAAAAAAAAAAAAAAAAAAAAAAAAAAAAAAAAAAAAAAAAAAAAAPwAAAAAAAACghgEAAAAAAAAAAAAAAAAADAAAAAEAAAAAAAAAAAAAAAAAAAAfAAAAVAAAAAAAAAUAAAABAAAAAAAAAAAAAAAAAAAAAAAAAAAAAAAAAAAAAAAAAAAAAAACf39/AAAAAAPMzMwAwMD/AH9/fwAAAAAAAAAAAAAAAAD///8AAAAAACEAAAAYAAAAFAAAAPwPAABLAQAAxDkAAOQoAAAQAAAAJgAAAAgAAAD//////////w=="/>
              </a:ext>
            </a:extLst>
          </p:cNvPicPr>
          <p:nvPr/>
        </p:nvPicPr>
        <p:blipFill>
          <a:blip r:embed="rId2"/>
          <a:stretch>
            <a:fillRect/>
          </a:stretch>
        </p:blipFill>
        <p:spPr>
          <a:xfrm>
            <a:off x="2598420" y="210185"/>
            <a:ext cx="6791960" cy="6436995"/>
          </a:xfrm>
          <a:prstGeom prst="rect">
            <a:avLst/>
          </a:prstGeom>
          <a:noFill/>
          <a:ln>
            <a:noFill/>
          </a:ln>
          <a:effectLst/>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ceHolder 1"/>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gfw5ZxMAAAAlAAAAZAAAAA0AAAAAkAAAAEgAAACQAAAAS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KAUAAD8CAADXRQAAZQoAABAAAAAmAAAACAAAAL2QAAD/HwAA"/>
              </a:ext>
            </a:extLst>
          </p:cNvSpPr>
          <p:nvPr>
            <p:ph type="title"/>
          </p:nvPr>
        </p:nvSpPr>
        <p:spPr>
          <a:xfrm>
            <a:off x="838200" y="365125"/>
            <a:ext cx="10514965" cy="1324610"/>
          </a:xfrm>
          <a:noFill/>
          <a:ln>
            <a:noFill/>
          </a:ln>
        </p:spPr>
        <p:txBody>
          <a:bodyPr vert="horz" wrap="square" lIns="91440" tIns="45720" rIns="91440" bIns="45720" numCol="1" spcCol="215900" anchor="ctr">
            <a:prstTxWarp prst="textNoShape">
              <a:avLst/>
            </a:prstTxWarp>
          </a:bodyPr>
          <a:lstStyle/>
          <a:p>
            <a:pPr indent="0" algn="ctr" defTabSz="914400">
              <a:lnSpc>
                <a:spcPct val="90000"/>
              </a:lnSpc>
              <a:buNone/>
              <a:tabLst>
                <a:tab pos="0" algn="l"/>
              </a:tabLst>
            </a:pPr>
            <a:r>
              <a:rPr lang="en-us" b="1" cap="none">
                <a:solidFill>
                  <a:srgbClr val="000000"/>
                </a:solidFill>
                <a:latin typeface="Calibri Light" charset="0"/>
                <a:ea typeface="Basic Roman" pitchFamily="1" charset="0"/>
                <a:cs typeface="Basic Roman" pitchFamily="1" charset="0"/>
              </a:rPr>
              <a:t>Mapping Cardinalities</a:t>
            </a:r>
            <a:endParaRPr lang="en-us" cap="none">
              <a:solidFill>
                <a:srgbClr val="000000"/>
              </a:solidFill>
              <a:latin typeface="Arial" pitchFamily="2" charset="0"/>
              <a:ea typeface="Basic Roman" pitchFamily="1" charset="0"/>
              <a:cs typeface="Basic Roman" pitchFamily="1" charset="0"/>
            </a:endParaRPr>
          </a:p>
        </p:txBody>
      </p:sp>
      <p:pic>
        <p:nvPicPr>
          <p:cNvPr id="3" name="Picture 2"/>
          <p:cNvPicPr>
            <a:extLst>
              <a:ext uri="smNativeData">
                <pr:smNativeData xmlns="smNativeData" xmlns:pr="smNativeData" xmlns:p15="http://schemas.microsoft.com/office/powerpoint/2012/main" xmlns:p14="http://schemas.microsoft.com/office/powerpoint/2010/main" xmlns:mc="http://schemas.openxmlformats.org/markup-compatibility/2006" val="SMDATA_17_gfw5ZxMAAAAlAAAAEQAAAA0AAAAAkAAAAEgAAACQAAAAS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AcAAAA4AAAAAAAAAAAAAAAAAAAA////AAAAAAAAAAAAAAAAAAAAAAAAAAAAAAAAAAAAAABkAAAAZAAAAAAAAAAjAAAABAAAAGQAAAAXAAAAFAAAAAAAAAAAAAAA/38AAP9/AAAAAAAACQAAAAQAAAAAAAAAHgAAAGgAAAAAAAAAAAAAAAAAAAAAAAAAAAAAABAnAAAQJwAAAAAAAAAAAAAAAAAAAAAAAAAAAAAAAAAAAAAAAAAAAAAUAAAAAAAAAMDA/wAAAAAAZAAAADIAAAAAAAAAZAAAAAAAAAB/f38ACgAAACIAAAAYAAAAAAAAAAAAAAAAAAAAAAAAAAAAAAAAAAAAJAAAACQAAAAAAAAABwAAAAAAAAAAAAAAAAAAAAAAAAAAAAAAAAAAAH9/fwAlAAAAWAAAAAAAAAAAAAAAAAAAAAAAAAAAAAAAAAAAAAAAAAAAAAAAAAAAAAAAAAAAAAAAPwAAAAAAAACghgEAAAAAAAAAAAAAAAAADAAAAAEAAAAAAAAAAAAAAAAAAAAfAAAAVAAAAAAAAAUAAAABAAAAAAAAAAAAAAAAAAAAAAAAAAAAAAAAAAAAAAAAAAAAAAACf39/AAAAAAPMzMwAwMD/AH9/fwAAAAAAAAAAAAAAAAD///8AAAAAACEAAAAYAAAAFAAAAEsEAABmCgAAzx4AAKgXAAAQAAAAJgAAAAgAAAD//////////w=="/>
              </a:ext>
            </a:extLst>
          </p:cNvPicPr>
          <p:nvPr/>
        </p:nvPicPr>
        <p:blipFill>
          <a:blip r:embed="rId2"/>
          <a:stretch>
            <a:fillRect/>
          </a:stretch>
        </p:blipFill>
        <p:spPr>
          <a:xfrm>
            <a:off x="697865" y="1690370"/>
            <a:ext cx="4310380" cy="2155190"/>
          </a:xfrm>
          <a:prstGeom prst="rect">
            <a:avLst/>
          </a:prstGeom>
          <a:noFill/>
          <a:ln>
            <a:noFill/>
          </a:ln>
          <a:effectLst/>
        </p:spPr>
      </p:pic>
      <p:pic>
        <p:nvPicPr>
          <p:cNvPr id="4" name="Picture 4"/>
          <p:cNvPicPr>
            <a:extLst>
              <a:ext uri="smNativeData">
                <pr:smNativeData xmlns="smNativeData" xmlns:pr="smNativeData" xmlns:p15="http://schemas.microsoft.com/office/powerpoint/2012/main" xmlns:p14="http://schemas.microsoft.com/office/powerpoint/2010/main" xmlns:mc="http://schemas.openxmlformats.org/markup-compatibility/2006" val="SMDATA_17_gfw5ZxMAAAAlAAAAEQAAAA0AAAAAkAAAAEgAAACQAAAAS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AcAAAA4AAAAAAAAAAAAAAAAAAAA////AAAAAAAAAAAAAAAAAAAAAAAAAAAAAAAAAAAAAABkAAAAZAAAAAAAAAAjAAAABAAAAGQAAAAXAAAAFAAAAAAAAAAAAAAA/38AAP9/AAAAAAAACQAAAAQAAAAAAAAAHgAAAGgAAAAAAAAAAAAAAAAAAAAAAAAAAAAAABAnAAAQJwAAAAAAAAAAAAAAAAAAAAAAAAAAAAAAAAAAAAAAAAAAAAAUAAAAAAAAAMDA/wAAAAAAZAAAADIAAAAAAAAAZAAAAAAAAAB/f38ACgAAACIAAAAYAAAAAAAAAAAAAAAAAAAAAAAAAAAAAAAAAAAAJAAAACQAAAAAAAAABwAAAAAAAAAAAAAAAAAAAAAAAAAAAAAAAAAAAH9/fwAlAAAAWAAAAAAAAAAAAAAAAAAAAAAAAAAAAAAAAAAAAAAAAAAAAAAAAAAAAAAAAAAAAAAAPwAAAAAAAACghgEAAAAAAAAAAAAAAAAADAAAAAEAAAAAAAAAAAAAAAAAAAAfAAAAVAAAAAAAAAUAAAABAAAAAAAAAAAAAAAAAAAAAAAAAAAAAAAAAAAAAAAAAAAAAAACf39/AAAAAAPMzMwAwMD/AH9/fwAAAAAAAAAAAAAAAAD///8AAAAAACEAAAAYAAAAFAAAADAsAAB5CQAAyEIAAKgXAAAQAAAAJgAAAAgAAAD//////////w=="/>
              </a:ext>
            </a:extLst>
          </p:cNvPicPr>
          <p:nvPr/>
        </p:nvPicPr>
        <p:blipFill>
          <a:blip r:embed="rId3"/>
          <a:stretch>
            <a:fillRect/>
          </a:stretch>
        </p:blipFill>
        <p:spPr>
          <a:xfrm>
            <a:off x="7183120" y="1539875"/>
            <a:ext cx="3672840" cy="2305685"/>
          </a:xfrm>
          <a:prstGeom prst="rect">
            <a:avLst/>
          </a:prstGeom>
          <a:noFill/>
          <a:ln>
            <a:noFill/>
          </a:ln>
          <a:effectLst/>
        </p:spPr>
      </p:pic>
      <p:pic>
        <p:nvPicPr>
          <p:cNvPr id="5" name="Picture 6"/>
          <p:cNvPicPr>
            <a:extLst>
              <a:ext uri="smNativeData">
                <pr:smNativeData xmlns="smNativeData" xmlns:pr="smNativeData" xmlns:p15="http://schemas.microsoft.com/office/powerpoint/2012/main" xmlns:p14="http://schemas.microsoft.com/office/powerpoint/2010/main" xmlns:mc="http://schemas.openxmlformats.org/markup-compatibility/2006" val="SMDATA_17_gfw5ZxMAAAAlAAAAEQAAAA0AAAAAkAAAAEgAAACQAAAAS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AcAAAA4AAAAAAAAAAAAAAAAAAAA////AAAAAAAAAAAAAAAAAAAAAAAAAAAAAAAAAAAAAABkAAAAZAAAAAAAAAAjAAAABAAAAGQAAAAXAAAAFAAAAAAAAAAAAAAA/38AAP9/AAAAAAAACQAAAAQAAAAAAAAAHgAAAGgAAAAAAAAAAAAAAAAAAAAAAAAAAAAAABAnAAAQJwAAAAAAAAAAAAAAAAAAAAAAAAAAAAAAAAAAAAAAAAAAAAAUAAAAAAAAAMDA/wAAAAAAZAAAADIAAAAAAAAAZAAAAAAAAAB/f38ACgAAACIAAAAYAAAAAAAAAAAAAAAAAAAAAAAAAAAAAAAAAAAAJAAAACQAAAAAAAAABwAAAAAAAAAAAAAAAAAAAAAAAAAAAAAAAAAAAH9/fwAlAAAAWAAAAAAAAAAAAAAAAAAAAAAAAAAAAAAAAAAAAAAAAAAAAAAAAAAAAAAAAAAAAAAAPwAAAAAAAACghgEAAAAAAAAAAAAAAAAADAAAAAEAAAAAAAAAAAAAAAAAAAAfAAAAVAAAAAAAAAUAAAABAAAAAAAAAAAAAAAAAAAAAAAAAAAAAAAAAAAAAAAAAAAAAAACf39/AAAAAAPMzMwAwMD/AH9/fwAAAAAAAAAAAAAAAAD///8AAAAAACEAAAAYAAAAFAAAACgFAABqGQAAehwAAD0oAAAQAAAAJgAAAAgAAAD//////////w=="/>
              </a:ext>
            </a:extLst>
          </p:cNvPicPr>
          <p:nvPr/>
        </p:nvPicPr>
        <p:blipFill>
          <a:blip r:embed="rId4"/>
          <a:stretch>
            <a:fillRect/>
          </a:stretch>
        </p:blipFill>
        <p:spPr>
          <a:xfrm>
            <a:off x="838200" y="4131310"/>
            <a:ext cx="3790950" cy="2409825"/>
          </a:xfrm>
          <a:prstGeom prst="rect">
            <a:avLst/>
          </a:prstGeom>
          <a:noFill/>
          <a:ln>
            <a:noFill/>
          </a:ln>
          <a:effectLst/>
        </p:spPr>
      </p:pic>
      <p:pic>
        <p:nvPicPr>
          <p:cNvPr id="6" name="Picture 8"/>
          <p:cNvPicPr>
            <a:extLst>
              <a:ext uri="smNativeData">
                <pr:smNativeData xmlns="smNativeData" xmlns:pr="smNativeData" xmlns:p15="http://schemas.microsoft.com/office/powerpoint/2012/main" xmlns:p14="http://schemas.microsoft.com/office/powerpoint/2010/main" xmlns:mc="http://schemas.openxmlformats.org/markup-compatibility/2006" val="SMDATA_17_gfw5ZxMAAAAlAAAAEQAAAA0AAAAAkAAAAEgAAACQAAAAS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AcAAAA4AAAAAAAAAAAAAAAAAAAA////AAAAAAAAAAAAAAAAAAAAAAAAAAAAAAAAAAAAAABkAAAAZAAAAAAAAAAjAAAABAAAAGQAAAAXAAAAFAAAAAAAAAAAAAAA/38AAP9/AAAAAAAACQAAAAQAAAAAAAAAHgAAAGgAAAAAAAAAAAAAAAAAAAAAAAAAAAAAABAnAAAQJwAAAAAAAAAAAAAAAAAAAAAAAAAAAAAAAAAAAAAAAAAAAAAUAAAAAAAAAMDA/wAAAAAAZAAAADIAAAAAAAAAZAAAAAAAAAB/f38ACgAAACIAAAAYAAAAAAAAAAAAAAAAAAAAAAAAAAAAAAAAAAAAJAAAACQAAAAAAAAABwAAAAAAAAAAAAAAAAAAAAAAAAAAAAAAAAAAAH9/fwAlAAAAWAAAAAAAAAAAAAAAAAAAAAAAAAAAAAAAAAAAAAAAAAAAAAAAAAAAAAAAAAAAAAAAPwAAAAAAAACghgEAAAAAAAAAAAAAAAAADAAAAAEAAAAAAAAAAAAAAAAAAAAfAAAAVAAAAAAAAAUAAAABAAAAAAAAAAAAAAAAAAAAAAAAAAAAAAAAAAAAAAAAAAAAAAACf39/AAAAAAPMzMwAwMD/AH9/fwAAAAAAAAAAAAAAAAD///8AAAAAACEAAAAYAAAAFAAAADEtAACMFgAAg0MAAD0oAAAQAAAAJgAAAAgAAAD//////////w=="/>
              </a:ext>
            </a:extLst>
          </p:cNvPicPr>
          <p:nvPr/>
        </p:nvPicPr>
        <p:blipFill>
          <a:blip r:embed="rId5"/>
          <a:stretch>
            <a:fillRect/>
          </a:stretch>
        </p:blipFill>
        <p:spPr>
          <a:xfrm>
            <a:off x="7346315" y="3665220"/>
            <a:ext cx="3628390" cy="2875915"/>
          </a:xfrm>
          <a:prstGeom prst="rect">
            <a:avLst/>
          </a:prstGeom>
          <a:noFill/>
          <a:ln>
            <a:noFill/>
          </a:ln>
          <a:effectLst/>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ceHolder 1"/>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gfw5ZxMAAAAlAAAAZAAAAA0AAAAAkAAAAEgAAACQAAAAS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KAUAAD8CAADXRQAAZQoAABAAAAAmAAAACAAAAL2QAAD/HwAA"/>
              </a:ext>
            </a:extLst>
          </p:cNvSpPr>
          <p:nvPr>
            <p:ph type="title"/>
          </p:nvPr>
        </p:nvSpPr>
        <p:spPr>
          <a:xfrm>
            <a:off x="838200" y="365125"/>
            <a:ext cx="10514965" cy="1324610"/>
          </a:xfrm>
          <a:noFill/>
          <a:ln>
            <a:noFill/>
          </a:ln>
        </p:spPr>
        <p:txBody>
          <a:bodyPr vert="horz" wrap="square" lIns="91440" tIns="45720" rIns="91440" bIns="45720" numCol="1" spcCol="215900" anchor="ctr">
            <a:prstTxWarp prst="textNoShape">
              <a:avLst/>
            </a:prstTxWarp>
          </a:bodyPr>
          <a:lstStyle/>
          <a:p>
            <a:pPr indent="0" algn="ctr" defTabSz="914400">
              <a:lnSpc>
                <a:spcPct val="90000"/>
              </a:lnSpc>
              <a:buNone/>
              <a:tabLst>
                <a:tab pos="0" algn="l"/>
              </a:tabLst>
            </a:pPr>
            <a:r>
              <a:rPr lang="en-us" b="1" cap="none">
                <a:solidFill>
                  <a:srgbClr val="000000"/>
                </a:solidFill>
                <a:latin typeface="Calibri Light" charset="0"/>
                <a:ea typeface="Basic Roman" pitchFamily="1" charset="0"/>
                <a:cs typeface="Basic Roman" pitchFamily="1" charset="0"/>
              </a:rPr>
              <a:t>Keys</a:t>
            </a:r>
            <a:endParaRPr lang="en-us" cap="none">
              <a:solidFill>
                <a:srgbClr val="000000"/>
              </a:solidFill>
              <a:latin typeface="Arial" pitchFamily="2" charset="0"/>
              <a:ea typeface="Basic Roman" pitchFamily="1" charset="0"/>
              <a:cs typeface="Basic Roman" pitchFamily="1" charset="0"/>
            </a:endParaRPr>
          </a:p>
        </p:txBody>
      </p:sp>
      <p:sp>
        <p:nvSpPr>
          <p:cNvPr id="3" name="PlaceHolder 2"/>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gfw5ZxMAAAAlAAAAZAAAAA0AAAAAkAAAAEgAAACQAAAAS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KAUAADsLAADXRQAA/iUAABAAAAAmAAAACAAAAD2QAAD/HwAA"/>
              </a:ext>
            </a:extLst>
          </p:cNvSpPr>
          <p:nvPr>
            <p:ph type="body"/>
          </p:nvPr>
        </p:nvSpPr>
        <p:spPr>
          <a:xfrm>
            <a:off x="838200" y="1825625"/>
            <a:ext cx="10514965" cy="4350385"/>
          </a:xfrm>
          <a:noFill/>
          <a:ln>
            <a:noFill/>
          </a:ln>
        </p:spPr>
        <p:txBody>
          <a:bodyPr vert="horz" wrap="square" lIns="91440" tIns="45720" rIns="91440" bIns="45720" numCol="1" spcCol="215900" anchor="t">
            <a:prstTxWarp prst="textNoShape">
              <a:avLst/>
            </a:prstTxWarp>
          </a:bodyPr>
          <a:lstStyle/>
          <a:p>
            <a:pPr marL="228600" indent="-228600" defTabSz="914400">
              <a:lnSpc>
                <a:spcPct val="80000"/>
              </a:lnSpc>
              <a:spcBef>
                <a:spcPts val="960"/>
              </a:spcBef>
              <a:buClrTx/>
              <a:buFont typeface="Arial" pitchFamily="2" charset="0"/>
              <a:buChar char="•"/>
              <a:tabLst/>
              <a:defRPr sz="1730" cap="none"/>
            </a:pPr>
            <a:r>
              <a:rPr lang="en-us" sz="2690" cap="none">
                <a:solidFill>
                  <a:srgbClr val="000000"/>
                </a:solidFill>
              </a:rPr>
              <a:t>keys represent attributes or sets of attributes that uniquely identify an entity or relationship. Keys are important in database design because they ensure data integrity and help to establish relationships between entities.</a:t>
            </a:r>
            <a:endParaRPr lang="en-us" sz="2690" cap="none">
              <a:solidFill>
                <a:srgbClr val="000000"/>
              </a:solidFill>
              <a:latin typeface="Arial" pitchFamily="2" charset="0"/>
              <a:ea typeface="Calibri" pitchFamily="2" charset="0"/>
              <a:cs typeface="Calibri" pitchFamily="2" charset="0"/>
            </a:endParaRPr>
          </a:p>
          <a:p>
            <a:pPr indent="0" defTabSz="914400">
              <a:lnSpc>
                <a:spcPct val="80000"/>
              </a:lnSpc>
              <a:spcBef>
                <a:spcPts val="960"/>
              </a:spcBef>
              <a:buNone/>
              <a:tabLst>
                <a:tab pos="0" algn="l"/>
              </a:tabLst>
              <a:defRPr sz="1730" cap="none"/>
            </a:pPr>
            <a:r>
              <a:rPr lang="en-us" sz="2690" b="1" cap="none">
                <a:solidFill>
                  <a:srgbClr val="000000"/>
                </a:solidFill>
              </a:rPr>
              <a:t>1.Primary key: </a:t>
            </a:r>
            <a:r>
              <a:rPr lang="en-us" sz="2690" cap="none">
                <a:solidFill>
                  <a:srgbClr val="000000"/>
                </a:solidFill>
              </a:rPr>
              <a:t>A primary key is an attribute or set of attributes that uniquely identifies an entity in a database. Each entity must have a primary key, which is denoted by underlining the attribute(s) in the ER diagram.</a:t>
            </a:r>
            <a:endParaRPr lang="en-us" sz="2690" cap="none">
              <a:solidFill>
                <a:srgbClr val="000000"/>
              </a:solidFill>
              <a:latin typeface="Arial" pitchFamily="2" charset="0"/>
              <a:ea typeface="Calibri" pitchFamily="2" charset="0"/>
              <a:cs typeface="Calibri" pitchFamily="2" charset="0"/>
            </a:endParaRPr>
          </a:p>
          <a:p>
            <a:pPr indent="0" defTabSz="914400">
              <a:lnSpc>
                <a:spcPct val="80000"/>
              </a:lnSpc>
              <a:spcBef>
                <a:spcPts val="960"/>
              </a:spcBef>
              <a:buNone/>
              <a:tabLst>
                <a:tab pos="0" algn="l"/>
              </a:tabLst>
              <a:defRPr sz="1730" cap="none"/>
            </a:pPr>
            <a:r>
              <a:rPr lang="en-us" sz="2690" b="1" cap="none">
                <a:solidFill>
                  <a:srgbClr val="000000"/>
                </a:solidFill>
              </a:rPr>
              <a:t>2. Super key: </a:t>
            </a:r>
            <a:r>
              <a:rPr lang="en-us" sz="2690" cap="none">
                <a:solidFill>
                  <a:srgbClr val="000000"/>
                </a:solidFill>
              </a:rPr>
              <a:t>A super key is an attribute or set of attributes that uniquely identifies an entity, but may also contain additional non-essential attributes. It is not always the same as the primary key.</a:t>
            </a:r>
            <a:endParaRPr lang="en-us" sz="2690" cap="none">
              <a:solidFill>
                <a:srgbClr val="000000"/>
              </a:solidFill>
              <a:latin typeface="Arial" pitchFamily="2" charset="0"/>
              <a:ea typeface="Calibri" pitchFamily="2" charset="0"/>
              <a:cs typeface="Calibri" pitchFamily="2" charset="0"/>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ceHolder 1"/>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gfw5ZxMAAAAlAAAAZAAAAA0AAAAAkAAAAEgAAACQAAAAS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KAUAAD8CAADXRQAAZQoAABAAAAAmAAAACAAAAL2QAAD/HwAA"/>
              </a:ext>
            </a:extLst>
          </p:cNvSpPr>
          <p:nvPr>
            <p:ph type="title"/>
          </p:nvPr>
        </p:nvSpPr>
        <p:spPr>
          <a:xfrm>
            <a:off x="838200" y="365125"/>
            <a:ext cx="10514965" cy="1324610"/>
          </a:xfrm>
          <a:noFill/>
          <a:ln>
            <a:noFill/>
          </a:ln>
        </p:spPr>
        <p:txBody>
          <a:bodyPr vert="horz" wrap="square" lIns="91440" tIns="45720" rIns="91440" bIns="45720" numCol="1" spcCol="215900" anchor="ctr">
            <a:prstTxWarp prst="textNoShape">
              <a:avLst/>
            </a:prstTxWarp>
          </a:bodyPr>
          <a:lstStyle/>
          <a:p>
            <a:pPr indent="0" algn="ctr" defTabSz="914400">
              <a:lnSpc>
                <a:spcPct val="90000"/>
              </a:lnSpc>
              <a:buNone/>
              <a:tabLst>
                <a:tab pos="0" algn="l"/>
              </a:tabLst>
            </a:pPr>
            <a:r>
              <a:rPr lang="en-us" b="1" cap="none">
                <a:solidFill>
                  <a:srgbClr val="000000"/>
                </a:solidFill>
                <a:latin typeface="Calibri Light" charset="0"/>
                <a:ea typeface="Basic Roman" pitchFamily="1" charset="0"/>
                <a:cs typeface="Basic Roman" pitchFamily="1" charset="0"/>
              </a:rPr>
              <a:t>Keys</a:t>
            </a:r>
            <a:endParaRPr lang="en-us" cap="none">
              <a:solidFill>
                <a:srgbClr val="000000"/>
              </a:solidFill>
              <a:latin typeface="Arial" pitchFamily="2" charset="0"/>
              <a:ea typeface="Basic Roman" pitchFamily="1" charset="0"/>
              <a:cs typeface="Basic Roman" pitchFamily="1" charset="0"/>
            </a:endParaRPr>
          </a:p>
        </p:txBody>
      </p:sp>
      <p:sp>
        <p:nvSpPr>
          <p:cNvPr id="3" name="PlaceHolder 2"/>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gfw5ZxMAAAAlAAAAZAAAAA0AAAAAkAAAAEgAAACQAAAAS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KAUAADsLAADXRQAA/iUAABAAAAAmAAAACAAAAD2QAAD/HwAA"/>
              </a:ext>
            </a:extLst>
          </p:cNvSpPr>
          <p:nvPr>
            <p:ph type="body"/>
          </p:nvPr>
        </p:nvSpPr>
        <p:spPr>
          <a:xfrm>
            <a:off x="838200" y="1825625"/>
            <a:ext cx="10514965" cy="4350385"/>
          </a:xfrm>
          <a:noFill/>
          <a:ln>
            <a:noFill/>
          </a:ln>
        </p:spPr>
        <p:txBody>
          <a:bodyPr vert="horz" wrap="square" lIns="91440" tIns="45720" rIns="91440" bIns="45720" numCol="1" spcCol="215900" anchor="t">
            <a:prstTxWarp prst="textNoShape">
              <a:avLst/>
            </a:prstTxWarp>
          </a:bodyPr>
          <a:lstStyle/>
          <a:p>
            <a:pPr indent="0" defTabSz="914400">
              <a:lnSpc>
                <a:spcPct val="90000"/>
              </a:lnSpc>
              <a:spcBef>
                <a:spcPts val="1000"/>
              </a:spcBef>
              <a:buNone/>
              <a:tabLst>
                <a:tab pos="0" algn="l"/>
              </a:tabLst>
            </a:pPr>
            <a:r>
              <a:rPr lang="en-us" sz="2800" b="1" cap="none">
                <a:solidFill>
                  <a:srgbClr val="000000"/>
                </a:solidFill>
              </a:rPr>
              <a:t>4.Candidate key: </a:t>
            </a:r>
            <a:r>
              <a:rPr lang="en-us" sz="2800" cap="none">
                <a:solidFill>
                  <a:srgbClr val="000000"/>
                </a:solidFill>
              </a:rPr>
              <a:t>A candidate key is a minimal set of attributes that can uniquely identify an entity. It is a subset of the super key, and can be used as an alternative primary key.</a:t>
            </a:r>
            <a:endParaRPr lang="en-us" sz="2800" cap="none">
              <a:solidFill>
                <a:srgbClr val="000000"/>
              </a:solidFill>
              <a:latin typeface="Arial" pitchFamily="2" charset="0"/>
              <a:ea typeface="Calibri" pitchFamily="2" charset="0"/>
              <a:cs typeface="Calibri" pitchFamily="2" charset="0"/>
            </a:endParaRPr>
          </a:p>
          <a:p>
            <a:pPr indent="0" defTabSz="914400">
              <a:lnSpc>
                <a:spcPct val="90000"/>
              </a:lnSpc>
              <a:spcBef>
                <a:spcPts val="1000"/>
              </a:spcBef>
              <a:buNone/>
              <a:tabLst>
                <a:tab pos="0" algn="l"/>
              </a:tabLst>
            </a:pPr>
            <a:r>
              <a:rPr lang="en-us" sz="2800" b="1" cap="none">
                <a:solidFill>
                  <a:srgbClr val="000000"/>
                </a:solidFill>
              </a:rPr>
              <a:t>5. Foreign key: </a:t>
            </a:r>
            <a:r>
              <a:rPr lang="en-us" sz="2800" cap="none">
                <a:solidFill>
                  <a:srgbClr val="000000"/>
                </a:solidFill>
              </a:rPr>
              <a:t>A foreign key is an attribute or set of attributes in one entity that refers to the primary key of another entity. It is used to establish relationships between entities in a database.</a:t>
            </a:r>
            <a:endParaRPr lang="en-us" sz="2800" cap="none">
              <a:solidFill>
                <a:srgbClr val="000000"/>
              </a:solidFill>
              <a:latin typeface="Arial" pitchFamily="2" charset="0"/>
              <a:ea typeface="Calibri" pitchFamily="2" charset="0"/>
              <a:cs typeface="Calibri" pitchFamily="2" charset="0"/>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ceHolder 1"/>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gfw5ZxMAAAAlAAAAZAAAAA0AAAAAkAAAAEgAAACQAAAAS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KAUAAD8CAADXRQAAZQoAABAAAAAmAAAACAAAAL2QAAD/HwAA"/>
              </a:ext>
            </a:extLst>
          </p:cNvSpPr>
          <p:nvPr>
            <p:ph type="title"/>
          </p:nvPr>
        </p:nvSpPr>
        <p:spPr>
          <a:xfrm>
            <a:off x="838200" y="365125"/>
            <a:ext cx="10514965" cy="1324610"/>
          </a:xfrm>
          <a:noFill/>
          <a:ln>
            <a:noFill/>
          </a:ln>
        </p:spPr>
        <p:txBody>
          <a:bodyPr vert="horz" wrap="square" lIns="91440" tIns="45720" rIns="91440" bIns="45720" numCol="1" spcCol="215900" anchor="ctr">
            <a:prstTxWarp prst="textNoShape">
              <a:avLst/>
            </a:prstTxWarp>
          </a:bodyPr>
          <a:lstStyle/>
          <a:p>
            <a:pPr indent="0" algn="ctr" defTabSz="914400">
              <a:lnSpc>
                <a:spcPct val="90000"/>
              </a:lnSpc>
              <a:buNone/>
              <a:tabLst>
                <a:tab pos="0" algn="l"/>
              </a:tabLst>
            </a:pPr>
            <a:r>
              <a:rPr lang="en-us" b="1" cap="none">
                <a:solidFill>
                  <a:srgbClr val="000000"/>
                </a:solidFill>
                <a:latin typeface="Calibri Light" charset="0"/>
                <a:ea typeface="Basic Roman" pitchFamily="1" charset="0"/>
                <a:cs typeface="Basic Roman" pitchFamily="1" charset="0"/>
              </a:rPr>
              <a:t>Entity Relationship Diagram</a:t>
            </a:r>
            <a:endParaRPr lang="en-us" cap="none">
              <a:solidFill>
                <a:srgbClr val="000000"/>
              </a:solidFill>
              <a:latin typeface="Arial" pitchFamily="2" charset="0"/>
              <a:ea typeface="Basic Roman" pitchFamily="1" charset="0"/>
              <a:cs typeface="Basic Roman" pitchFamily="1" charset="0"/>
            </a:endParaRPr>
          </a:p>
        </p:txBody>
      </p:sp>
      <p:sp>
        <p:nvSpPr>
          <p:cNvPr id="3" name="PlaceHolder 2"/>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gfw5ZxMAAAAlAAAAZAAAAA0AAAAAkAAAAEgAAACQAAAAS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EQAZw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KAUAADsLAADXRQAA/iUAABAAAAAmAAAACAAAAD2QAAD/HwAA"/>
              </a:ext>
            </a:extLst>
          </p:cNvSpPr>
          <p:nvPr>
            <p:ph type="body"/>
          </p:nvPr>
        </p:nvSpPr>
        <p:spPr>
          <a:xfrm>
            <a:off x="838200" y="1825625"/>
            <a:ext cx="10514965" cy="4350385"/>
          </a:xfrm>
          <a:noFill/>
          <a:ln>
            <a:noFill/>
          </a:ln>
        </p:spPr>
        <p:txBody>
          <a:bodyPr vert="horz" wrap="square" lIns="91440" tIns="45720" rIns="91440" bIns="45720" numCol="1" spcCol="215900" anchor="t">
            <a:prstTxWarp prst="textNoShape">
              <a:avLst/>
            </a:prstTxWarp>
          </a:bodyPr>
          <a:lstStyle/>
          <a:p>
            <a:pPr marL="228600" indent="-228600" defTabSz="914400">
              <a:lnSpc>
                <a:spcPct val="90000"/>
              </a:lnSpc>
              <a:spcBef>
                <a:spcPts val="620"/>
              </a:spcBef>
              <a:buClrTx/>
              <a:buFont typeface="Arial" pitchFamily="2" charset="0"/>
              <a:buChar char="•"/>
              <a:tabLst/>
              <a:defRPr sz="1115" cap="none"/>
            </a:pPr>
            <a:r>
              <a:rPr lang="en-us" sz="1735" cap="none">
                <a:solidFill>
                  <a:srgbClr val="000000"/>
                </a:solidFill>
              </a:rPr>
              <a:t>An entity-relationship diagram (ERD) is a graphical representation of entities and their relationships to each other.</a:t>
            </a:r>
            <a:endParaRPr lang="en-us" sz="1735" cap="none">
              <a:solidFill>
                <a:srgbClr val="000000"/>
              </a:solidFill>
              <a:latin typeface="Arial" pitchFamily="2" charset="0"/>
              <a:ea typeface="Calibri" pitchFamily="2" charset="0"/>
              <a:cs typeface="Calibri" pitchFamily="2" charset="0"/>
            </a:endParaRPr>
          </a:p>
          <a:p>
            <a:pPr marL="228600" indent="-228600" algn="ctr" defTabSz="914400">
              <a:lnSpc>
                <a:spcPct val="90000"/>
              </a:lnSpc>
              <a:spcBef>
                <a:spcPts val="620"/>
              </a:spcBef>
              <a:buClrTx/>
              <a:buFont typeface="Arial" pitchFamily="2" charset="0"/>
              <a:buChar char="•"/>
              <a:tabLst/>
              <a:defRPr sz="1115" cap="none"/>
            </a:pPr>
            <a:r>
              <a:rPr lang="en-us" sz="1735" b="1" cap="none">
                <a:solidFill>
                  <a:srgbClr val="000000"/>
                </a:solidFill>
              </a:rPr>
              <a:t>Basic Structure</a:t>
            </a:r>
            <a:endParaRPr lang="en-us" sz="1735" cap="none">
              <a:solidFill>
                <a:srgbClr val="000000"/>
              </a:solidFill>
              <a:latin typeface="Arial" pitchFamily="2" charset="0"/>
              <a:ea typeface="Calibri" pitchFamily="2" charset="0"/>
              <a:cs typeface="Calibri" pitchFamily="2" charset="0"/>
            </a:endParaRPr>
          </a:p>
          <a:p>
            <a:pPr marL="228600" indent="-228600" defTabSz="914400">
              <a:lnSpc>
                <a:spcPct val="90000"/>
              </a:lnSpc>
              <a:spcBef>
                <a:spcPts val="620"/>
              </a:spcBef>
              <a:buClrTx/>
              <a:buFont typeface="Arial" pitchFamily="2" charset="0"/>
              <a:buChar char="•"/>
              <a:tabLst/>
              <a:defRPr sz="1115" cap="none"/>
            </a:pPr>
            <a:r>
              <a:rPr lang="en-us" sz="1735" b="1" cap="none">
                <a:solidFill>
                  <a:srgbClr val="000000"/>
                </a:solidFill>
              </a:rPr>
              <a:t>Rectangles:  </a:t>
            </a:r>
            <a:r>
              <a:rPr lang="en-us" sz="1735" cap="none">
                <a:solidFill>
                  <a:srgbClr val="000000"/>
                </a:solidFill>
              </a:rPr>
              <a:t>These are classified into two parts. The first half coloured in blue contains the name of the entity set. The second half in white contains the names of all the attributes. The attributes that are part of the key are underlined.</a:t>
            </a:r>
            <a:endParaRPr lang="en-us" sz="1735" cap="none">
              <a:solidFill>
                <a:srgbClr val="000000"/>
              </a:solidFill>
              <a:latin typeface="Arial" pitchFamily="2" charset="0"/>
              <a:ea typeface="Calibri" pitchFamily="2" charset="0"/>
              <a:cs typeface="Calibri" pitchFamily="2" charset="0"/>
            </a:endParaRPr>
          </a:p>
          <a:p>
            <a:pPr marL="228600" indent="-228600" defTabSz="914400">
              <a:lnSpc>
                <a:spcPct val="90000"/>
              </a:lnSpc>
              <a:spcBef>
                <a:spcPts val="620"/>
              </a:spcBef>
              <a:buClrTx/>
              <a:buFont typeface="Arial" pitchFamily="2" charset="0"/>
              <a:buChar char="•"/>
              <a:tabLst/>
              <a:defRPr sz="1115" cap="none"/>
            </a:pPr>
            <a:r>
              <a:rPr lang="en-us" sz="1735" b="1" cap="none">
                <a:solidFill>
                  <a:srgbClr val="000000"/>
                </a:solidFill>
              </a:rPr>
              <a:t>Diamonds: </a:t>
            </a:r>
            <a:r>
              <a:rPr lang="en-us" sz="1735" cap="none">
                <a:solidFill>
                  <a:srgbClr val="000000"/>
                </a:solidFill>
              </a:rPr>
              <a:t>These represent relationship sets. </a:t>
            </a:r>
            <a:endParaRPr lang="en-us" sz="1735" cap="none">
              <a:solidFill>
                <a:srgbClr val="000000"/>
              </a:solidFill>
              <a:latin typeface="Arial" pitchFamily="2" charset="0"/>
              <a:ea typeface="Calibri" pitchFamily="2" charset="0"/>
              <a:cs typeface="Calibri" pitchFamily="2" charset="0"/>
            </a:endParaRPr>
          </a:p>
          <a:p>
            <a:pPr marL="228600" indent="-228600" defTabSz="914400">
              <a:lnSpc>
                <a:spcPct val="90000"/>
              </a:lnSpc>
              <a:spcBef>
                <a:spcPts val="620"/>
              </a:spcBef>
              <a:buClrTx/>
              <a:buFont typeface="Arial" pitchFamily="2" charset="0"/>
              <a:buChar char="•"/>
              <a:tabLst/>
              <a:defRPr sz="1115" cap="none"/>
            </a:pPr>
            <a:r>
              <a:rPr lang="en-us" sz="1735" b="1" cap="none">
                <a:solidFill>
                  <a:srgbClr val="000000"/>
                </a:solidFill>
              </a:rPr>
              <a:t>Undivided Rectangles: </a:t>
            </a:r>
            <a:r>
              <a:rPr lang="en-us" sz="1735" cap="none">
                <a:solidFill>
                  <a:srgbClr val="000000"/>
                </a:solidFill>
              </a:rPr>
              <a:t>These represent the attributes present in a relationship set.</a:t>
            </a:r>
            <a:endParaRPr lang="en-us" sz="1735" cap="none">
              <a:solidFill>
                <a:srgbClr val="000000"/>
              </a:solidFill>
              <a:latin typeface="Arial" pitchFamily="2" charset="0"/>
              <a:ea typeface="Calibri" pitchFamily="2" charset="0"/>
              <a:cs typeface="Calibri" pitchFamily="2" charset="0"/>
            </a:endParaRPr>
          </a:p>
          <a:p>
            <a:pPr marL="228600" indent="-228600" defTabSz="914400">
              <a:lnSpc>
                <a:spcPct val="90000"/>
              </a:lnSpc>
              <a:spcBef>
                <a:spcPts val="620"/>
              </a:spcBef>
              <a:buClrTx/>
              <a:buFont typeface="Arial" pitchFamily="2" charset="0"/>
              <a:buChar char="•"/>
              <a:tabLst/>
              <a:defRPr sz="1115" cap="none"/>
            </a:pPr>
            <a:r>
              <a:rPr lang="en-us" sz="1735" b="1" cap="none">
                <a:solidFill>
                  <a:srgbClr val="000000"/>
                </a:solidFill>
              </a:rPr>
              <a:t>Lines:</a:t>
            </a:r>
            <a:r>
              <a:rPr lang="en-us" sz="1735" cap="none">
                <a:solidFill>
                  <a:srgbClr val="000000"/>
                </a:solidFill>
              </a:rPr>
              <a:t> The lines help us to link entity sets to relationship sets.</a:t>
            </a:r>
            <a:endParaRPr lang="en-us" sz="1735" cap="none">
              <a:solidFill>
                <a:srgbClr val="000000"/>
              </a:solidFill>
              <a:latin typeface="Arial" pitchFamily="2" charset="0"/>
              <a:ea typeface="Calibri" pitchFamily="2" charset="0"/>
              <a:cs typeface="Calibri" pitchFamily="2" charset="0"/>
            </a:endParaRPr>
          </a:p>
          <a:p>
            <a:pPr marL="228600" indent="-228600" defTabSz="914400">
              <a:lnSpc>
                <a:spcPct val="90000"/>
              </a:lnSpc>
              <a:spcBef>
                <a:spcPts val="620"/>
              </a:spcBef>
              <a:buClrTx/>
              <a:buFont typeface="Arial" pitchFamily="2" charset="0"/>
              <a:buChar char="•"/>
              <a:tabLst/>
              <a:defRPr sz="1115" cap="none"/>
            </a:pPr>
            <a:r>
              <a:rPr lang="en-us" sz="1735" b="1" cap="none">
                <a:solidFill>
                  <a:srgbClr val="000000"/>
                </a:solidFill>
              </a:rPr>
              <a:t>Dashed Lines:</a:t>
            </a:r>
            <a:r>
              <a:rPr lang="en-us" sz="1735" cap="none">
                <a:solidFill>
                  <a:srgbClr val="000000"/>
                </a:solidFill>
              </a:rPr>
              <a:t> These help link attributes of a relationship set to another relationship set.</a:t>
            </a:r>
            <a:endParaRPr lang="en-us" sz="1735" cap="none">
              <a:solidFill>
                <a:srgbClr val="000000"/>
              </a:solidFill>
              <a:latin typeface="Arial" pitchFamily="2" charset="0"/>
              <a:ea typeface="Calibri" pitchFamily="2" charset="0"/>
              <a:cs typeface="Calibri" pitchFamily="2" charset="0"/>
            </a:endParaRPr>
          </a:p>
          <a:p>
            <a:pPr marL="228600" indent="-228600" defTabSz="914400">
              <a:lnSpc>
                <a:spcPct val="90000"/>
              </a:lnSpc>
              <a:spcBef>
                <a:spcPts val="620"/>
              </a:spcBef>
              <a:buClrTx/>
              <a:buFont typeface="Arial" pitchFamily="2" charset="0"/>
              <a:buChar char="•"/>
              <a:tabLst/>
              <a:defRPr sz="1115" cap="none"/>
            </a:pPr>
            <a:r>
              <a:rPr lang="en-us" sz="1735" b="1" cap="none">
                <a:solidFill>
                  <a:srgbClr val="000000"/>
                </a:solidFill>
              </a:rPr>
              <a:t>Double Lines: </a:t>
            </a:r>
            <a:r>
              <a:rPr lang="en-us" sz="1735" cap="none">
                <a:solidFill>
                  <a:srgbClr val="000000"/>
                </a:solidFill>
              </a:rPr>
              <a:t>These indicate the total participation of an entity in a relationship set.</a:t>
            </a:r>
            <a:endParaRPr lang="en-us" sz="1735" cap="none">
              <a:solidFill>
                <a:srgbClr val="000000"/>
              </a:solidFill>
              <a:latin typeface="Arial" pitchFamily="2" charset="0"/>
              <a:ea typeface="Calibri" pitchFamily="2" charset="0"/>
              <a:cs typeface="Calibri" pitchFamily="2" charset="0"/>
            </a:endParaRPr>
          </a:p>
          <a:p>
            <a:pPr marL="228600" indent="-228600" defTabSz="914400">
              <a:lnSpc>
                <a:spcPct val="90000"/>
              </a:lnSpc>
              <a:spcBef>
                <a:spcPts val="620"/>
              </a:spcBef>
              <a:buClrTx/>
              <a:buFont typeface="Arial" pitchFamily="2" charset="0"/>
              <a:buChar char="•"/>
              <a:tabLst/>
              <a:defRPr sz="1115" cap="none"/>
            </a:pPr>
            <a:r>
              <a:rPr lang="en-us" sz="1735" b="1" cap="none">
                <a:solidFill>
                  <a:srgbClr val="000000"/>
                </a:solidFill>
              </a:rPr>
              <a:t>Double Diamond: </a:t>
            </a:r>
            <a:r>
              <a:rPr lang="en-us" sz="1735" cap="none">
                <a:solidFill>
                  <a:srgbClr val="000000"/>
                </a:solidFill>
              </a:rPr>
              <a:t>These represent identifying relationship sets that are linked to weak entity sets. </a:t>
            </a:r>
            <a:endParaRPr lang="en-us" sz="1735" cap="none">
              <a:solidFill>
                <a:srgbClr val="000000"/>
              </a:solidFill>
              <a:latin typeface="Arial" pitchFamily="2" charset="0"/>
              <a:ea typeface="Calibri" pitchFamily="2" charset="0"/>
              <a:cs typeface="Calibri" pitchFamily="2" charset="0"/>
            </a:endParaRPr>
          </a:p>
          <a:p>
            <a:pPr marL="228600" indent="-228600" defTabSz="914400">
              <a:lnSpc>
                <a:spcPct val="90000"/>
              </a:lnSpc>
              <a:spcBef>
                <a:spcPts val="620"/>
              </a:spcBef>
              <a:buClrTx/>
              <a:buFont typeface="Arial" pitchFamily="2" charset="0"/>
              <a:buChar char="•"/>
              <a:tabLst/>
              <a:defRPr sz="1115" cap="none"/>
            </a:pPr>
            <a:r>
              <a:rPr lang="en-us" sz="1735" cap="none">
                <a:solidFill>
                  <a:srgbClr val="000000"/>
                </a:solidFill>
              </a:rPr>
              <a:t>E-R diagrams show a way to point out complex constraints on the number of times every entity takes part in the relationships in a relationship set.</a:t>
            </a:r>
            <a:endParaRPr lang="en-us" sz="1735" cap="none">
              <a:solidFill>
                <a:srgbClr val="000000"/>
              </a:solidFill>
              <a:latin typeface="Arial" pitchFamily="2" charset="0"/>
              <a:ea typeface="Calibri" pitchFamily="2" charset="0"/>
              <a:cs typeface="Calibri" pitchFamily="2" charset="0"/>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ceHolder 1"/>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gfw5ZxMAAAAlAAAAZAAAAA0AAAAAkAAAAEgAAACQAAAAS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KAUAAD8CAADXRQAAZQoAABAAAAAmAAAACAAAAL2QAAD/HwAA"/>
              </a:ext>
            </a:extLst>
          </p:cNvSpPr>
          <p:nvPr>
            <p:ph type="title"/>
          </p:nvPr>
        </p:nvSpPr>
        <p:spPr>
          <a:xfrm>
            <a:off x="838200" y="365125"/>
            <a:ext cx="10514965" cy="1324610"/>
          </a:xfrm>
          <a:noFill/>
          <a:ln>
            <a:noFill/>
          </a:ln>
        </p:spPr>
        <p:txBody>
          <a:bodyPr vert="horz" wrap="square" lIns="91440" tIns="45720" rIns="91440" bIns="45720" numCol="1" spcCol="215900" anchor="ctr">
            <a:prstTxWarp prst="textNoShape">
              <a:avLst/>
            </a:prstTxWarp>
          </a:bodyPr>
          <a:lstStyle/>
          <a:p>
            <a:pPr indent="0" algn="ctr" defTabSz="914400">
              <a:lnSpc>
                <a:spcPct val="90000"/>
              </a:lnSpc>
              <a:buNone/>
              <a:tabLst>
                <a:tab pos="0" algn="l"/>
              </a:tabLst>
            </a:pPr>
            <a:r>
              <a:rPr lang="en-us" b="1" cap="none">
                <a:solidFill>
                  <a:srgbClr val="000000"/>
                </a:solidFill>
                <a:latin typeface="Calibri Light" charset="0"/>
                <a:ea typeface="Basic Roman" pitchFamily="1" charset="0"/>
                <a:cs typeface="Basic Roman" pitchFamily="1" charset="0"/>
              </a:rPr>
              <a:t>Basic Structure</a:t>
            </a:r>
            <a:br/>
            <a:endParaRPr lang="en-us" cap="none">
              <a:solidFill>
                <a:srgbClr val="000000"/>
              </a:solidFill>
              <a:latin typeface="Arial" pitchFamily="2" charset="0"/>
              <a:ea typeface="Basic Roman" pitchFamily="1" charset="0"/>
              <a:cs typeface="Basic Roman" pitchFamily="1" charset="0"/>
            </a:endParaRPr>
          </a:p>
        </p:txBody>
      </p:sp>
      <p:sp>
        <p:nvSpPr>
          <p:cNvPr id="3" name="PlaceHolder 2"/>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gfw5ZxMAAAAlAAAAZAAAAA0AAAAAkAAAAEgAAACQAAAAS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KAUAADsLAADXRQAA/iUAABAAAAAmAAAACAAAAD2QAAD/HwAA"/>
              </a:ext>
            </a:extLst>
          </p:cNvSpPr>
          <p:nvPr>
            <p:ph type="body"/>
          </p:nvPr>
        </p:nvSpPr>
        <p:spPr>
          <a:xfrm>
            <a:off x="838200" y="1825625"/>
            <a:ext cx="10514965" cy="4350385"/>
          </a:xfrm>
          <a:noFill/>
          <a:ln>
            <a:noFill/>
          </a:ln>
        </p:spPr>
        <p:txBody>
          <a:bodyPr vert="horz" wrap="square" lIns="91440" tIns="45720" rIns="91440" bIns="45720" numCol="1" spcCol="215900" anchor="t">
            <a:prstTxWarp prst="textNoShape">
              <a:avLst/>
            </a:prstTxWarp>
          </a:bodyPr>
          <a:lstStyle/>
          <a:p>
            <a:pPr marL="228600" indent="-228600" defTabSz="914400">
              <a:lnSpc>
                <a:spcPct val="90000"/>
              </a:lnSpc>
              <a:spcBef>
                <a:spcPts val="840"/>
              </a:spcBef>
              <a:buClrTx/>
              <a:buFont typeface="Arial" pitchFamily="2" charset="0"/>
              <a:buChar char="•"/>
              <a:tabLst/>
              <a:defRPr sz="1510" cap="none"/>
            </a:pPr>
            <a:r>
              <a:rPr lang="en-us" sz="2350" cap="none">
                <a:solidFill>
                  <a:srgbClr val="000000"/>
                </a:solidFill>
              </a:rPr>
              <a:t>Entities: These are the main objects or concepts in the system that are represented as rectangles. </a:t>
            </a:r>
            <a:endParaRPr lang="en-us" sz="2350" cap="none">
              <a:solidFill>
                <a:srgbClr val="000000"/>
              </a:solidFill>
              <a:latin typeface="Arial" pitchFamily="2" charset="0"/>
              <a:ea typeface="Calibri" pitchFamily="2" charset="0"/>
              <a:cs typeface="Calibri" pitchFamily="2" charset="0"/>
            </a:endParaRPr>
          </a:p>
          <a:p>
            <a:pPr marL="228600" indent="-228600" defTabSz="914400">
              <a:lnSpc>
                <a:spcPct val="90000"/>
              </a:lnSpc>
              <a:spcBef>
                <a:spcPts val="840"/>
              </a:spcBef>
              <a:buClrTx/>
              <a:buFont typeface="Arial" pitchFamily="2" charset="0"/>
              <a:buChar char="•"/>
              <a:tabLst/>
              <a:defRPr sz="1510" cap="none"/>
            </a:pPr>
            <a:r>
              <a:rPr lang="en-us" sz="2350" cap="none">
                <a:solidFill>
                  <a:srgbClr val="000000"/>
                </a:solidFill>
              </a:rPr>
              <a:t>Attributes: These are the characteristics or properties of the entities that are represented as ovals or circles. </a:t>
            </a:r>
            <a:endParaRPr lang="en-us" sz="2350" cap="none">
              <a:solidFill>
                <a:srgbClr val="000000"/>
              </a:solidFill>
              <a:latin typeface="Arial" pitchFamily="2" charset="0"/>
              <a:ea typeface="Calibri" pitchFamily="2" charset="0"/>
              <a:cs typeface="Calibri" pitchFamily="2" charset="0"/>
            </a:endParaRPr>
          </a:p>
          <a:p>
            <a:pPr marL="228600" indent="-228600" defTabSz="914400">
              <a:lnSpc>
                <a:spcPct val="90000"/>
              </a:lnSpc>
              <a:spcBef>
                <a:spcPts val="840"/>
              </a:spcBef>
              <a:buClrTx/>
              <a:buFont typeface="Arial" pitchFamily="2" charset="0"/>
              <a:buChar char="•"/>
              <a:tabLst/>
              <a:defRPr sz="1510" cap="none"/>
            </a:pPr>
            <a:r>
              <a:rPr lang="en-us" sz="2350" cap="none">
                <a:solidFill>
                  <a:srgbClr val="000000"/>
                </a:solidFill>
              </a:rPr>
              <a:t>Relationships: These are the associations or connections between the entities that are represented as diamond shapes. </a:t>
            </a:r>
            <a:endParaRPr lang="en-us" sz="2350" cap="none">
              <a:solidFill>
                <a:srgbClr val="000000"/>
              </a:solidFill>
              <a:latin typeface="Arial" pitchFamily="2" charset="0"/>
              <a:ea typeface="Calibri" pitchFamily="2" charset="0"/>
              <a:cs typeface="Calibri" pitchFamily="2" charset="0"/>
            </a:endParaRPr>
          </a:p>
          <a:p>
            <a:pPr marL="228600" indent="-228600" defTabSz="914400">
              <a:lnSpc>
                <a:spcPct val="90000"/>
              </a:lnSpc>
              <a:spcBef>
                <a:spcPts val="840"/>
              </a:spcBef>
              <a:buClrTx/>
              <a:buFont typeface="Arial" pitchFamily="2" charset="0"/>
              <a:buChar char="•"/>
              <a:tabLst/>
              <a:defRPr sz="1510" cap="none"/>
            </a:pPr>
            <a:r>
              <a:rPr lang="en-us" sz="2350" cap="none">
                <a:solidFill>
                  <a:srgbClr val="000000"/>
                </a:solidFill>
              </a:rPr>
              <a:t>Cardinality: The cardinality of a relationship is represented by a line connecting the diamond shape to the entity rectangle with a cardinality symbol written on it. </a:t>
            </a:r>
            <a:endParaRPr lang="en-us" sz="2350" cap="none">
              <a:solidFill>
                <a:srgbClr val="000000"/>
              </a:solidFill>
              <a:latin typeface="Arial" pitchFamily="2" charset="0"/>
              <a:ea typeface="Calibri" pitchFamily="2" charset="0"/>
              <a:cs typeface="Calibri" pitchFamily="2" charset="0"/>
            </a:endParaRPr>
          </a:p>
          <a:p>
            <a:pPr marL="228600" indent="-228600" defTabSz="914400">
              <a:lnSpc>
                <a:spcPct val="90000"/>
              </a:lnSpc>
              <a:spcBef>
                <a:spcPts val="840"/>
              </a:spcBef>
              <a:buClrTx/>
              <a:buFont typeface="Arial" pitchFamily="2" charset="0"/>
              <a:buChar char="•"/>
              <a:tabLst/>
              <a:defRPr sz="1510" cap="none"/>
            </a:pPr>
            <a:r>
              <a:rPr lang="en-us" sz="2350" cap="none">
                <a:solidFill>
                  <a:srgbClr val="000000"/>
                </a:solidFill>
              </a:rPr>
              <a:t>Keys: These are used to uniquely identify each entity instance. </a:t>
            </a:r>
            <a:endParaRPr lang="en-us" sz="2350" cap="none">
              <a:solidFill>
                <a:srgbClr val="000000"/>
              </a:solidFill>
              <a:latin typeface="Arial" pitchFamily="2" charset="0"/>
              <a:ea typeface="Calibri" pitchFamily="2" charset="0"/>
              <a:cs typeface="Calibri" pitchFamily="2" charset="0"/>
            </a:endParaRPr>
          </a:p>
          <a:p>
            <a:pPr marL="685800" lvl="1" indent="-228600" defTabSz="914400">
              <a:lnSpc>
                <a:spcPct val="90000"/>
              </a:lnSpc>
              <a:spcBef>
                <a:spcPts val="415"/>
              </a:spcBef>
              <a:buClrTx/>
              <a:buFont typeface="Arial" pitchFamily="2" charset="0"/>
              <a:buChar char="•"/>
              <a:tabLst/>
              <a:defRPr sz="1510" cap="none"/>
            </a:pPr>
            <a:r>
              <a:rPr lang="en-us" sz="2015" cap="none">
                <a:solidFill>
                  <a:srgbClr val="000000"/>
                </a:solidFill>
              </a:rPr>
              <a:t>Primary Key: A primary key is represented by an underline under the attribute name.</a:t>
            </a:r>
            <a:endParaRPr lang="en-us" sz="2015" cap="none">
              <a:solidFill>
                <a:srgbClr val="000000"/>
              </a:solidFill>
              <a:latin typeface="Arial" pitchFamily="2" charset="0"/>
              <a:ea typeface="Calibri" pitchFamily="2" charset="0"/>
              <a:cs typeface="Calibri" pitchFamily="2" charset="0"/>
            </a:endParaRPr>
          </a:p>
          <a:p>
            <a:pPr marL="685800" lvl="1" indent="-228600" defTabSz="914400">
              <a:lnSpc>
                <a:spcPct val="90000"/>
              </a:lnSpc>
              <a:spcBef>
                <a:spcPts val="415"/>
              </a:spcBef>
              <a:buClrTx/>
              <a:buFont typeface="Arial" pitchFamily="2" charset="0"/>
              <a:buChar char="•"/>
              <a:tabLst/>
              <a:defRPr sz="1510" cap="none"/>
            </a:pPr>
            <a:r>
              <a:rPr lang="en-us" sz="2015" cap="none">
                <a:solidFill>
                  <a:srgbClr val="000000"/>
                </a:solidFill>
              </a:rPr>
              <a:t>Foreign Key: A foreign key is represented by a dashed underline under the attribute name.</a:t>
            </a:r>
            <a:endParaRPr lang="en-us" sz="2015" cap="none">
              <a:solidFill>
                <a:srgbClr val="000000"/>
              </a:solidFill>
              <a:latin typeface="Arial" pitchFamily="2" charset="0"/>
              <a:ea typeface="Calibri" pitchFamily="2" charset="0"/>
              <a:cs typeface="Calibri" pitchFamily="2" charset="0"/>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1"/>
          <p:cNvPicPr>
            <a:extLst>
              <a:ext uri="smNativeData">
                <pr:smNativeData xmlns="smNativeData" xmlns:pr="smNativeData" xmlns:p15="http://schemas.microsoft.com/office/powerpoint/2012/main" xmlns:p14="http://schemas.microsoft.com/office/powerpoint/2010/main" xmlns:mc="http://schemas.openxmlformats.org/markup-compatibility/2006" val="SMDATA_17_gfw5ZxMAAAAlAAAAEQAAAA0AAAAAkAAAAEgAAACQAAAAS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AcAAAA4AAAAAAAAAAAAAAAAAAAA////AAAAAAAAAAAAAAAAAAAAAAAAAAAAAAAAAAAAAABkAAAAZAAAAAAAAAAjAAAABAAAAGQAAAAXAAAAFAAAAAAAAAAAAAAA/38AAP9/AAAAAAAACQAAAAQAAAAAAAAAHgAAAGgAAAAAAAAAAAAAAAAAAAAAAAAAAAAAABAnAAAQJwAAAAAAAAAAAAAAAAAAAAAAAAAAAAAAAAAAAAAAAAAAAAAUAAAAAAAAAMDA/wAAAAAAZAAAADIAAAAAAAAAZAAAAAAAAAB/f38ACgAAACIAAAAYAAAAAAAAAAAAAAAAAAAAAAAAAAAAAAAAAAAAJAAAACQAAAAAAAAABwAAAAAAAAAAAAAAAAAAAAAAAAAAAAAAAAAAAH9/fwAlAAAAWAAAAAAAAAAAAAAAAAAAAAAAAAAAAAAAAAAAAAAAAAAAAAAAAAAAAAAAAAAAAAAAPwAAAAAAAACghgEAAAAAAAAAAAAAAAAADAAAAAEAAAAAAAAAAAAAAAAAAAAfAAAAVAAAAAAAAAUAAAABAAAAAAAAAAAAAAAAAAAAAAAAAAAAAAAAAAAAAAAAAAAAAAACf39/AAAAAAPMzMwAwMD/AH9/fwAAAAAAAAAAAAAAAAD///8AAAAAACEAAAAYAAAAFAAAALgaAABnAQAAfzEAAF8nAAAQAAAAJgAAAAgAAAD//////////w=="/>
              </a:ext>
            </a:extLst>
          </p:cNvPicPr>
          <p:nvPr/>
        </p:nvPicPr>
        <p:blipFill>
          <a:blip r:embed="rId2"/>
          <a:stretch>
            <a:fillRect/>
          </a:stretch>
        </p:blipFill>
        <p:spPr>
          <a:xfrm>
            <a:off x="4343400" y="227965"/>
            <a:ext cx="3702685" cy="6172200"/>
          </a:xfrm>
          <a:prstGeom prst="rect">
            <a:avLst/>
          </a:prstGeom>
          <a:noFill/>
          <a:ln>
            <a:noFill/>
          </a:ln>
          <a:effectLst/>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4"/>
          <p:cNvPicPr>
            <a:extLst>
              <a:ext uri="smNativeData">
                <pr:smNativeData xmlns="smNativeData" xmlns:pr="smNativeData" xmlns:p15="http://schemas.microsoft.com/office/powerpoint/2012/main" xmlns:p14="http://schemas.microsoft.com/office/powerpoint/2010/main" xmlns:mc="http://schemas.openxmlformats.org/markup-compatibility/2006" val="SMDATA_17_gfw5ZxMAAAAlAAAAEQAAAA0AAAAAkAAAAEgAAACQAAAAS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AcAAAA4AAAAAAAAAAAAAAAAAAAA////AAAAAAAAAAAAAAAAAAAAAAAAAAAAAAAAAAAAAABkAAAAZAAAAAAAAAAjAAAABAAAAGQAAAAXAAAAFAAAAAAAAAAAAAAA/38AAP9/AAAAAAAACQAAAAQAAAAAAAAAHgAAAGgAAAAAAAAAAAAAAAAAAAAAAAAAAAAAABAnAAAQJwAAAAAAAAAAAAAAAAAAAAAAAAAAAAAAAAAAAAAAAAAAAAAUAAAAAAAAAMDA/wAAAAAAZAAAADIAAAAAAAAAZAAAAAAAAAB/f38ACgAAACIAAAAYAAAAAAAAAAAAAAAAAAAAAAAAAAAAAAAAAAAAJAAAACQAAAAAAAAABwAAAAAAAAAAAAAAAAAAAAAAAAAAAAAAAAAAAH9/fwAlAAAAWAAAAAAAAAAAAAAAAAAAAAAAAAAAAAAAAAAAAAAAAAAAAAAAAAAAAAAAAAAAAAAAPwAAAAAAAACghgEAAAAAAAAAAAAAAAAADAAAAAEAAAAAAAAAAAAAAAAAAAAfAAAAVAAAAAAAAAUAAAABAAAAAAAAAAAAAAAAAAAAAAAAAAAAAAAAAAAAAAAAAAAAAAACf39/AAAAAAPMzMwAwMD/AH9/fwAAAAAAAAAAAAAAAAD///8AAAAAACEAAAAYAAAAFAAAAGUGAADuCQAAmkQAAD8aAAAQAAAAJgAAAAgAAAD//////////w=="/>
              </a:ext>
            </a:extLst>
          </p:cNvPicPr>
          <p:nvPr/>
        </p:nvPicPr>
        <p:blipFill>
          <a:blip r:embed="rId2"/>
          <a:stretch>
            <a:fillRect/>
          </a:stretch>
        </p:blipFill>
        <p:spPr>
          <a:xfrm>
            <a:off x="1039495" y="1614170"/>
            <a:ext cx="10112375" cy="2652395"/>
          </a:xfrm>
          <a:prstGeom prst="rect">
            <a:avLst/>
          </a:prstGeom>
          <a:noFill/>
          <a:ln>
            <a:noFill/>
          </a:ln>
          <a:effectLst/>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ceHolder 1"/>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gfw5ZxMAAAAlAAAAZAAAAA0AAAAAkAAAAEgAAACQAAAAS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KAUAAD8CAADXRQAAZQoAABAAAAAmAAAACAAAAL2QAAD/HwAA"/>
              </a:ext>
            </a:extLst>
          </p:cNvSpPr>
          <p:nvPr>
            <p:ph type="title"/>
          </p:nvPr>
        </p:nvSpPr>
        <p:spPr>
          <a:xfrm>
            <a:off x="838200" y="365125"/>
            <a:ext cx="10514965" cy="1324610"/>
          </a:xfrm>
          <a:noFill/>
          <a:ln>
            <a:noFill/>
          </a:ln>
        </p:spPr>
        <p:txBody>
          <a:bodyPr vert="horz" wrap="square" lIns="91440" tIns="45720" rIns="91440" bIns="45720" numCol="1" spcCol="215900" anchor="ctr">
            <a:prstTxWarp prst="textNoShape">
              <a:avLst/>
            </a:prstTxWarp>
          </a:bodyPr>
          <a:lstStyle/>
          <a:p>
            <a:pPr indent="0" algn="ctr" defTabSz="914400">
              <a:lnSpc>
                <a:spcPct val="90000"/>
              </a:lnSpc>
              <a:buNone/>
              <a:tabLst>
                <a:tab pos="0" algn="l"/>
              </a:tabLst>
            </a:pPr>
            <a:r>
              <a:rPr lang="en-us" b="1" cap="none">
                <a:solidFill>
                  <a:srgbClr val="000000"/>
                </a:solidFill>
                <a:latin typeface="Calibri Light" charset="0"/>
                <a:ea typeface="Basic Roman" pitchFamily="1" charset="0"/>
                <a:cs typeface="Basic Roman" pitchFamily="1" charset="0"/>
              </a:rPr>
              <a:t>Mapping Cardinalities</a:t>
            </a:r>
            <a:endParaRPr lang="en-us" cap="none">
              <a:solidFill>
                <a:srgbClr val="000000"/>
              </a:solidFill>
              <a:latin typeface="Arial" pitchFamily="2" charset="0"/>
              <a:ea typeface="Basic Roman" pitchFamily="1" charset="0"/>
              <a:cs typeface="Basic Roman" pitchFamily="1" charset="0"/>
            </a:endParaRPr>
          </a:p>
        </p:txBody>
      </p:sp>
      <p:pic>
        <p:nvPicPr>
          <p:cNvPr id="3" name="Content Placeholder 6"/>
          <p:cNvPicPr>
            <a:extLst>
              <a:ext uri="smNativeData">
                <pr:smNativeData xmlns="smNativeData" xmlns:pr="smNativeData" xmlns:p15="http://schemas.microsoft.com/office/powerpoint/2012/main" xmlns:p14="http://schemas.microsoft.com/office/powerpoint/2010/main" xmlns:mc="http://schemas.openxmlformats.org/markup-compatibility/2006" val="SMDATA_17_gfw5ZxMAAAAlAAAAEQAAAA0AAAAAkAAAAEgAAACQAAAAS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AcAAAA4AAAAAAAAAAAAAAAAAAAA////AAAAAAAAAAAAAAAAAAAAAAAAAAAAAAAAAAAAAABkAAAAZAAAAAAAAAAjAAAABAAAAGQAAAAXAAAAFAAAAAAAAAAAAAAA/38AAP9/AAAAAAAACQAAAAQAAAAAAAAAHgAAAGgAAAAAAAAAAAAAAAAAAAAAAAAAAAAAABAnAAAQJwAAAAAAAAAAAAAAAAAAAAAAAAAAAAAAAAAAAAAAAAAAAAAUAAAAAAAAAMDA/wAAAAAAZAAAADIAAAAAAAAAZAAAAAAAAAB/f38ACgAAACIAAAAYAAAAAAAAAAAAAAAAAAAAAAAAAAAAAAAAAAAAJAAAACQAAAAAAAAABwAAAAAAAAAAAAAAAAAAAAAAAAAAAAAAAAAAAH9/fwAlAAAAWAAAAAAAAAAAAAAAAAAAAAAAAAAAAAAAAAAAAAAAAAAAAAAAAAAAAAAAAAAAAAAAPwAAAAAAAACghgEAAAAAAAAAAAAAAAAADAAAAAEAAAAAAAAAAAAAAAAAAAAfAAAAVAAAAAAAAAUAAAABAAAAAAAAAAAAAAAAAAAAAAAAAAAAAAAAAAAAAAAAAAAAAAACf39/AAAAAAPMzMwAwMD/AH9/fwAAAAAAAAAAAAAAAAD///8AAAAAACEAAAAYAAAAFAAAACgFAACWCQAAfyUAAMUVAAAQAAAAJgAAAAgAAAD//////////w=="/>
              </a:ext>
            </a:extLst>
          </p:cNvPicPr>
          <p:nvPr/>
        </p:nvPicPr>
        <p:blipFill>
          <a:blip r:embed="rId2"/>
          <a:stretch>
            <a:fillRect/>
          </a:stretch>
        </p:blipFill>
        <p:spPr>
          <a:xfrm>
            <a:off x="838200" y="1558290"/>
            <a:ext cx="5257165" cy="1980565"/>
          </a:xfrm>
          <a:prstGeom prst="rect">
            <a:avLst/>
          </a:prstGeom>
          <a:noFill/>
          <a:ln>
            <a:noFill/>
          </a:ln>
          <a:effectLst/>
        </p:spPr>
      </p:pic>
      <p:pic>
        <p:nvPicPr>
          <p:cNvPr id="4" name="Picture 8"/>
          <p:cNvPicPr>
            <a:extLst>
              <a:ext uri="smNativeData">
                <pr:smNativeData xmlns="smNativeData" xmlns:pr="smNativeData" xmlns:p15="http://schemas.microsoft.com/office/powerpoint/2012/main" xmlns:p14="http://schemas.microsoft.com/office/powerpoint/2010/main" xmlns:mc="http://schemas.openxmlformats.org/markup-compatibility/2006" val="SMDATA_17_gfw5ZxMAAAAlAAAAEQAAAA0AAAAAkAAAAEgAAACQAAAAS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AcAAAA4AAAAAAAAAAAAAAAAAAAA////AAAAAAAAAAAAAAAAAAAAAAAAAAAAAAAAAAAAAABkAAAAZAAAAAAAAAAjAAAABAAAAGQAAAAXAAAAFAAAAAAAAAAAAAAA/38AAP9/AAAAAAAACQAAAAQAAAAAAAAAHgAAAGgAAAAAAAAAAAAAAAAAAAAAAAAAAAAAABAnAAAQJwAAAAAAAAAAAAAAAAAAAAAAAAAAAAAAAAAAAAAAAAAAAAAUAAAAAAAAAMDA/wAAAAAAZAAAADIAAAAAAAAAZAAAAAAAAAB/f38ACgAAACIAAAAYAAAAAAAAAAAAAAAAAAAAAAAAAAAAAAAAAAAAJAAAACQAAAAAAAAABwAAAAAAAAAAAAAAAAAAAAAAAAAAAAAAAAAAAH9/fwAlAAAAWAAAAAAAAAAAAAAAAAAAAAAAAAAAAAAAAAAAAAAAAAAAAAAAAAAAAAAAAAAAAAAAPwAAAAAAAACghgEAAAAAAAAAAAAAAAAADAAAAAEAAAAAAAAAAAAAAAAAAAAfAAAAVAAAAAAAAAUAAAABAAAAAAAAAAAAAAAAAAAAAAAAAAAAAAAAAAAAAAAAAAAAAAACf39/AAAAAAPMzMwAwMD/AH9/fwAAAAAAAAAAAAAAAAD///8AAAAAACEAAAAYAAAAFAAAACAmAACtCQAAtUcAAH8WAAAQAAAAJgAAAAgAAAD//////////w=="/>
              </a:ext>
            </a:extLst>
          </p:cNvPicPr>
          <p:nvPr/>
        </p:nvPicPr>
        <p:blipFill>
          <a:blip r:embed="rId3"/>
          <a:stretch>
            <a:fillRect/>
          </a:stretch>
        </p:blipFill>
        <p:spPr>
          <a:xfrm>
            <a:off x="6197600" y="1572895"/>
            <a:ext cx="5459095" cy="2084070"/>
          </a:xfrm>
          <a:prstGeom prst="rect">
            <a:avLst/>
          </a:prstGeom>
          <a:noFill/>
          <a:ln>
            <a:noFill/>
          </a:ln>
          <a:effectLst/>
        </p:spPr>
      </p:pic>
      <p:pic>
        <p:nvPicPr>
          <p:cNvPr id="5" name="Picture 10"/>
          <p:cNvPicPr>
            <a:extLst>
              <a:ext uri="smNativeData">
                <pr:smNativeData xmlns="smNativeData" xmlns:pr="smNativeData" xmlns:p15="http://schemas.microsoft.com/office/powerpoint/2012/main" xmlns:p14="http://schemas.microsoft.com/office/powerpoint/2010/main" xmlns:mc="http://schemas.openxmlformats.org/markup-compatibility/2006" val="SMDATA_17_gfw5ZxMAAAAlAAAAEQAAAA0AAAAAkAAAAEgAAACQAAAAS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AcAAAA4AAAAAAAAAAAAAAAAAAAA////AAAAAAAAAAAAAAAAAAAAAAAAAAAAAAAAAAAAAABkAAAAZAAAAAAAAAAjAAAABAAAAGQAAAAXAAAAFAAAAAAAAAAAAAAA/38AAP9/AAAAAAAACQAAAAQAAAAAAAAAHgAAAGgAAAAAAAAAAAAAAAAAAAAAAAAAAAAAABAnAAAQJwAAAAAAAAAAAAAAAAAAAAAAAAAAAAAAAAAAAAAAAAAAAAAUAAAAAAAAAMDA/wAAAAAAZAAAADIAAAAAAAAAZAAAAAAAAAB/f38ACgAAACIAAAAYAAAAAAAAAAAAAAAAAAAAAAAAAAAAAAAAAAAAJAAAACQAAAAAAAAABwAAAAAAAAAAAAAAAAAAAAAAAAAAAAAAAAAAAH9/fwAlAAAAWAAAAAAAAAAAAAAAAAAAAAAAAAAAAAAAAAAAAAAAAAAAAAAAAAAAAAAAAAAAAAAAPwAAAAAAAACghgEAAAAAAAAAAAAAAAAADAAAAAEAAAAAAAAAAAAAAAAAAAAfAAAAVAAAAAAAAAUAAAABAAAAAAAAAAAAAAAAAAAAAAAAAAAAAAAAAAAAAAAAAAAAAAACf39/AAAAAAPMzMwAwMD/AH9/fwAAAAAAAAAAAAAAAAD///8AAAAAACEAAAAYAAAAFAAAACgFAABgGgAAQyUAAMgkAAAQAAAAJgAAAAgAAAD//////////w=="/>
              </a:ext>
            </a:extLst>
          </p:cNvPicPr>
          <p:nvPr/>
        </p:nvPicPr>
        <p:blipFill>
          <a:blip r:embed="rId4"/>
          <a:stretch>
            <a:fillRect/>
          </a:stretch>
        </p:blipFill>
        <p:spPr>
          <a:xfrm>
            <a:off x="838200" y="4287520"/>
            <a:ext cx="5219065" cy="1691640"/>
          </a:xfrm>
          <a:prstGeom prst="rect">
            <a:avLst/>
          </a:prstGeom>
          <a:noFill/>
          <a:ln>
            <a:noFill/>
          </a:ln>
          <a:effectLst/>
        </p:spPr>
      </p:pic>
      <p:pic>
        <p:nvPicPr>
          <p:cNvPr id="6" name="Picture 12"/>
          <p:cNvPicPr>
            <a:extLst>
              <a:ext uri="smNativeData">
                <pr:smNativeData xmlns="smNativeData" xmlns:pr="smNativeData" xmlns:p15="http://schemas.microsoft.com/office/powerpoint/2012/main" xmlns:p14="http://schemas.microsoft.com/office/powerpoint/2010/main" xmlns:mc="http://schemas.openxmlformats.org/markup-compatibility/2006" val="SMDATA_17_gfw5ZxMAAAAlAAAAEQAAAA0AAAAAkAAAAEgAAACQAAAAS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AcAAAA4AAAAAAAAAAAAAAAAAAAA////AAAAAAAAAAAAAAAAAAAAAAAAAAAAAAAAAAAAAABkAAAAZAAAAAAAAAAjAAAABAAAAGQAAAAXAAAAFAAAAAAAAAAAAAAA/38AAP9/AAAAAAAACQAAAAQAAAAAAAAAHgAAAGgAAAAAAAAAAAAAAAAAAAAAAAAAAAAAABAnAAAQJwAAAAAAAAAAAAAAAAAAAAAAAAAAAAAAAAAAAAAAAAAAAAAUAAAAAAAAAMDA/wAAAAAAZAAAADIAAAAAAAAAZAAAAAAAAAB/f38ACgAAACIAAAAYAAAAAAAAAAAAAAAAAAAAAAAAAAAAAAAAAAAAJAAAACQAAAAAAAAABwAAAAAAAAAAAAAAAAAAAAAAAAAAAAAAAAAAAH9/fwAlAAAAWAAAAAAAAAAAAAAAAAAAAAAAAAAAAAAAAAAAAAAAAAAAAAAAAAAAAAAAAAAAAAAAPwAAAAAAAACghgEAAAAAAAAAAAAAAAAADAAAAAEAAAAAAAAAAAAAAAAAAAAfAAAAVAAAAAAAAAUAAAABAAAAAAAAAAAAAAAAAAAAAAAAAAAAAAAAAAAAAAAAAAAAAAACf39/AAAAAAPMzMwAwMD/AH9/fwAAAAAAAAAAAAAAAAD///8AAAAAACEAAAAYAAAAFAAAAL4oAAD1GAAAoEcAAFEkAAAQAAAAJgAAAAgAAAD//////////w=="/>
              </a:ext>
            </a:extLst>
          </p:cNvPicPr>
          <p:nvPr/>
        </p:nvPicPr>
        <p:blipFill>
          <a:blip r:embed="rId5"/>
          <a:stretch>
            <a:fillRect/>
          </a:stretch>
        </p:blipFill>
        <p:spPr>
          <a:xfrm>
            <a:off x="6623050" y="4057015"/>
            <a:ext cx="5020310" cy="1846580"/>
          </a:xfrm>
          <a:prstGeom prst="rect">
            <a:avLst/>
          </a:prstGeom>
          <a:noFill/>
          <a:ln>
            <a:noFill/>
          </a:ln>
          <a:effectLst/>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ceHolder 1"/>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gfw5ZxMAAAAlAAAAZAAAAA0AAAAAkAAAAEgAAACQAAAAS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KAUAAD8CAADXRQAAZQoAABAAAAAmAAAACAAAAL2QAAD/HwAA"/>
              </a:ext>
            </a:extLst>
          </p:cNvSpPr>
          <p:nvPr>
            <p:ph type="title"/>
          </p:nvPr>
        </p:nvSpPr>
        <p:spPr>
          <a:xfrm>
            <a:off x="838200" y="365125"/>
            <a:ext cx="10514965" cy="1324610"/>
          </a:xfrm>
          <a:noFill/>
          <a:ln>
            <a:noFill/>
          </a:ln>
        </p:spPr>
        <p:txBody>
          <a:bodyPr vert="horz" wrap="square" lIns="91440" tIns="45720" rIns="91440" bIns="45720" numCol="1" spcCol="215900" anchor="ctr">
            <a:prstTxWarp prst="textNoShape">
              <a:avLst/>
            </a:prstTxWarp>
          </a:bodyPr>
          <a:lstStyle/>
          <a:p>
            <a:pPr indent="0" algn="ctr" defTabSz="914400">
              <a:lnSpc>
                <a:spcPct val="90000"/>
              </a:lnSpc>
              <a:buNone/>
              <a:tabLst>
                <a:tab pos="0" algn="l"/>
              </a:tabLst>
            </a:pPr>
            <a:r>
              <a:rPr lang="en-us" b="1" cap="none">
                <a:solidFill>
                  <a:srgbClr val="000000"/>
                </a:solidFill>
                <a:latin typeface="Calibri Light" charset="0"/>
                <a:ea typeface="Basic Roman" pitchFamily="1" charset="0"/>
                <a:cs typeface="Basic Roman" pitchFamily="1" charset="0"/>
              </a:rPr>
              <a:t>Complex Attributes</a:t>
            </a:r>
            <a:endParaRPr lang="en-us" cap="none">
              <a:solidFill>
                <a:srgbClr val="000000"/>
              </a:solidFill>
              <a:latin typeface="Arial" pitchFamily="2" charset="0"/>
              <a:ea typeface="Basic Roman" pitchFamily="1" charset="0"/>
              <a:cs typeface="Basic Roman" pitchFamily="1" charset="0"/>
            </a:endParaRPr>
          </a:p>
        </p:txBody>
      </p:sp>
      <p:pic>
        <p:nvPicPr>
          <p:cNvPr id="3" name="Content Placeholder 4"/>
          <p:cNvPicPr>
            <a:extLst>
              <a:ext uri="smNativeData">
                <pr:smNativeData xmlns="smNativeData" xmlns:pr="smNativeData" xmlns:p15="http://schemas.microsoft.com/office/powerpoint/2012/main" xmlns:p14="http://schemas.microsoft.com/office/powerpoint/2010/main" xmlns:mc="http://schemas.openxmlformats.org/markup-compatibility/2006" val="SMDATA_17_gfw5ZxMAAAAlAAAAEQAAAA0AAAAAkAAAAEgAAACQAAAAS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AcAAAA4AAAAAAAAAAAAAAAAAAAA////AAAAAAAAAAAAAAAAAAAAAAAAAAAAAAAAAAAAAABkAAAAZAAAAAAAAAAjAAAABAAAAGQAAAAXAAAAFAAAAAAAAAAAAAAA/38AAP9/AAAAAAAACQAAAAQAAAAAAAAAHgAAAGgAAAAAAAAAAAAAAAAAAAAAAAAAAAAAABAnAAAQJwAAAAAAAAAAAAAAAAAAAAAAAAAAAAAAAAAAAAAAAAAAAAAUAAAAAAAAAMDA/wAAAAAAZAAAADIAAAAAAAAAZAAAAAAAAAB/f38ACgAAACIAAAAYAAAAAAAAAAAAAAAAAAAAAAAAAAAAAAAAAAAAJAAAACQAAAAAAAAABwAAAAAAAAAAAAAAAAAAAAAAAAAAAAAAAAAAAH9/fwAlAAAAWAAAAAAAAAAAAAAAAAAAAAAAAAAAAAAAAAAAAAAAAAAAAAAAAAAAAAAAAAAAAAAAPwAAAAAAAACghgEAAAAAAAAAAAAAAAAADAAAAAEAAAAAAAAAAAAAAAAAAAAfAAAAVAAAAAAAAAUAAAABAAAAAAAAAAAAAAAAAAAAAAAAAAAAAAAAAAAAAAAAAAAAAAACf39/AAAAAAPMzMwAwMD/AH9/fwAAAAAAAAAAAAAAAAD///8AAAAAACEAAAAYAAAAFAAAAOUiAAAZCAAA/koAAK0kAAAQAAAAJgAAAAgAAAD//////////w=="/>
              </a:ext>
            </a:extLst>
          </p:cNvPicPr>
          <p:nvPr/>
        </p:nvPicPr>
        <p:blipFill>
          <a:blip r:embed="rId2"/>
          <a:stretch>
            <a:fillRect/>
          </a:stretch>
        </p:blipFill>
        <p:spPr>
          <a:xfrm>
            <a:off x="5672455" y="1316355"/>
            <a:ext cx="6518275" cy="4645660"/>
          </a:xfrm>
          <a:prstGeom prst="rect">
            <a:avLst/>
          </a:prstGeom>
          <a:noFill/>
          <a:ln>
            <a:noFill/>
          </a:ln>
          <a:effectLst/>
        </p:spPr>
      </p:pic>
      <p:pic>
        <p:nvPicPr>
          <p:cNvPr id="4" name="Picture 6"/>
          <p:cNvPicPr>
            <a:extLst>
              <a:ext uri="smNativeData">
                <pr:smNativeData xmlns="smNativeData" xmlns:pr="smNativeData" xmlns:p15="http://schemas.microsoft.com/office/powerpoint/2012/main" xmlns:p14="http://schemas.microsoft.com/office/powerpoint/2010/main" xmlns:mc="http://schemas.openxmlformats.org/markup-compatibility/2006" val="SMDATA_17_gfw5ZxMAAAAlAAAAEQAAAA0AAAAAkAAAAEgAAACQAAAAS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AcAAAA4AAAAAAAAAAAAAAAAAAAA////AAAAAAAAAAAAAAAAAAAAAAAAAAAAAAAAAAAAAABkAAAAZAAAAAAAAAAjAAAABAAAAGQAAAAXAAAAFAAAAAAAAAAAAAAA/38AAP9/AAAAAAAACQAAAAQAAAD/////HgAAAGgAAAAAAAAAAAAAAAAAAAAAAAAAAAAAABAnAAAQJwAAAAAAAAAAAAAAAAAAAAAAAAAAAAAAAAAAAAAAAAAAAAAUAAAAAAAAAMDA/wAAAAAAZAAAADIAAAAAAAAAZAAAAAAAAAB/f38ACgAAACIAAAAYAAAAAAAAAAAAAAAAAAAAAAAAAAAAAAAAAAAAJAAAACQAAAAAAAAABwAAAAAAAAAAAAAAAAAAAAAAAAAAAAAAAAAAAH9/fwAlAAAAWAAAAAAAAAAAAAAAAAAAAAAAAAAAAAAAAAAAAAAAAAAAAAAAAAAAAAAAAAAAAAAAPwAAAAAAAACghgEAAAAAAAAAAAAAAAAADAAAAAEAAAAAAAAAAAAAAAAAAAAfAAAAVAAAAAAAAAUAAAABAAAAAAAAAAAAAAAAAAAAAAAAAAAAAAAAAAAAAAAAAAAAAAACf39/AAAAAAPMzMwAwMD/AH9/fwAAAAAAAAAAAAAAAAD///8AAAAAACEAAAAYAAAAFAAAACgFAACBDgAAGiIAAEQeAAAQAAAAJgAAAAgAAAD//////////w=="/>
              </a:ext>
            </a:extLst>
          </p:cNvPicPr>
          <p:nvPr/>
        </p:nvPicPr>
        <p:blipFill>
          <a:blip r:embed="rId3"/>
          <a:stretch>
            <a:fillRect/>
          </a:stretch>
        </p:blipFill>
        <p:spPr>
          <a:xfrm>
            <a:off x="838200" y="2357755"/>
            <a:ext cx="4705350" cy="2562225"/>
          </a:xfrm>
          <a:prstGeom prst="rect">
            <a:avLst/>
          </a:prstGeom>
          <a:noFill/>
          <a:ln>
            <a:noFill/>
          </a:ln>
          <a:effectLst/>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ceHolder 1"/>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gfw5ZxMAAAAlAAAAZAAAAA0AAAAAkAAAAEgAAACQAAAAS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HYs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KAUAAD8CAADXRQAAZQoAABAAAAAmAAAACAAAAL2QAAD/HwAA"/>
              </a:ext>
            </a:extLst>
          </p:cNvSpPr>
          <p:nvPr>
            <p:ph type="title"/>
          </p:nvPr>
        </p:nvSpPr>
        <p:spPr>
          <a:xfrm>
            <a:off x="838200" y="365125"/>
            <a:ext cx="10514965" cy="1324610"/>
          </a:xfrm>
          <a:noFill/>
          <a:ln>
            <a:noFill/>
          </a:ln>
        </p:spPr>
        <p:txBody>
          <a:bodyPr vert="horz" wrap="square" lIns="91440" tIns="45720" rIns="91440" bIns="45720" numCol="1" spcCol="215900" anchor="ctr">
            <a:prstTxWarp prst="textNoShape">
              <a:avLst/>
            </a:prstTxWarp>
          </a:bodyPr>
          <a:lstStyle/>
          <a:p>
            <a:pPr indent="0" algn="ctr" defTabSz="914400">
              <a:lnSpc>
                <a:spcPct val="90000"/>
              </a:lnSpc>
              <a:buNone/>
              <a:tabLst>
                <a:tab pos="0" algn="l"/>
              </a:tabLst>
            </a:pPr>
            <a:r>
              <a:rPr lang="en-us" b="1" cap="none">
                <a:solidFill>
                  <a:srgbClr val="000000"/>
                </a:solidFill>
                <a:latin typeface="Calibri Light" charset="0"/>
                <a:ea typeface="Basic Roman" pitchFamily="1" charset="0"/>
                <a:cs typeface="Basic Roman" pitchFamily="1" charset="0"/>
              </a:rPr>
              <a:t>Roles</a:t>
            </a:r>
            <a:endParaRPr lang="en-us" cap="none">
              <a:solidFill>
                <a:srgbClr val="000000"/>
              </a:solidFill>
              <a:latin typeface="Arial" pitchFamily="2" charset="0"/>
              <a:ea typeface="Basic Roman" pitchFamily="1" charset="0"/>
              <a:cs typeface="Basic Roman" pitchFamily="1" charset="0"/>
            </a:endParaRPr>
          </a:p>
        </p:txBody>
      </p:sp>
      <p:sp>
        <p:nvSpPr>
          <p:cNvPr id="3" name="PlaceHolder 2"/>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gfw5ZxMAAAAlAAAAZAAAAA0AAAAAkAAAAEgAAACQAAAAS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KAUAADsLAADXRQAA/iUAABAAAAAmAAAACAAAAD2QAAD/HwAA"/>
              </a:ext>
            </a:extLst>
          </p:cNvSpPr>
          <p:nvPr>
            <p:ph type="body"/>
          </p:nvPr>
        </p:nvSpPr>
        <p:spPr>
          <a:xfrm>
            <a:off x="838200" y="1825625"/>
            <a:ext cx="10514965" cy="4350385"/>
          </a:xfrm>
          <a:noFill/>
          <a:ln>
            <a:noFill/>
          </a:ln>
        </p:spPr>
        <p:txBody>
          <a:bodyPr vert="horz" wrap="square" lIns="91440" tIns="45720" rIns="91440" bIns="45720" numCol="1" spcCol="215900" anchor="t">
            <a:prstTxWarp prst="textNoShape">
              <a:avLst/>
            </a:prstTxWarp>
          </a:bodyPr>
          <a:lstStyle/>
          <a:p>
            <a:pPr marL="228600" indent="-228600" defTabSz="914400">
              <a:lnSpc>
                <a:spcPct val="90000"/>
              </a:lnSpc>
              <a:spcBef>
                <a:spcPts val="1000"/>
              </a:spcBef>
              <a:buClrTx/>
              <a:buFont typeface="Arial" pitchFamily="2" charset="0"/>
              <a:buChar char="•"/>
              <a:tabLst/>
            </a:pPr>
            <a:r>
              <a:rPr lang="en-us" sz="2800" cap="none">
                <a:solidFill>
                  <a:srgbClr val="000000"/>
                </a:solidFill>
              </a:rPr>
              <a:t>Roles are indicated in E-R diagrams by labeling the lines that connect diamonds to rectangles.</a:t>
            </a:r>
            <a:endParaRPr lang="en-us" sz="2800" cap="none">
              <a:solidFill>
                <a:srgbClr val="000000"/>
              </a:solidFill>
              <a:latin typeface="Arial" pitchFamily="2" charset="0"/>
              <a:ea typeface="Calibri" pitchFamily="2" charset="0"/>
              <a:cs typeface="Calibri" pitchFamily="2" charset="0"/>
            </a:endParaRPr>
          </a:p>
          <a:p>
            <a:pPr marL="228600" indent="-228600" defTabSz="914400">
              <a:lnSpc>
                <a:spcPct val="90000"/>
              </a:lnSpc>
              <a:spcBef>
                <a:spcPts val="1000"/>
              </a:spcBef>
              <a:buClrTx/>
              <a:buFont typeface="Arial" pitchFamily="2" charset="0"/>
              <a:buChar char="•"/>
              <a:tabLst/>
            </a:pPr>
            <a:r>
              <a:rPr lang="en-us" sz="2800" cap="none">
                <a:solidFill>
                  <a:srgbClr val="000000"/>
                </a:solidFill>
              </a:rPr>
              <a:t>Roles are normally explicit and not specified.</a:t>
            </a:r>
            <a:endParaRPr lang="en-us" sz="2800" cap="none">
              <a:solidFill>
                <a:srgbClr val="000000"/>
              </a:solidFill>
              <a:latin typeface="Arial" pitchFamily="2" charset="0"/>
              <a:ea typeface="Calibri" pitchFamily="2" charset="0"/>
              <a:cs typeface="Calibri" pitchFamily="2" charset="0"/>
            </a:endParaRPr>
          </a:p>
          <a:p>
            <a:pPr marL="228600" indent="-228600" defTabSz="914400">
              <a:lnSpc>
                <a:spcPct val="90000"/>
              </a:lnSpc>
              <a:spcBef>
                <a:spcPts val="1000"/>
              </a:spcBef>
              <a:buClrTx/>
              <a:buFont typeface="Arial" pitchFamily="2" charset="0"/>
              <a:buChar char="•"/>
              <a:tabLst/>
            </a:pPr>
            <a:r>
              <a:rPr lang="en-us" sz="2800" cap="none">
                <a:solidFill>
                  <a:srgbClr val="000000"/>
                </a:solidFill>
              </a:rPr>
              <a:t>Example, The relationship works-for define in employees as manager or worker. The labels “manager” and “worker” are called roles; they specify how employee entities interact via the works-for relationship set.</a:t>
            </a:r>
            <a:endParaRPr lang="en-us" sz="2800" cap="none">
              <a:solidFill>
                <a:srgbClr val="000000"/>
              </a:solidFill>
              <a:latin typeface="Arial" pitchFamily="2" charset="0"/>
              <a:ea typeface="Calibri" pitchFamily="2" charset="0"/>
              <a:cs typeface="Calibri" pitchFamily="2" charset="0"/>
            </a:endParaRPr>
          </a:p>
          <a:p>
            <a:pPr indent="0" defTabSz="914400">
              <a:lnSpc>
                <a:spcPct val="90000"/>
              </a:lnSpc>
              <a:spcBef>
                <a:spcPts val="1000"/>
              </a:spcBef>
              <a:buNone/>
              <a:tabLst>
                <a:tab pos="0" algn="l"/>
              </a:tabLst>
            </a:pPr>
            <a:endParaRPr lang="en-us" sz="2800" cap="none">
              <a:solidFill>
                <a:srgbClr val="000000"/>
              </a:solidFill>
              <a:latin typeface="Arial" pitchFamily="2" charset="0"/>
              <a:ea typeface="Calibri" pitchFamily="2" charset="0"/>
              <a:cs typeface="Calibri" pitchFamily="2" charset="0"/>
            </a:endParaRPr>
          </a:p>
        </p:txBody>
      </p:sp>
      <p:pic>
        <p:nvPicPr>
          <p:cNvPr id="4" name="Picture 5"/>
          <p:cNvPicPr>
            <a:extLst>
              <a:ext uri="smNativeData">
                <pr:smNativeData xmlns="smNativeData" xmlns:pr="smNativeData" xmlns:p15="http://schemas.microsoft.com/office/powerpoint/2012/main" xmlns:p14="http://schemas.microsoft.com/office/powerpoint/2010/main" xmlns:mc="http://schemas.openxmlformats.org/markup-compatibility/2006" val="SMDATA_17_gfw5ZxMAAAAlAAAAEQAAAA0AAAAAkAAAAEgAAACQAAAAS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AcAAAA4AAAAAAAAAAAAAAAAAAAA////AAAAAAAAAAAAAAAAAAAAAAAAAAAAAAAAAAAAAABkAAAAZAAAAAAAAAAjAAAABAAAAGQAAAAXAAAAFAAAAAAAAAAAAAAA/38AAP9/AAAAAAAACQAAAAQAAABEAGcAHgAAAGgAAAAAAAAAAAAAAAAAAAAAAAAAAAAAABAnAAAQJwAAAAAAAAAAAAAAAAAAAAAAAAAAAAAAAAAAAAAAAAAAAAAUAAAAAAAAAMDA/wAAAAAAZAAAADIAAAAAAAAAZAAAAAAAAAB/f38ACgAAACIAAAAYAAAAAAAAAAAAAAAAAAAAAAAAAAAAAAAAAAAAJAAAACQAAAAAAAAABwAAAAAAAAAAAAAAAAAAAAAAAAAAAAAAAAAAAH9/fwAlAAAAWAAAAAAAAAAAAAAAAAAAAAAAAAAAAAAAAAAAAAAAAAAAAAAAAAAAAAAAAAAAAAAAPwAAAAAAAACghgEAAAAAAAAAAAAAAAAADAAAAAEAAAAAAAAAAAAAAAAAAAAfAAAAVAAAAAAAAAUAAAABAAAAAAAAAAAAAAAAAAAAAAAAAAAAAAAAAAAAAAAAAAAAAAACf39/AAAAAAPMzMwAwMD/AH9/fwAAAAAAAAAAAAAAAAD///8AAAAAACEAAAAYAAAAFAAAAMkpAAD9GgAAlkMAAPAnAAAQAAAAJgAAAAgAAAD//////////w=="/>
              </a:ext>
            </a:extLst>
          </p:cNvPicPr>
          <p:nvPr/>
        </p:nvPicPr>
        <p:blipFill>
          <a:blip r:embed="rId2"/>
          <a:stretch>
            <a:fillRect/>
          </a:stretch>
        </p:blipFill>
        <p:spPr>
          <a:xfrm>
            <a:off x="6792595" y="4387215"/>
            <a:ext cx="4194175" cy="2105025"/>
          </a:xfrm>
          <a:prstGeom prst="rect">
            <a:avLst/>
          </a:prstGeom>
          <a:noFill/>
          <a:ln>
            <a:noFill/>
          </a:ln>
          <a:effectLst/>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ceHolder 1"/>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gfw5ZxMAAAAlAAAAZAAAAA0AAAAAAAAAAAAAAAAAAAAAA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dUB1U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KAUAAD8CAADXRQAAZQoAABAAAAAmAAAACAAAAL2QAAD/HwAA"/>
              </a:ext>
            </a:extLst>
          </p:cNvSpPr>
          <p:nvPr>
            <p:ph type="title"/>
          </p:nvPr>
        </p:nvSpPr>
        <p:spPr>
          <a:xfrm>
            <a:off x="838200" y="365125"/>
            <a:ext cx="10514965" cy="1324610"/>
          </a:xfrm>
          <a:noFill/>
          <a:ln>
            <a:noFill/>
          </a:ln>
        </p:spPr>
        <p:txBody>
          <a:bodyPr vert="horz" wrap="square" lIns="0" tIns="0" rIns="0" bIns="0" numCol="1" spcCol="215900" anchor="ctr">
            <a:prstTxWarp prst="textNoShape">
              <a:avLst/>
            </a:prstTxWarp>
          </a:bodyPr>
          <a:lstStyle/>
          <a:p>
            <a:pPr indent="0" defTabSz="914400">
              <a:lnSpc>
                <a:spcPct val="100000"/>
              </a:lnSpc>
              <a:buNone/>
              <a:tabLst>
                <a:tab pos="0" algn="l"/>
              </a:tabLst>
            </a:pPr>
            <a:r>
              <a:rPr lang="en-us" sz="3200" cap="none">
                <a:solidFill>
                  <a:srgbClr val="000000"/>
                </a:solidFill>
                <a:latin typeface="Times New Roman" pitchFamily="1" charset="0"/>
                <a:ea typeface="Basic Roman" pitchFamily="1" charset="0"/>
                <a:cs typeface="Basic Roman" pitchFamily="1" charset="0"/>
              </a:rPr>
              <a:t>Roles</a:t>
            </a:r>
            <a:endParaRPr lang="en-us" sz="3200" cap="none">
              <a:solidFill>
                <a:srgbClr val="000000"/>
              </a:solidFill>
              <a:latin typeface="Arial" pitchFamily="2" charset="0"/>
              <a:ea typeface="Basic Roman" pitchFamily="1" charset="0"/>
              <a:cs typeface="Basic Roman" pitchFamily="1" charset="0"/>
            </a:endParaRPr>
          </a:p>
        </p:txBody>
      </p:sp>
      <p:sp>
        <p:nvSpPr>
          <p:cNvPr id="3" name="PlaceHolder 2"/>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gfw5ZxMAAAAlAAAAZAAAAA0AAAAAAAAAAAAAAAAAAAAAA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KAUAADsLAADXRQAA/iUAABAAAAAmAAAACAAAAD2QAAD/HwAA"/>
              </a:ext>
            </a:extLst>
          </p:cNvSpPr>
          <p:nvPr>
            <p:ph type="body"/>
          </p:nvPr>
        </p:nvSpPr>
        <p:spPr>
          <a:xfrm>
            <a:off x="838200" y="1825625"/>
            <a:ext cx="10514965" cy="4350385"/>
          </a:xfrm>
          <a:noFill/>
          <a:ln>
            <a:noFill/>
          </a:ln>
        </p:spPr>
        <p:txBody>
          <a:bodyPr vert="horz" wrap="square" lIns="0" tIns="0" rIns="0" bIns="0" numCol="1" spcCol="215900" anchor="t">
            <a:prstTxWarp prst="textNoShape">
              <a:avLst/>
            </a:prstTxWarp>
          </a:bodyPr>
          <a:lstStyle/>
          <a:p>
            <a:pPr marL="431800" indent="-323850">
              <a:lnSpc>
                <a:spcPct val="90000"/>
              </a:lnSpc>
              <a:spcBef>
                <a:spcPts val="1145"/>
              </a:spcBef>
              <a:buClrTx/>
              <a:buSzPts val="1020"/>
              <a:buFont typeface="Wingdings" charset="0"/>
              <a:buChar char=""/>
              <a:defRPr sz="1460" cap="none"/>
            </a:pPr>
            <a:r>
              <a:rPr lang="en-us" sz="2270" cap="none">
                <a:solidFill>
                  <a:srgbClr val="000000"/>
                </a:solidFill>
              </a:rPr>
              <a:t> A role is a label or name associated with an entity's participation in a specific relationship. </a:t>
            </a:r>
            <a:endParaRPr lang="en-us" sz="2270" cap="none">
              <a:solidFill>
                <a:srgbClr val="000000"/>
              </a:solidFill>
              <a:latin typeface="Arial" pitchFamily="2" charset="0"/>
              <a:ea typeface="Calibri" pitchFamily="2" charset="0"/>
              <a:cs typeface="Calibri" pitchFamily="2" charset="0"/>
            </a:endParaRPr>
          </a:p>
          <a:p>
            <a:pPr marL="431800" indent="-323850">
              <a:lnSpc>
                <a:spcPct val="90000"/>
              </a:lnSpc>
              <a:spcBef>
                <a:spcPts val="1145"/>
              </a:spcBef>
              <a:buClrTx/>
              <a:buSzPts val="1020"/>
              <a:buFont typeface="Wingdings" charset="0"/>
              <a:buChar char=""/>
              <a:defRPr sz="1460" cap="none"/>
            </a:pPr>
            <a:r>
              <a:rPr lang="en-us" sz="2270" cap="none">
                <a:solidFill>
                  <a:srgbClr val="000000"/>
                </a:solidFill>
              </a:rPr>
              <a:t>It defines the function or purpose of the entity within that particular relationship. Roles are typically placed near the connecting lines between entities and relationships in the diagram.</a:t>
            </a:r>
            <a:endParaRPr lang="en-us" sz="2270" cap="none">
              <a:solidFill>
                <a:srgbClr val="000000"/>
              </a:solidFill>
              <a:latin typeface="Arial" pitchFamily="2" charset="0"/>
              <a:ea typeface="Calibri" pitchFamily="2" charset="0"/>
              <a:cs typeface="Calibri" pitchFamily="2" charset="0"/>
            </a:endParaRPr>
          </a:p>
          <a:p>
            <a:pPr marL="431800" indent="-323850">
              <a:lnSpc>
                <a:spcPct val="90000"/>
              </a:lnSpc>
              <a:spcBef>
                <a:spcPts val="1145"/>
              </a:spcBef>
              <a:buClrTx/>
              <a:buSzPts val="1020"/>
              <a:buFont typeface="Wingdings" charset="0"/>
              <a:buChar char=""/>
              <a:defRPr sz="1460" cap="none"/>
            </a:pPr>
            <a:r>
              <a:rPr lang="en-us" sz="2270" cap="none">
                <a:solidFill>
                  <a:srgbClr val="000000"/>
                </a:solidFill>
              </a:rPr>
              <a:t>Roles are especially useful in situations where the same entity participates in multiple relationships with another entity. For instance, in a university database, the "Student" entity might have roles like "Student" in the "Enrolls In" relationship and "Teaching Assistant" in the "Assists In" relationship, indicating that students can have different roles in different contexts.</a:t>
            </a:r>
            <a:endParaRPr lang="en-us" sz="2270" cap="none">
              <a:solidFill>
                <a:srgbClr val="000000"/>
              </a:solidFill>
              <a:latin typeface="Arial" pitchFamily="2" charset="0"/>
              <a:ea typeface="Calibri" pitchFamily="2" charset="0"/>
              <a:cs typeface="Calibri" pitchFamily="2" charset="0"/>
            </a:endParaRPr>
          </a:p>
          <a:p>
            <a:pPr marL="431800" indent="-323850">
              <a:lnSpc>
                <a:spcPct val="90000"/>
              </a:lnSpc>
              <a:spcBef>
                <a:spcPts val="1145"/>
              </a:spcBef>
              <a:buClrTx/>
              <a:buSzPts val="1020"/>
              <a:buFont typeface="Wingdings" charset="0"/>
              <a:buChar char=""/>
              <a:defRPr sz="1460" cap="none"/>
            </a:pPr>
            <a:r>
              <a:rPr lang="en-us" sz="2270" cap="none">
                <a:solidFill>
                  <a:srgbClr val="000000"/>
                </a:solidFill>
              </a:rPr>
              <a:t>They provide a way to distinguish between different uses of the same entities in various parts of the database schema.</a:t>
            </a:r>
            <a:endParaRPr lang="en-us" sz="2270" cap="none">
              <a:solidFill>
                <a:srgbClr val="000000"/>
              </a:solidFill>
              <a:latin typeface="Arial" pitchFamily="2" charset="0"/>
              <a:ea typeface="Calibri" pitchFamily="2" charset="0"/>
              <a:cs typeface="Calibri" pitchFamily="2" charset="0"/>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ceHolder 1"/>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gfw5ZxMAAAAlAAAAZAAAAA0AAAAAkAAAAEgAAACQAAAAS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D0G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KAUAAD8CAADXRQAAZQoAABAAAAAmAAAACAAAAL2QAAD/HwAA"/>
              </a:ext>
            </a:extLst>
          </p:cNvSpPr>
          <p:nvPr>
            <p:ph type="title"/>
          </p:nvPr>
        </p:nvSpPr>
        <p:spPr>
          <a:xfrm>
            <a:off x="838200" y="365125"/>
            <a:ext cx="10514965" cy="1324610"/>
          </a:xfrm>
          <a:noFill/>
          <a:ln>
            <a:noFill/>
          </a:ln>
        </p:spPr>
        <p:txBody>
          <a:bodyPr vert="horz" wrap="square" lIns="91440" tIns="45720" rIns="91440" bIns="45720" numCol="1" spcCol="215900" anchor="ctr">
            <a:prstTxWarp prst="textNoShape">
              <a:avLst/>
            </a:prstTxWarp>
          </a:bodyPr>
          <a:lstStyle/>
          <a:p>
            <a:pPr indent="0" algn="ctr" defTabSz="914400">
              <a:lnSpc>
                <a:spcPct val="90000"/>
              </a:lnSpc>
              <a:buNone/>
              <a:tabLst>
                <a:tab pos="0" algn="l"/>
              </a:tabLst>
            </a:pPr>
            <a:r>
              <a:rPr lang="en-us" b="1" cap="none">
                <a:solidFill>
                  <a:srgbClr val="000000"/>
                </a:solidFill>
                <a:latin typeface="Calibri Light" charset="0"/>
                <a:ea typeface="Basic Roman" pitchFamily="1" charset="0"/>
                <a:cs typeface="Basic Roman" pitchFamily="1" charset="0"/>
              </a:rPr>
              <a:t>Nonbinary Relationship sets</a:t>
            </a:r>
            <a:endParaRPr lang="en-us" cap="none">
              <a:solidFill>
                <a:srgbClr val="000000"/>
              </a:solidFill>
              <a:latin typeface="Arial" pitchFamily="2" charset="0"/>
              <a:ea typeface="Basic Roman" pitchFamily="1" charset="0"/>
              <a:cs typeface="Basic Roman" pitchFamily="1" charset="0"/>
            </a:endParaRPr>
          </a:p>
        </p:txBody>
      </p:sp>
      <p:sp>
        <p:nvSpPr>
          <p:cNvPr id="3" name="PlaceHolder 2"/>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gfw5ZxMAAAAlAAAAZAAAAA0AAAAAkAAAAEgAAACQAAAAS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KAUAADsLAADXRQAA/iUAABAAAAAmAAAACAAAAD2QAAD/HwAA"/>
              </a:ext>
            </a:extLst>
          </p:cNvSpPr>
          <p:nvPr>
            <p:ph type="body"/>
          </p:nvPr>
        </p:nvSpPr>
        <p:spPr>
          <a:xfrm>
            <a:off x="838200" y="1825625"/>
            <a:ext cx="10514965" cy="4350385"/>
          </a:xfrm>
          <a:noFill/>
          <a:ln>
            <a:noFill/>
          </a:ln>
        </p:spPr>
        <p:txBody>
          <a:bodyPr vert="horz" wrap="square" lIns="91440" tIns="45720" rIns="91440" bIns="45720" numCol="1" spcCol="215900" anchor="t">
            <a:prstTxWarp prst="textNoShape">
              <a:avLst/>
            </a:prstTxWarp>
          </a:bodyPr>
          <a:lstStyle/>
          <a:p>
            <a:pPr marL="228600" indent="-228600" defTabSz="914400">
              <a:lnSpc>
                <a:spcPct val="90000"/>
              </a:lnSpc>
              <a:spcBef>
                <a:spcPts val="1000"/>
              </a:spcBef>
              <a:buClrTx/>
              <a:buFont typeface="Arial" pitchFamily="2" charset="0"/>
              <a:buChar char="•"/>
              <a:tabLst/>
            </a:pPr>
            <a:r>
              <a:rPr lang="en-us" sz="2800" cap="none">
                <a:solidFill>
                  <a:srgbClr val="000000"/>
                </a:solidFill>
              </a:rPr>
              <a:t>A nonbinary relationship set is a relationship between two or more entities that is not a binary relationship. </a:t>
            </a:r>
            <a:endParaRPr lang="en-us" sz="2800" cap="none">
              <a:solidFill>
                <a:srgbClr val="000000"/>
              </a:solidFill>
              <a:latin typeface="Arial" pitchFamily="2" charset="0"/>
              <a:ea typeface="Calibri" pitchFamily="2" charset="0"/>
              <a:cs typeface="Calibri" pitchFamily="2" charset="0"/>
            </a:endParaRPr>
          </a:p>
          <a:p>
            <a:pPr marL="228600" indent="-228600" defTabSz="914400">
              <a:lnSpc>
                <a:spcPct val="90000"/>
              </a:lnSpc>
              <a:spcBef>
                <a:spcPts val="1000"/>
              </a:spcBef>
              <a:buClrTx/>
              <a:buFont typeface="Arial" pitchFamily="2" charset="0"/>
              <a:buChar char="•"/>
              <a:tabLst/>
            </a:pPr>
            <a:r>
              <a:rPr lang="en-us" sz="2800" cap="none">
                <a:solidFill>
                  <a:srgbClr val="000000"/>
                </a:solidFill>
              </a:rPr>
              <a:t>A binary relationship is a relationship between two entities. A nonbinary relationship can be a ternary relationship, a quaternary relationship, or a relationship between any number of entities.</a:t>
            </a:r>
            <a:endParaRPr lang="en-us" sz="2800" cap="none">
              <a:solidFill>
                <a:srgbClr val="000000"/>
              </a:solidFill>
              <a:latin typeface="Arial" pitchFamily="2" charset="0"/>
              <a:ea typeface="Calibri" pitchFamily="2" charset="0"/>
              <a:cs typeface="Calibri" pitchFamily="2" charset="0"/>
            </a:endParaRPr>
          </a:p>
          <a:p>
            <a:pPr indent="0" defTabSz="914400">
              <a:lnSpc>
                <a:spcPct val="90000"/>
              </a:lnSpc>
              <a:spcBef>
                <a:spcPts val="1000"/>
              </a:spcBef>
              <a:buNone/>
              <a:tabLst>
                <a:tab pos="0" algn="l"/>
              </a:tabLst>
            </a:pPr>
            <a:endParaRPr lang="en-us" sz="2800" cap="none">
              <a:solidFill>
                <a:srgbClr val="000000"/>
              </a:solidFill>
              <a:latin typeface="Arial" pitchFamily="2" charset="0"/>
              <a:ea typeface="Calibri" pitchFamily="2" charset="0"/>
              <a:cs typeface="Calibri" pitchFamily="2" charset="0"/>
            </a:endParaRPr>
          </a:p>
        </p:txBody>
      </p:sp>
      <p:pic>
        <p:nvPicPr>
          <p:cNvPr id="4" name="Picture 4" descr="database - Convert ternary relationship to binary in E/R model - Stack  Overflow"/>
          <p:cNvPicPr>
            <a:extLst>
              <a:ext uri="smNativeData">
                <pr:smNativeData xmlns="smNativeData" xmlns:pr="smNativeData" xmlns:p15="http://schemas.microsoft.com/office/powerpoint/2012/main" xmlns:p14="http://schemas.microsoft.com/office/powerpoint/2010/main" xmlns:mc="http://schemas.openxmlformats.org/markup-compatibility/2006" val="SMDATA_17_gfw5ZxMAAAAlAAAAEQAAAA0AAAAAkAAAAEgAAACQAAAAS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AcAAAA4AAAAAAAAAAAAAAAAAAAA////AAAAAAAAAAAAAAAAAAAAAAAAAAAAAAAAAAAAAABkAAAAZAAAAAAAAAAjAAAABAAAAGQAAAAXAAAAFAAAAAAAAAAAAAAA/38AAP9/AAAAAAAACQAAAAQAAAAAAAAAHgAAAGgAAAAAAAAAAAAAAAAAAAAAAAAAAAAAABAnAAAQJwAAAAAAAAAAAAAAAAAAAAAAAAAAAAAAAAAAAAAAAAAAAAAUAAAAAAAAAMDA/wAAAAAAZAAAADIAAAAAAAAAZAAAAAAAAAB/f38ACgAAACIAAAAYAAAAAAAAAAAAAAAAAAAAAAAAAAAAAAAAAAAAJAAAACQAAAAAAAAABwAAAAAAAAAAAAAAAAAAAAAAAAAAAAAAAAAAAH9/fwAlAAAAWAAAAAAAAAAAAAAAAAAAAAAAAAAAAAAAAAAAAAAAAAAAAAAAAAAAAAAAAAAAAAAAPwAAAAAAAACghgEAAAAAAAAAAAAAAAAADAAAAAEAAAAAAAAAAAAAAAAAAAAfAAAAVAAAAAAAAAUAAAABAAAAAAAAAAAAAAAAAAAAAAAAAAAAAAAAAAAAAAAAAAAAAAACf39/AAAAAAPMzMwAwMD/AH9/fwAAAAAAAAAAAAAAAAD///8AAAAAACEAAAAYAAAAFAAAAI4iAACCGAAASUAAAPAnAAAQAAAAJgAAAAgAAAD//////////w=="/>
              </a:ext>
            </a:extLst>
          </p:cNvPicPr>
          <p:nvPr/>
        </p:nvPicPr>
        <p:blipFill>
          <a:blip r:embed="rId2"/>
          <a:stretch>
            <a:fillRect/>
          </a:stretch>
        </p:blipFill>
        <p:spPr>
          <a:xfrm>
            <a:off x="5617210" y="3983990"/>
            <a:ext cx="4832985" cy="2508250"/>
          </a:xfrm>
          <a:prstGeom prst="rect">
            <a:avLst/>
          </a:prstGeom>
          <a:noFill/>
          <a:ln>
            <a:noFill/>
          </a:ln>
          <a:effectLst/>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ceHolder 1"/>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gfw5ZxMAAAAlAAAAZAAAAA0AAAAAkAAAAEgAAACQAAAAS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DRDKS0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KAUAAD8CAADXRQAAZQoAABAAAAAmAAAACAAAAL2QAAD/HwAA"/>
              </a:ext>
            </a:extLst>
          </p:cNvSpPr>
          <p:nvPr>
            <p:ph type="title"/>
          </p:nvPr>
        </p:nvSpPr>
        <p:spPr>
          <a:xfrm>
            <a:off x="838200" y="365125"/>
            <a:ext cx="10514965" cy="1324610"/>
          </a:xfrm>
          <a:noFill/>
          <a:ln>
            <a:noFill/>
          </a:ln>
        </p:spPr>
        <p:txBody>
          <a:bodyPr vert="horz" wrap="square" lIns="91440" tIns="45720" rIns="91440" bIns="45720" numCol="1" spcCol="215900" anchor="ctr">
            <a:prstTxWarp prst="textNoShape">
              <a:avLst/>
            </a:prstTxWarp>
          </a:bodyPr>
          <a:lstStyle/>
          <a:p>
            <a:pPr indent="0" algn="ctr" defTabSz="914400">
              <a:lnSpc>
                <a:spcPct val="90000"/>
              </a:lnSpc>
              <a:buNone/>
              <a:tabLst>
                <a:tab pos="0" algn="l"/>
              </a:tabLst>
            </a:pPr>
            <a:r>
              <a:rPr lang="en-us" b="1" cap="none">
                <a:solidFill>
                  <a:srgbClr val="000000"/>
                </a:solidFill>
                <a:latin typeface="Calibri Light" charset="0"/>
                <a:ea typeface="Basic Roman" pitchFamily="1" charset="0"/>
                <a:cs typeface="Basic Roman" pitchFamily="1" charset="0"/>
              </a:rPr>
              <a:t>Weak Entity Set</a:t>
            </a:r>
            <a:endParaRPr lang="en-us" cap="none">
              <a:solidFill>
                <a:srgbClr val="000000"/>
              </a:solidFill>
              <a:latin typeface="Arial" pitchFamily="2" charset="0"/>
              <a:ea typeface="Basic Roman" pitchFamily="1" charset="0"/>
              <a:cs typeface="Basic Roman" pitchFamily="1" charset="0"/>
            </a:endParaRPr>
          </a:p>
        </p:txBody>
      </p:sp>
      <p:pic>
        <p:nvPicPr>
          <p:cNvPr id="3" name="Picture 2" descr="Weak Entity Set in ER diagrams - GeeksforGeeks"/>
          <p:cNvPicPr>
            <a:extLst>
              <a:ext uri="smNativeData">
                <pr:smNativeData xmlns="smNativeData" xmlns:pr="smNativeData" xmlns:p15="http://schemas.microsoft.com/office/powerpoint/2012/main" xmlns:p14="http://schemas.microsoft.com/office/powerpoint/2010/main" xmlns:mc="http://schemas.openxmlformats.org/markup-compatibility/2006" val="SMDATA_17_gfw5ZxMAAAAlAAAAEQAAAA0AAAAAkAAAAEgAAACQAAAAS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AcAAAA4AAAAAAAAAAAAAAAAAAAA////AAAAAAAAAAAAAAAAAAAAAAAAAAAAAAAAAAAAAABkAAAAZAAAAAAAAAAjAAAABAAAAGQAAAAXAAAAFAAAAAAAAAAAAAAA/38AAP9/AAAAAAAACQAAAAQAAAAAAAAAHgAAAGgAAAAAAAAAAAAAAAAAAAAAAAAAAAAAABAnAAAQJwAAAAAAAAAAAAAAAAAAAAAAAAAAAAAAAAAAAAAAAAAAAAAUAAAAAAAAAMDA/wAAAAAAZAAAADIAAAAAAAAAZAAAAAAAAAB/f38ACgAAACIAAAAYAAAAAAAAAAAAAAAAAAAAAAAAAAAAAAAAAAAAJAAAACQAAAAAAAAABwAAAAAAAAAAAAAAAAAAAAAAAAAAAAAAAAAAAH9/fwAlAAAAWAAAAAAAAAAAAAAAAAAAAAAAAAAAAAAAAAAAAAAAAAAAAAAAAAAAAAAAAAAAAAAAPwAAAAAAAACghgEAAAAAAAAAAAAAAAAADAAAAAEAAAAAAAAAAAAAAAAAAAAfAAAAVAAAAAAAAAUAAAABAAAAAAAAAAAAAAAAAAAAAAAAAAAAAAAAAAAAAAAAAAAAAAACf39/AAAAAAPMzMwAwMD/AH9/fwAAAAAAAAAAAAAAAAD///8AAAAAACEAAAAYAAAAFAAAAI4dAAATCwAATEgAAOcWAAAQAAAAJgAAAAgAAAD//////////w=="/>
              </a:ext>
            </a:extLst>
          </p:cNvPicPr>
          <p:nvPr/>
        </p:nvPicPr>
        <p:blipFill>
          <a:blip r:embed="rId2"/>
          <a:stretch>
            <a:fillRect/>
          </a:stretch>
        </p:blipFill>
        <p:spPr>
          <a:xfrm>
            <a:off x="4804410" y="1800225"/>
            <a:ext cx="6948170" cy="1922780"/>
          </a:xfrm>
          <a:prstGeom prst="rect">
            <a:avLst/>
          </a:prstGeom>
          <a:noFill/>
          <a:ln>
            <a:noFill/>
          </a:ln>
          <a:effectLst/>
        </p:spPr>
      </p:pic>
      <p:pic>
        <p:nvPicPr>
          <p:cNvPr id="4" name="Picture 4"/>
          <p:cNvPicPr>
            <a:extLst>
              <a:ext uri="smNativeData">
                <pr:smNativeData xmlns="smNativeData" xmlns:pr="smNativeData" xmlns:p15="http://schemas.microsoft.com/office/powerpoint/2012/main" xmlns:p14="http://schemas.microsoft.com/office/powerpoint/2010/main" xmlns:mc="http://schemas.openxmlformats.org/markup-compatibility/2006" val="SMDATA_17_gfw5ZxMAAAAlAAAAEQAAAA0AAAAAkAAAAEgAAACQAAAAS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AcAAAA4AAAAAAAAAAAAAAAAAAAA////AAAAAAAAAAAAAAAAAAAAAAAAAAAAAAAAAAAAAABkAAAAZAAAAAAAAAAjAAAABAAAAGQAAAAXAAAAFAAAAAAAAAAAAAAA/38AAP9/AAAAAAAACQAAAAQAAAAIAAgAHgAAAGgAAAAAAAAAAAAAAAAAAAAAAAAAAAAAABAnAAAQJwAAAAAAAAAAAAAAAAAAAAAAAAAAAAAAAAAAAAAAAAAAAAAUAAAAAAAAAMDA/wAAAAAAZAAAADIAAAAAAAAAZAAAAAAAAAB/f38ACgAAACIAAAAYAAAAAAAAAAAAAAAAAAAAAAAAAAAAAAAAAAAAJAAAACQAAAAAAAAABwAAAAAAAAAAAAAAAAAAAAAAAAAAAAAAAAAAAH9/fwAlAAAAWAAAAAAAAAAAAAAAAAAAAAAAAAAAAAAAAAAAAAAAAAAAAAAAAAAAAAAAAAAAAAAAPwAAAAAAAACghgEAAAAAAAAAAAAAAAAADAAAAAEAAAAAAAAAAAAAAAAAAAAfAAAAVAAAAAAAAAUAAAABAAAAAAAAAAAAAAAAAAAAAAAAAAAAAAAAAAAAAAAAAAAAAAACf39/AAAAAAPMzMwAwMD/AH9/fwAAAAAAAAAAAAAAAAD///8AAAAAACEAAAAYAAAAFAAAACYGAAC1GQAA2CwAAPAnAAAQAAAAJgAAAAgAAAD//////////w=="/>
              </a:ext>
            </a:extLst>
          </p:cNvPicPr>
          <p:nvPr/>
        </p:nvPicPr>
        <p:blipFill>
          <a:blip r:embed="rId3"/>
          <a:stretch>
            <a:fillRect/>
          </a:stretch>
        </p:blipFill>
        <p:spPr>
          <a:xfrm>
            <a:off x="999490" y="4178935"/>
            <a:ext cx="6290310" cy="2313305"/>
          </a:xfrm>
          <a:prstGeom prst="rect">
            <a:avLst/>
          </a:prstGeom>
          <a:noFill/>
          <a:ln>
            <a:noFill/>
          </a:ln>
          <a:effectLst/>
        </p:spPr>
      </p:pic>
      <p:sp>
        <p:nvSpPr>
          <p:cNvPr id="5" name="TextBox 5"/>
          <p:cNvSpPr>
            <a:extLst>
              <a:ext uri="smNativeData">
                <pr:smNativeData xmlns="smNativeData" xmlns:pr="smNativeData" xmlns:p15="http://schemas.microsoft.com/office/powerpoint/2012/main" xmlns:p14="http://schemas.microsoft.com/office/powerpoint/2010/main" xmlns:mc="http://schemas.openxmlformats.org/markup-compatibility/2006" val="SMDATA_15_gfw5ZxMAAAAlAAAAZAAAAA0AAAAAjgAAAEcAAACOAAAARw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EQAZw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SQQAAGYKAABaGQAAsxEAABAAAAAmAAAACAAAAP//////////"/>
              </a:ext>
            </a:extLst>
          </p:cNvSpPr>
          <p:nvPr/>
        </p:nvSpPr>
        <p:spPr>
          <a:xfrm>
            <a:off x="696595" y="1690370"/>
            <a:ext cx="3424555" cy="1186815"/>
          </a:xfrm>
          <a:prstGeom prst="rect">
            <a:avLst/>
          </a:prstGeom>
          <a:noFill/>
          <a:ln>
            <a:noFill/>
          </a:ln>
          <a:effectLst/>
        </p:spPr>
        <p:txBody>
          <a:bodyPr vert="horz" wrap="square" lIns="90170" tIns="45085" rIns="90170" bIns="45085" numCol="1" spcCol="215900" anchor="t"/>
          <a:lstStyle/>
          <a:p>
            <a:pPr defTabSz="914400">
              <a:lnSpc>
                <a:spcPct val="100000"/>
              </a:lnSpc>
              <a:tabLst/>
            </a:pPr>
            <a:r>
              <a:rPr lang="en-us" b="1" cap="none">
                <a:solidFill>
                  <a:srgbClr val="1F1F1F"/>
                </a:solidFill>
              </a:rPr>
              <a:t>A weak entity set is an entity set that cannot be uniquely identified by its attributes alone.</a:t>
            </a:r>
            <a:endParaRPr lang="en-us" cap="none">
              <a:solidFill>
                <a:srgbClr val="000000"/>
              </a:solidFill>
              <a:latin typeface="Arial" pitchFamily="2" charset="0"/>
              <a:ea typeface="Calibri" pitchFamily="2" charset="0"/>
              <a:cs typeface="Calibri" pitchFamily="2" charset="0"/>
            </a:endParaRPr>
          </a:p>
          <a:p>
            <a:pPr defTabSz="914400">
              <a:lnSpc>
                <a:spcPct val="100000"/>
              </a:lnSpc>
              <a:tabLst/>
            </a:pPr>
            <a:r>
              <a:rPr lang="en-us" b="1" cap="none">
                <a:solidFill>
                  <a:srgbClr val="000000"/>
                </a:solidFill>
              </a:rPr>
              <a:t>(participation constraint)</a:t>
            </a:r>
            <a:endParaRPr lang="en-us" cap="none">
              <a:solidFill>
                <a:srgbClr val="000000"/>
              </a:solidFill>
              <a:latin typeface="Arial" pitchFamily="2" charset="0"/>
              <a:ea typeface="Calibri" pitchFamily="2" charset="0"/>
              <a:cs typeface="Calibri" pitchFamily="2" charset="0"/>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ceHolder 1"/>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gfw5ZxMAAAAlAAAAZAAAAA0AAAAAkAAAAEgAAACQAAAAS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KAUAAD8CAADXRQAAZQoAABAAAAAmAAAACAAAAL2QAAD/HwAA"/>
              </a:ext>
            </a:extLst>
          </p:cNvSpPr>
          <p:nvPr>
            <p:ph type="title"/>
          </p:nvPr>
        </p:nvSpPr>
        <p:spPr>
          <a:xfrm>
            <a:off x="838200" y="365125"/>
            <a:ext cx="10514965" cy="1324610"/>
          </a:xfrm>
          <a:noFill/>
          <a:ln>
            <a:noFill/>
          </a:ln>
        </p:spPr>
        <p:txBody>
          <a:bodyPr vert="horz" wrap="square" lIns="91440" tIns="45720" rIns="91440" bIns="45720" numCol="1" spcCol="215900" anchor="ctr">
            <a:prstTxWarp prst="textNoShape">
              <a:avLst/>
            </a:prstTxWarp>
          </a:bodyPr>
          <a:lstStyle/>
          <a:p>
            <a:pPr indent="0" algn="ctr" defTabSz="914400">
              <a:lnSpc>
                <a:spcPct val="90000"/>
              </a:lnSpc>
              <a:buNone/>
              <a:tabLst>
                <a:tab pos="0" algn="l"/>
              </a:tabLst>
            </a:pPr>
            <a:r>
              <a:rPr lang="en-us" b="1" cap="none">
                <a:solidFill>
                  <a:srgbClr val="000000"/>
                </a:solidFill>
                <a:latin typeface="Calibri Light" charset="0"/>
                <a:ea typeface="Basic Roman" pitchFamily="1" charset="0"/>
                <a:cs typeface="Basic Roman" pitchFamily="1" charset="0"/>
              </a:rPr>
              <a:t>Strong Entity Set</a:t>
            </a:r>
            <a:endParaRPr lang="en-us" cap="none">
              <a:solidFill>
                <a:srgbClr val="000000"/>
              </a:solidFill>
              <a:latin typeface="Arial" pitchFamily="2" charset="0"/>
              <a:ea typeface="Basic Roman" pitchFamily="1" charset="0"/>
              <a:cs typeface="Basic Roman" pitchFamily="1" charset="0"/>
            </a:endParaRPr>
          </a:p>
        </p:txBody>
      </p:sp>
      <p:sp>
        <p:nvSpPr>
          <p:cNvPr id="3" name="PlaceHolder 2"/>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gfw5ZxMAAAAlAAAAZAAAAA0AAAAAkAAAAEgAAACQAAAAS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KAUAADsLAADXRQAA/iUAABAAAAAmAAAACAAAAD2QAAD/HwAA"/>
              </a:ext>
            </a:extLst>
          </p:cNvSpPr>
          <p:nvPr>
            <p:ph type="body"/>
          </p:nvPr>
        </p:nvSpPr>
        <p:spPr>
          <a:xfrm>
            <a:off x="838200" y="1825625"/>
            <a:ext cx="10514965" cy="4350385"/>
          </a:xfrm>
          <a:noFill/>
          <a:ln>
            <a:noFill/>
          </a:ln>
        </p:spPr>
        <p:txBody>
          <a:bodyPr vert="horz" wrap="square" lIns="91440" tIns="45720" rIns="91440" bIns="45720" numCol="1" spcCol="215900" anchor="t">
            <a:prstTxWarp prst="textNoShape">
              <a:avLst/>
            </a:prstTxWarp>
          </a:bodyPr>
          <a:lstStyle/>
          <a:p>
            <a:pPr marL="228600" indent="-228600" defTabSz="914400">
              <a:lnSpc>
                <a:spcPct val="90000"/>
              </a:lnSpc>
              <a:spcBef>
                <a:spcPts val="1000"/>
              </a:spcBef>
              <a:buClrTx/>
              <a:buFont typeface="Arial" pitchFamily="2" charset="0"/>
              <a:buChar char="•"/>
              <a:tabLst/>
            </a:pPr>
            <a:r>
              <a:rPr lang="en-us" sz="2800" cap="none">
                <a:solidFill>
                  <a:srgbClr val="000000"/>
                </a:solidFill>
              </a:rPr>
              <a:t>a strong entity set is an entity set that has a primary key attribute, which uniquely identifies each entity in the set. </a:t>
            </a:r>
            <a:endParaRPr lang="en-us" sz="2800" cap="none">
              <a:solidFill>
                <a:srgbClr val="000000"/>
              </a:solidFill>
              <a:latin typeface="Arial" pitchFamily="2" charset="0"/>
              <a:ea typeface="Calibri" pitchFamily="2" charset="0"/>
              <a:cs typeface="Calibri" pitchFamily="2" charset="0"/>
            </a:endParaRPr>
          </a:p>
          <a:p>
            <a:pPr marL="228600" indent="-228600" defTabSz="914400">
              <a:lnSpc>
                <a:spcPct val="90000"/>
              </a:lnSpc>
              <a:spcBef>
                <a:spcPts val="1000"/>
              </a:spcBef>
              <a:buClrTx/>
              <a:buFont typeface="Arial" pitchFamily="2" charset="0"/>
              <a:buChar char="•"/>
              <a:tabLst/>
            </a:pPr>
            <a:r>
              <a:rPr lang="en-us" sz="2800" cap="none">
                <a:solidFill>
                  <a:srgbClr val="000000"/>
                </a:solidFill>
              </a:rPr>
              <a:t>A strong entity can exist independently of any other entity in the database.</a:t>
            </a:r>
            <a:endParaRPr lang="en-us" sz="2800" cap="none">
              <a:solidFill>
                <a:srgbClr val="000000"/>
              </a:solidFill>
              <a:latin typeface="Arial" pitchFamily="2" charset="0"/>
              <a:ea typeface="Calibri" pitchFamily="2" charset="0"/>
              <a:cs typeface="Calibri" pitchFamily="2" charset="0"/>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4"/>
          <p:cNvPicPr>
            <a:extLst>
              <a:ext uri="smNativeData">
                <pr:smNativeData xmlns="smNativeData" xmlns:pr="smNativeData" xmlns:p15="http://schemas.microsoft.com/office/powerpoint/2012/main" xmlns:p14="http://schemas.microsoft.com/office/powerpoint/2010/main" xmlns:mc="http://schemas.openxmlformats.org/markup-compatibility/2006" val="SMDATA_17_gfw5ZxMAAAAlAAAAEQAAAA0AAAAAkAAAAEgAAACQAAAAS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AcAAAA4AAAAAAAAAAAAAAAAAAAA////AAAAAAAAAAAAAAAAAAAAAAAAAAAAAAAAAAAAAABkAAAAZAAAAAAAAAAjAAAABAAAAGQAAAAXAAAAFAAAAAAAAAAAAAAA/38AAP9/AAAAAAAACQAAAAQAAAAAAAAAHgAAAGgAAAAAAAAAAAAAAAAAAAAAAAAAAAAAABAnAAAQJwAAAAAAAAAAAAAAAAAAAAAAAAAAAAAAAAAAAAAAAAAAAAAUAAAAAAAAAMDA/wAAAAAAZAAAADIAAAAAAAAAZAAAAAAAAAB/f38ACgAAACIAAAAYAAAAAAAAAAAAAAAAAAAAAAAAAAAAAAAAAAAAJAAAACQAAAAAAAAABwAAAAAAAAAAAAAAAAAAAAAAAAAAAAAAAAAAAH9/fwAlAAAAWAAAAAAAAAAAAAAAAAAAAAAAAAAAAAAAAAAAAAAAAAAAAAAAAAAAAAAAAAAAAAAAPwAAAAAAAACghgEAAAAAAAAAAAAAAAAADAAAAAEAAAAAAAAAAAAAAAAAAAAfAAAAVAAAAAAAAAUAAAABAAAAAAAAAAAAAAAAAAAAAAAAAAAAAAAAAAAAAAAAAAAAAAACf39/AAAAAAPMzMwAwMD/AH9/fwAAAAAAAAAAAAAAAAD///8AAAAAACEAAAAYAAAAFAAAAHIPAAAAAAAAjTsAADYqAAAQAAAAJgAAAAgAAAD//////////w=="/>
              </a:ext>
            </a:extLst>
          </p:cNvPicPr>
          <p:nvPr/>
        </p:nvPicPr>
        <p:blipFill>
          <a:blip r:embed="rId2"/>
          <a:stretch>
            <a:fillRect/>
          </a:stretch>
        </p:blipFill>
        <p:spPr>
          <a:xfrm>
            <a:off x="2510790" y="0"/>
            <a:ext cx="7169785" cy="6861810"/>
          </a:xfrm>
          <a:prstGeom prst="rect">
            <a:avLst/>
          </a:prstGeom>
          <a:noFill/>
          <a:ln>
            <a:noFill/>
          </a:ln>
          <a:effectLst/>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E-R Diagram for a University Enterprise&#10;course_dept&#10;department&#10;dal&#10;building&#10;budget&#10;inst_dept&#10;stud_dept&#10;instructor&#10;ID&#10;student"/>
          <p:cNvPicPr>
            <a:extLst>
              <a:ext uri="smNativeData">
                <pr:smNativeData xmlns="smNativeData" xmlns:pr="smNativeData" xmlns:p15="http://schemas.microsoft.com/office/powerpoint/2012/main" xmlns:p14="http://schemas.microsoft.com/office/powerpoint/2010/main" xmlns:mc="http://schemas.openxmlformats.org/markup-compatibility/2006" val="SMDATA_17_gfw5ZxMAAAAlAAAAEQAAAA0AAAAAkAAAAEgAAACQAAAAS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AcAAAA4AAAAAAAAAAAAAAAAAAAA////AAAAAAAAAAAAAAAAAAAAAAAAAAAAAAAAAAAAAABkAAAAZAAAAAAAAAAjAAAABAAAAGQAAAAXAAAAFAAAAAAAAAAAAAAA/38AAP9/AAAAAAAACQAAAAQAAAAAAAAAHgAAAGgAAAAAAAAAAAAAAAAAAAAAAAAAAAAAABAnAAAQJwAAAAAAAAAAAAAAAAAAAAAAAAAAAAAAAAAAAAAAAAAAAAAUAAAAAAAAAMDA/wAAAAAAZAAAADIAAAAAAAAAZAAAAAAAAAB/f38ACgAAACIAAAAYAAAAAAAAAAAAAAAAAAAAAAAAAAAAAAAAAAAAJAAAACQAAAAAAAAABwAAAAAAAAAAAAAAAAAAAAAAAAAAAAAAAAAAAH9/fwAlAAAAWAAAAAAAAAAAAAAAAAAAAAAAAAAAAAAAAAAAAAAAAAAAAAAAAAAAAAAAAAAAAAAAPwAAAAAAAACghgEAAAAAAAAAAAAAAAAADAAAAAEAAAAAAAAAAAAAAAAAAAAfAAAAVAAAAAAAAAUAAAABAAAAAAAAAAAAAAAAAAAAAAAAAAAAAAAAAAAAAAAAAAAAAAACf39/AAAAAAPMzMwAwMD/AH9/fwAAAAAAAAAAAAAAAAD///8AAAAAACEAAAAYAAAAFAAAANQMAABbAQAAKz4AANQoAAAQAAAAJgAAAAgAAAD//////////w=="/>
              </a:ext>
            </a:extLst>
          </p:cNvPicPr>
          <p:nvPr/>
        </p:nvPicPr>
        <p:blipFill>
          <a:blip r:embed="rId2"/>
          <a:stretch>
            <a:fillRect/>
          </a:stretch>
        </p:blipFill>
        <p:spPr>
          <a:xfrm>
            <a:off x="2085340" y="220345"/>
            <a:ext cx="8020685" cy="6416675"/>
          </a:xfrm>
          <a:prstGeom prst="rect">
            <a:avLst/>
          </a:prstGeom>
          <a:noFill/>
          <a:ln>
            <a:noFill/>
          </a:ln>
          <a:effectLst/>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ceHolder 1"/>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gfw5ZxMAAAAlAAAAZAAAAA0AAAAAkAAAAEgAAACQAAAAS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KAUAAD8CAADXRQAAZQoAABAAAAAmAAAACAAAAL2QAAD/HwAA"/>
              </a:ext>
            </a:extLst>
          </p:cNvSpPr>
          <p:nvPr>
            <p:ph type="title"/>
          </p:nvPr>
        </p:nvSpPr>
        <p:spPr>
          <a:xfrm>
            <a:off x="838200" y="365125"/>
            <a:ext cx="10514965" cy="1324610"/>
          </a:xfrm>
          <a:noFill/>
          <a:ln>
            <a:noFill/>
          </a:ln>
        </p:spPr>
        <p:txBody>
          <a:bodyPr vert="horz" wrap="square" lIns="91440" tIns="45720" rIns="91440" bIns="45720" numCol="1" spcCol="215900" anchor="ctr">
            <a:prstTxWarp prst="textNoShape">
              <a:avLst/>
            </a:prstTxWarp>
          </a:bodyPr>
          <a:lstStyle/>
          <a:p>
            <a:pPr indent="0" algn="ctr" defTabSz="914400">
              <a:lnSpc>
                <a:spcPct val="90000"/>
              </a:lnSpc>
              <a:buNone/>
              <a:tabLst>
                <a:tab pos="0" algn="l"/>
              </a:tabLst>
            </a:pPr>
            <a:r>
              <a:rPr lang="en-us" b="1" cap="none">
                <a:solidFill>
                  <a:srgbClr val="000000"/>
                </a:solidFill>
                <a:latin typeface="Calibri Light" charset="0"/>
                <a:ea typeface="Basic Roman" pitchFamily="1" charset="0"/>
                <a:cs typeface="Basic Roman" pitchFamily="1" charset="0"/>
              </a:rPr>
              <a:t>Extended E-R Features</a:t>
            </a:r>
            <a:endParaRPr lang="en-us" cap="none">
              <a:solidFill>
                <a:srgbClr val="000000"/>
              </a:solidFill>
              <a:latin typeface="Arial" pitchFamily="2" charset="0"/>
              <a:ea typeface="Basic Roman" pitchFamily="1" charset="0"/>
              <a:cs typeface="Basic Roman" pitchFamily="1" charset="0"/>
            </a:endParaRPr>
          </a:p>
        </p:txBody>
      </p:sp>
      <p:sp>
        <p:nvSpPr>
          <p:cNvPr id="3" name="PlaceHolder 2"/>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gfw5ZxMAAAAlAAAAZAAAAA0AAAAAkAAAAEgAAACQAAAAS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KAUAADsLAADXRQAA/iUAABAAAAAmAAAACAAAAD2QAAD/HwAA"/>
              </a:ext>
            </a:extLst>
          </p:cNvSpPr>
          <p:nvPr>
            <p:ph type="body"/>
          </p:nvPr>
        </p:nvSpPr>
        <p:spPr>
          <a:xfrm>
            <a:off x="838200" y="1825625"/>
            <a:ext cx="10514965" cy="4350385"/>
          </a:xfrm>
          <a:noFill/>
          <a:ln>
            <a:noFill/>
          </a:ln>
        </p:spPr>
        <p:txBody>
          <a:bodyPr vert="horz" wrap="square" lIns="91440" tIns="45720" rIns="91440" bIns="45720" numCol="1" spcCol="215900" anchor="t">
            <a:prstTxWarp prst="textNoShape">
              <a:avLst/>
            </a:prstTxWarp>
          </a:bodyPr>
          <a:lstStyle/>
          <a:p>
            <a:pPr marL="228600" indent="-228600" defTabSz="914400">
              <a:lnSpc>
                <a:spcPct val="90000"/>
              </a:lnSpc>
              <a:spcBef>
                <a:spcPts val="1000"/>
              </a:spcBef>
              <a:buClrTx/>
              <a:buFont typeface="Arial" pitchFamily="2" charset="0"/>
              <a:buChar char="•"/>
              <a:tabLst/>
            </a:pPr>
            <a:r>
              <a:rPr lang="en-us" sz="2800" cap="none">
                <a:solidFill>
                  <a:srgbClr val="000000"/>
                </a:solidFill>
              </a:rPr>
              <a:t>The ER model with extended features is an </a:t>
            </a:r>
            <a:r>
              <a:rPr lang="en-us" sz="2800" b="1" cap="none">
                <a:solidFill>
                  <a:srgbClr val="FF0000"/>
                </a:solidFill>
              </a:rPr>
              <a:t>enhancement of the traditional ER model</a:t>
            </a:r>
            <a:r>
              <a:rPr lang="en-us" sz="2800" cap="none">
                <a:solidFill>
                  <a:srgbClr val="000000"/>
                </a:solidFill>
              </a:rPr>
              <a:t>, which includes additional modeling constructs to provide more expressiveness and flexibility in </a:t>
            </a:r>
            <a:r>
              <a:rPr lang="en-us" sz="2800" b="1" cap="none">
                <a:solidFill>
                  <a:schemeClr val="accent6"/>
                </a:solidFill>
              </a:rPr>
              <a:t>modeling complex data scenarios.</a:t>
            </a:r>
            <a:endParaRPr lang="en-us" sz="2800" cap="none">
              <a:solidFill>
                <a:srgbClr val="000000"/>
              </a:solidFill>
              <a:latin typeface="Arial" pitchFamily="2" charset="0"/>
              <a:ea typeface="Calibri" pitchFamily="2" charset="0"/>
              <a:cs typeface="Calibri" pitchFamily="2" charset="0"/>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ceHolder 1"/>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gfw5ZxMAAAAlAAAAZAAAAA0AAAAAkAAAAEgAAACQAAAAS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KAUAAD8CAADXRQAAZQoAABAAAAAmAAAACAAAAL2QAAD/HwAA"/>
              </a:ext>
            </a:extLst>
          </p:cNvSpPr>
          <p:nvPr>
            <p:ph type="title"/>
          </p:nvPr>
        </p:nvSpPr>
        <p:spPr>
          <a:xfrm>
            <a:off x="838200" y="365125"/>
            <a:ext cx="10514965" cy="1324610"/>
          </a:xfrm>
          <a:noFill/>
          <a:ln>
            <a:noFill/>
          </a:ln>
        </p:spPr>
        <p:txBody>
          <a:bodyPr vert="horz" wrap="square" lIns="91440" tIns="45720" rIns="91440" bIns="45720" numCol="1" spcCol="215900" anchor="ctr">
            <a:prstTxWarp prst="textNoShape">
              <a:avLst/>
            </a:prstTxWarp>
          </a:bodyPr>
          <a:lstStyle/>
          <a:p>
            <a:pPr indent="0" algn="ctr" defTabSz="914400">
              <a:lnSpc>
                <a:spcPct val="90000"/>
              </a:lnSpc>
              <a:buNone/>
              <a:tabLst>
                <a:tab pos="0" algn="l"/>
              </a:tabLst>
            </a:pPr>
            <a:r>
              <a:rPr lang="en-us" b="1" cap="none">
                <a:solidFill>
                  <a:srgbClr val="000000"/>
                </a:solidFill>
                <a:latin typeface="Calibri Light" charset="0"/>
                <a:ea typeface="Basic Roman" pitchFamily="1" charset="0"/>
                <a:cs typeface="Basic Roman" pitchFamily="1" charset="0"/>
              </a:rPr>
              <a:t>Specialization</a:t>
            </a:r>
            <a:endParaRPr lang="en-us" cap="none">
              <a:solidFill>
                <a:srgbClr val="000000"/>
              </a:solidFill>
              <a:latin typeface="Arial" pitchFamily="2" charset="0"/>
              <a:ea typeface="Basic Roman" pitchFamily="1" charset="0"/>
              <a:cs typeface="Basic Roman" pitchFamily="1" charset="0"/>
            </a:endParaRPr>
          </a:p>
        </p:txBody>
      </p:sp>
      <p:sp>
        <p:nvSpPr>
          <p:cNvPr id="3" name="PlaceHolder 2"/>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gfw5ZxMAAAAlAAAAZAAAAA0AAAAAkAAAAEgAAACQAAAAS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EQAZw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KAUAADsLAADXRQAA/iUAABAAAAAmAAAACAAAAD2QAAD/HwAA"/>
              </a:ext>
            </a:extLst>
          </p:cNvSpPr>
          <p:nvPr>
            <p:ph type="body"/>
          </p:nvPr>
        </p:nvSpPr>
        <p:spPr>
          <a:xfrm>
            <a:off x="838200" y="1825625"/>
            <a:ext cx="10514965" cy="4350385"/>
          </a:xfrm>
          <a:noFill/>
          <a:ln>
            <a:noFill/>
          </a:ln>
        </p:spPr>
        <p:txBody>
          <a:bodyPr vert="horz" wrap="square" lIns="91440" tIns="45720" rIns="91440" bIns="45720" numCol="1" spcCol="215900" anchor="t">
            <a:prstTxWarp prst="textNoShape">
              <a:avLst/>
            </a:prstTxWarp>
          </a:bodyPr>
          <a:lstStyle/>
          <a:p>
            <a:pPr marL="228600" indent="-228600" defTabSz="914400">
              <a:lnSpc>
                <a:spcPct val="90000"/>
              </a:lnSpc>
              <a:spcBef>
                <a:spcPts val="890"/>
              </a:spcBef>
              <a:buClrTx/>
              <a:buFont typeface="Arial" pitchFamily="2" charset="0"/>
              <a:buChar char="•"/>
              <a:tabLst/>
              <a:defRPr sz="1600" cap="none"/>
            </a:pPr>
            <a:r>
              <a:rPr lang="en-us" sz="2490" cap="none">
                <a:solidFill>
                  <a:srgbClr val="1F1F1F"/>
                </a:solidFill>
              </a:rPr>
              <a:t>It allow you to model </a:t>
            </a:r>
            <a:r>
              <a:rPr lang="en-us" sz="2490" b="1" cap="none">
                <a:solidFill>
                  <a:srgbClr val="1F1F1F"/>
                </a:solidFill>
              </a:rPr>
              <a:t>hierarchical relationships between entities.</a:t>
            </a:r>
            <a:endParaRPr lang="en-us" sz="2490" cap="none">
              <a:solidFill>
                <a:srgbClr val="000000"/>
              </a:solidFill>
              <a:latin typeface="Arial" pitchFamily="2" charset="0"/>
              <a:ea typeface="Calibri" pitchFamily="2" charset="0"/>
              <a:cs typeface="Calibri" pitchFamily="2" charset="0"/>
            </a:endParaRPr>
          </a:p>
          <a:p>
            <a:pPr marL="228600" indent="-228600" defTabSz="914400">
              <a:lnSpc>
                <a:spcPct val="90000"/>
              </a:lnSpc>
              <a:spcBef>
                <a:spcPts val="890"/>
              </a:spcBef>
              <a:buClrTx/>
              <a:buFont typeface="Arial" pitchFamily="2" charset="0"/>
              <a:buChar char="•"/>
              <a:tabLst/>
              <a:defRPr sz="1600" cap="none"/>
            </a:pPr>
            <a:r>
              <a:rPr lang="en-us" sz="2490" cap="none">
                <a:solidFill>
                  <a:srgbClr val="1F1F1F"/>
                </a:solidFill>
              </a:rPr>
              <a:t>It will</a:t>
            </a:r>
            <a:r>
              <a:rPr lang="en-us" sz="2490" b="1" cap="none">
                <a:solidFill>
                  <a:srgbClr val="1F1F1F"/>
                </a:solidFill>
              </a:rPr>
              <a:t> inherit </a:t>
            </a:r>
            <a:r>
              <a:rPr lang="en-us" sz="2490" cap="none">
                <a:solidFill>
                  <a:srgbClr val="1F1F1F"/>
                </a:solidFill>
              </a:rPr>
              <a:t>the attributes from main entity(superclass).</a:t>
            </a:r>
            <a:endParaRPr lang="en-us" sz="2490" cap="none">
              <a:solidFill>
                <a:srgbClr val="000000"/>
              </a:solidFill>
              <a:latin typeface="Arial" pitchFamily="2" charset="0"/>
              <a:ea typeface="Calibri" pitchFamily="2" charset="0"/>
              <a:cs typeface="Calibri" pitchFamily="2" charset="0"/>
            </a:endParaRPr>
          </a:p>
          <a:p>
            <a:pPr marL="228600" indent="-228600" defTabSz="914400">
              <a:lnSpc>
                <a:spcPct val="90000"/>
              </a:lnSpc>
              <a:spcBef>
                <a:spcPts val="890"/>
              </a:spcBef>
              <a:buClrTx/>
              <a:buFont typeface="Arial" pitchFamily="2" charset="0"/>
              <a:buChar char="•"/>
              <a:tabLst/>
              <a:defRPr sz="1600" cap="none"/>
            </a:pPr>
            <a:r>
              <a:rPr lang="en-us" sz="2490" cap="none">
                <a:solidFill>
                  <a:srgbClr val="000000"/>
                </a:solidFill>
              </a:rPr>
              <a:t>Specialization can also be used to improve the security of a database. (Role based)</a:t>
            </a:r>
            <a:endParaRPr lang="en-us" sz="2490" cap="none">
              <a:solidFill>
                <a:srgbClr val="000000"/>
              </a:solidFill>
              <a:latin typeface="Arial" pitchFamily="2" charset="0"/>
              <a:ea typeface="Calibri" pitchFamily="2" charset="0"/>
              <a:cs typeface="Calibri" pitchFamily="2" charset="0"/>
            </a:endParaRPr>
          </a:p>
          <a:p>
            <a:pPr marL="228600" indent="-228600" defTabSz="914400">
              <a:lnSpc>
                <a:spcPct val="90000"/>
              </a:lnSpc>
              <a:spcBef>
                <a:spcPts val="890"/>
              </a:spcBef>
              <a:buClrTx/>
              <a:buFont typeface="Arial" pitchFamily="2" charset="0"/>
              <a:buChar char="•"/>
              <a:tabLst/>
              <a:defRPr sz="1600" cap="none"/>
            </a:pPr>
            <a:r>
              <a:rPr lang="en-us" sz="2490" cap="none">
                <a:solidFill>
                  <a:srgbClr val="000000"/>
                </a:solidFill>
              </a:rPr>
              <a:t>an entity is divided into sub-entities(subclasses) based on their characteristics. It is a </a:t>
            </a:r>
            <a:r>
              <a:rPr lang="en-us" sz="2490" b="1" cap="none">
                <a:solidFill>
                  <a:srgbClr val="000000"/>
                </a:solidFill>
              </a:rPr>
              <a:t>top-down approach </a:t>
            </a:r>
            <a:r>
              <a:rPr lang="en-us" sz="2490" cap="none">
                <a:solidFill>
                  <a:srgbClr val="000000"/>
                </a:solidFill>
              </a:rPr>
              <a:t>where higher level entity is specialized into two or more lower level entities.</a:t>
            </a:r>
            <a:endParaRPr lang="en-us" sz="2490" cap="none">
              <a:solidFill>
                <a:srgbClr val="000000"/>
              </a:solidFill>
              <a:latin typeface="Arial" pitchFamily="2" charset="0"/>
              <a:ea typeface="Calibri" pitchFamily="2" charset="0"/>
              <a:cs typeface="Calibri" pitchFamily="2" charset="0"/>
            </a:endParaRPr>
          </a:p>
          <a:p>
            <a:pPr marL="228600" indent="-228600" defTabSz="914400">
              <a:lnSpc>
                <a:spcPct val="90000"/>
              </a:lnSpc>
              <a:spcBef>
                <a:spcPts val="890"/>
              </a:spcBef>
              <a:buClrTx/>
              <a:buFont typeface="Arial" pitchFamily="2" charset="0"/>
              <a:buChar char="•"/>
              <a:tabLst/>
              <a:defRPr sz="1600" cap="none"/>
            </a:pPr>
            <a:r>
              <a:rPr lang="en-us" sz="2490" cap="none">
                <a:solidFill>
                  <a:srgbClr val="000000"/>
                </a:solidFill>
              </a:rPr>
              <a:t>Specialization is the </a:t>
            </a:r>
            <a:r>
              <a:rPr lang="en-us" sz="2490" b="1" cap="none">
                <a:solidFill>
                  <a:srgbClr val="000000"/>
                </a:solidFill>
              </a:rPr>
              <a:t>process of dividing an entity set into a set of more specialized entity sets. </a:t>
            </a:r>
            <a:endParaRPr lang="en-us" sz="2490" cap="none">
              <a:solidFill>
                <a:srgbClr val="000000"/>
              </a:solidFill>
              <a:latin typeface="Arial" pitchFamily="2" charset="0"/>
              <a:ea typeface="Calibri" pitchFamily="2" charset="0"/>
              <a:cs typeface="Calibri" pitchFamily="2" charset="0"/>
            </a:endParaRPr>
          </a:p>
          <a:p>
            <a:pPr marL="685800" lvl="1" indent="-228600" defTabSz="914400">
              <a:lnSpc>
                <a:spcPct val="90000"/>
              </a:lnSpc>
              <a:spcBef>
                <a:spcPts val="440"/>
              </a:spcBef>
              <a:buClrTx/>
              <a:buFont typeface="Arial" pitchFamily="2" charset="0"/>
              <a:buChar char="•"/>
              <a:tabLst/>
              <a:defRPr sz="1600" cap="none"/>
            </a:pPr>
            <a:r>
              <a:rPr lang="en-us" sz="2135" cap="none">
                <a:solidFill>
                  <a:srgbClr val="000000"/>
                </a:solidFill>
              </a:rPr>
              <a:t>For example, you could have an entity set called "Vehicle" that is specialized into the entity sets "Car", "Truck", and "Motorcycle".</a:t>
            </a:r>
            <a:endParaRPr lang="en-us" sz="2135" cap="none">
              <a:solidFill>
                <a:srgbClr val="000000"/>
              </a:solidFill>
              <a:latin typeface="Arial" pitchFamily="2" charset="0"/>
              <a:ea typeface="Calibri" pitchFamily="2" charset="0"/>
              <a:cs typeface="Calibri" pitchFamily="2" charset="0"/>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ceHolder 1"/>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gfw5ZxMAAAAlAAAAZAAAAA0AAAAAkAAAAEgAAACQAAAAS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KAUAAD8CAADXRQAAZQoAABAAAAAmAAAACAAAAL2QAAD/HwAA"/>
              </a:ext>
            </a:extLst>
          </p:cNvSpPr>
          <p:nvPr>
            <p:ph type="title"/>
          </p:nvPr>
        </p:nvSpPr>
        <p:spPr>
          <a:xfrm>
            <a:off x="838200" y="365125"/>
            <a:ext cx="10514965" cy="1324610"/>
          </a:xfrm>
          <a:noFill/>
          <a:ln>
            <a:noFill/>
          </a:ln>
        </p:spPr>
        <p:txBody>
          <a:bodyPr vert="horz" wrap="square" lIns="91440" tIns="45720" rIns="91440" bIns="45720" numCol="1" spcCol="215900" anchor="ctr">
            <a:prstTxWarp prst="textNoShape">
              <a:avLst/>
            </a:prstTxWarp>
          </a:bodyPr>
          <a:lstStyle/>
          <a:p>
            <a:pPr indent="0" algn="ctr" defTabSz="914400">
              <a:lnSpc>
                <a:spcPct val="90000"/>
              </a:lnSpc>
              <a:buNone/>
              <a:tabLst>
                <a:tab pos="0" algn="l"/>
              </a:tabLst>
            </a:pPr>
            <a:r>
              <a:rPr lang="en-us" b="1" cap="none">
                <a:solidFill>
                  <a:srgbClr val="000000"/>
                </a:solidFill>
                <a:latin typeface="Calibri Light" charset="0"/>
                <a:ea typeface="Basic Roman" pitchFamily="1" charset="0"/>
                <a:cs typeface="Basic Roman" pitchFamily="1" charset="0"/>
              </a:rPr>
              <a:t>Generalization</a:t>
            </a:r>
            <a:endParaRPr lang="en-us" cap="none">
              <a:solidFill>
                <a:srgbClr val="000000"/>
              </a:solidFill>
              <a:latin typeface="Arial" pitchFamily="2" charset="0"/>
              <a:ea typeface="Basic Roman" pitchFamily="1" charset="0"/>
              <a:cs typeface="Basic Roman" pitchFamily="1" charset="0"/>
            </a:endParaRPr>
          </a:p>
        </p:txBody>
      </p:sp>
      <p:sp>
        <p:nvSpPr>
          <p:cNvPr id="3" name="PlaceHolder 2"/>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gfw5ZxMAAAAlAAAAZAAAAA0AAAAAkAAAAEgAAACQAAAAS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KAUAADsLAADXRQAA/iUAABAAAAAmAAAACAAAAD2QAAD/HwAA"/>
              </a:ext>
            </a:extLst>
          </p:cNvSpPr>
          <p:nvPr>
            <p:ph type="body"/>
          </p:nvPr>
        </p:nvSpPr>
        <p:spPr>
          <a:xfrm>
            <a:off x="838200" y="1825625"/>
            <a:ext cx="10514965" cy="4350385"/>
          </a:xfrm>
          <a:noFill/>
          <a:ln>
            <a:noFill/>
          </a:ln>
        </p:spPr>
        <p:txBody>
          <a:bodyPr vert="horz" wrap="square" lIns="91440" tIns="45720" rIns="91440" bIns="45720" numCol="1" spcCol="215900" anchor="t">
            <a:prstTxWarp prst="textNoShape">
              <a:avLst/>
            </a:prstTxWarp>
          </a:bodyPr>
          <a:lstStyle/>
          <a:p>
            <a:pPr marL="228600" indent="-228600" defTabSz="914400">
              <a:lnSpc>
                <a:spcPct val="90000"/>
              </a:lnSpc>
              <a:spcBef>
                <a:spcPts val="1000"/>
              </a:spcBef>
              <a:buClrTx/>
              <a:buFont typeface="Arial" pitchFamily="2" charset="0"/>
              <a:buChar char="•"/>
              <a:tabLst/>
            </a:pPr>
            <a:r>
              <a:rPr lang="en-us" sz="2800" cap="none">
                <a:solidFill>
                  <a:srgbClr val="000000"/>
                </a:solidFill>
              </a:rPr>
              <a:t>It is the process of combining two or more entity sets into a single, more general entity set. </a:t>
            </a:r>
            <a:endParaRPr lang="en-us" sz="2800" cap="none">
              <a:solidFill>
                <a:srgbClr val="000000"/>
              </a:solidFill>
              <a:latin typeface="Arial" pitchFamily="2" charset="0"/>
              <a:ea typeface="Calibri" pitchFamily="2" charset="0"/>
              <a:cs typeface="Calibri" pitchFamily="2" charset="0"/>
            </a:endParaRPr>
          </a:p>
          <a:p>
            <a:pPr indent="0" defTabSz="914400">
              <a:lnSpc>
                <a:spcPct val="90000"/>
              </a:lnSpc>
              <a:spcBef>
                <a:spcPts val="1000"/>
              </a:spcBef>
              <a:buNone/>
              <a:tabLst>
                <a:tab pos="0" algn="l"/>
              </a:tabLst>
            </a:pPr>
            <a:endParaRPr lang="en-us" sz="2800" cap="none">
              <a:solidFill>
                <a:srgbClr val="000000"/>
              </a:solidFill>
              <a:latin typeface="Arial" pitchFamily="2" charset="0"/>
              <a:ea typeface="Calibri" pitchFamily="2" charset="0"/>
              <a:cs typeface="Calibri" pitchFamily="2" charset="0"/>
            </a:endParaRPr>
          </a:p>
          <a:p>
            <a:pPr marL="228600" indent="-228600" defTabSz="914400">
              <a:lnSpc>
                <a:spcPct val="90000"/>
              </a:lnSpc>
              <a:spcBef>
                <a:spcPts val="1000"/>
              </a:spcBef>
              <a:buClrTx/>
              <a:buFont typeface="Arial" pitchFamily="2" charset="0"/>
              <a:buChar char="•"/>
              <a:tabLst>
                <a:tab pos="0" algn="l"/>
              </a:tabLst>
            </a:pPr>
            <a:r>
              <a:rPr lang="en-us" sz="2800" cap="none">
                <a:solidFill>
                  <a:srgbClr val="000000"/>
                </a:solidFill>
              </a:rPr>
              <a:t>Generalization is a Bottom up process.</a:t>
            </a:r>
            <a:endParaRPr lang="en-us" sz="2800" cap="none">
              <a:solidFill>
                <a:srgbClr val="000000"/>
              </a:solidFill>
              <a:latin typeface="Arial" pitchFamily="2" charset="0"/>
              <a:ea typeface="Calibri" pitchFamily="2" charset="0"/>
              <a:cs typeface="Calibri" pitchFamily="2" charset="0"/>
            </a:endParaRPr>
          </a:p>
          <a:p>
            <a:pPr marL="685800" lvl="1" indent="-228600" defTabSz="914400">
              <a:lnSpc>
                <a:spcPct val="90000"/>
              </a:lnSpc>
              <a:spcBef>
                <a:spcPts val="495"/>
              </a:spcBef>
              <a:buClrTx/>
              <a:buFont typeface="Arial" pitchFamily="2" charset="0"/>
              <a:buChar char="•"/>
              <a:tabLst>
                <a:tab pos="0" algn="l"/>
              </a:tabLst>
            </a:pPr>
            <a:r>
              <a:rPr lang="en-us" sz="2400" cap="none">
                <a:solidFill>
                  <a:srgbClr val="000000"/>
                </a:solidFill>
              </a:rPr>
              <a:t>"Person" is the general entity type, and "Student," "Faculty," and "Staff" are the specialized entity types. </a:t>
            </a:r>
            <a:endParaRPr lang="en-us" sz="2400" cap="none">
              <a:solidFill>
                <a:srgbClr val="000000"/>
              </a:solidFill>
              <a:latin typeface="Arial" pitchFamily="2" charset="0"/>
              <a:ea typeface="Calibri" pitchFamily="2" charset="0"/>
              <a:cs typeface="Calibri" pitchFamily="2" charset="0"/>
            </a:endParaRPr>
          </a:p>
          <a:p>
            <a:pPr indent="0" defTabSz="914400">
              <a:lnSpc>
                <a:spcPct val="90000"/>
              </a:lnSpc>
              <a:spcBef>
                <a:spcPts val="1000"/>
              </a:spcBef>
              <a:buNone/>
              <a:tabLst>
                <a:tab pos="0" algn="l"/>
              </a:tabLst>
            </a:pPr>
            <a:endParaRPr lang="en-us" sz="2800" cap="none">
              <a:solidFill>
                <a:srgbClr val="000000"/>
              </a:solidFill>
              <a:latin typeface="Arial" pitchFamily="2" charset="0"/>
              <a:ea typeface="Calibri" pitchFamily="2" charset="0"/>
              <a:cs typeface="Calibri" pitchFamily="2" charset="0"/>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extLst>
              <a:ext uri="smNativeData">
                <pr:smNativeData xmlns="smNativeData" xmlns:pr="smNativeData" xmlns:p15="http://schemas.microsoft.com/office/powerpoint/2012/main" xmlns:p14="http://schemas.microsoft.com/office/powerpoint/2010/main" xmlns:mc="http://schemas.openxmlformats.org/markup-compatibility/2006" val="SMDATA_17_gfw5ZxMAAAAlAAAAEQAAAA0AAAAAkAAAAEgAAACQAAAAS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AcAAAA4AAAAAAAAAAAAAAAAAAAA////AAAAAAAAAAAAAAAAAAAAAAAAAAAAAAAAAAAAAABkAAAAZAAAAAAAAAAjAAAABAAAAGQAAAAXAAAAFAAAAAAAAAAAAAAA/38AAP9/AAAAAAAACQAAAAQAAAAAAAAAHgAAAGgAAAAAAAAAAAAAAAAAAAAAAAAAAAAAABAnAAAQJwAAAAAAAAAAAAAAAAAAAAAAAAAAAAAAAAAAAAAAAAAAAAAUAAAAAAAAAMDA/wAAAAAAZAAAADIAAAAAAAAAZAAAAAAAAAB/f38ACgAAACIAAAAYAAAAAAAAAAAAAAAAAAAAAAAAAAAAAAAAAAAAJAAAACQAAAAAAAAABwAAAAAAAAAAAAAAAAAAAAAAAAAAAAAAAAAAAH9/fwAlAAAAWAAAAAAAAAAAAAAAAAAAAAAAAAAAAAAAAAAAAAAAAAAAAAAAAAAAAAAAAAAAAAAAPwAAAAAAAACghgEAAAAAAAAAAAAAAAAADAAAAAEAAAAAAAAAAAAAAAAAAAAfAAAAVAAAAAAAAAUAAAABAAAAAAAAAAAAAAAAAAAAAAAAAAAAAAAAAAAAAAAAAAAAAAACf39/AAAAAAPMzMwAwMD/AH9/fwAAAAAAAAAAAAAAAAD///8AAAAAACEAAAAYAAAAFAAAAEsKAAA4BQAAs0AAAH8bAAAQAAAAJgAAAAgAAAD//////////w=="/>
              </a:ext>
            </a:extLst>
          </p:cNvPicPr>
          <p:nvPr/>
        </p:nvPicPr>
        <p:blipFill>
          <a:blip r:embed="rId2"/>
          <a:stretch>
            <a:fillRect/>
          </a:stretch>
        </p:blipFill>
        <p:spPr>
          <a:xfrm>
            <a:off x="1673225" y="848360"/>
            <a:ext cx="8844280" cy="3621405"/>
          </a:xfrm>
          <a:prstGeom prst="rect">
            <a:avLst/>
          </a:prstGeom>
          <a:noFill/>
          <a:ln>
            <a:noFill/>
          </a:ln>
          <a:effectLst/>
        </p:spPr>
      </p:pic>
      <p:sp>
        <p:nvSpPr>
          <p:cNvPr id="3" name="TextBox 3"/>
          <p:cNvSpPr>
            <a:extLst>
              <a:ext uri="smNativeData">
                <pr:smNativeData xmlns="smNativeData" xmlns:pr="smNativeData" xmlns:p15="http://schemas.microsoft.com/office/powerpoint/2012/main" xmlns:p14="http://schemas.microsoft.com/office/powerpoint/2010/main" xmlns:mc="http://schemas.openxmlformats.org/markup-compatibility/2006" val="SMDATA_15_gfw5ZxMAAAAlAAAAZAAAAA0AAAAAjgAAAEcAAACOAAAARw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tw8AACkfAADtPAAAdiYAABAAAAAmAAAACAAAAP//////////"/>
              </a:ext>
            </a:extLst>
          </p:cNvSpPr>
          <p:nvPr/>
        </p:nvSpPr>
        <p:spPr>
          <a:xfrm>
            <a:off x="2554605" y="5065395"/>
            <a:ext cx="7349490" cy="1186815"/>
          </a:xfrm>
          <a:prstGeom prst="rect">
            <a:avLst/>
          </a:prstGeom>
          <a:noFill/>
          <a:ln>
            <a:noFill/>
          </a:ln>
          <a:effectLst/>
        </p:spPr>
        <p:txBody>
          <a:bodyPr vert="horz" wrap="square" lIns="90170" tIns="45085" rIns="90170" bIns="45085" numCol="1" spcCol="215900" anchor="t"/>
          <a:lstStyle/>
          <a:p>
            <a:pPr defTabSz="914400">
              <a:lnSpc>
                <a:spcPct val="100000"/>
              </a:lnSpc>
              <a:tabLst/>
            </a:pPr>
            <a:r>
              <a:rPr lang="en-us" b="1" cap="none">
                <a:solidFill>
                  <a:srgbClr val="1F1F1F"/>
                </a:solidFill>
              </a:rPr>
              <a:t>subclasses can share attributes with their superclass and vice varsa. In fact, this is one of the main benefits of using generalization and specialization. By sharing attributes, you can reduce the amount of data that needs to be stored in the database.</a:t>
            </a:r>
            <a:endParaRPr lang="en-us" cap="none">
              <a:solidFill>
                <a:srgbClr val="000000"/>
              </a:solidFill>
              <a:latin typeface="Arial" pitchFamily="2" charset="0"/>
              <a:ea typeface="Calibri" pitchFamily="2" charset="0"/>
              <a:cs typeface="Calibri" pitchFamily="2" charset="0"/>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ceHolder 1"/>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gfw5ZxMAAAAlAAAAZAAAAA0AAAAAkAAAAEgAAACQAAAAS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KAUAAD8CAADXRQAAZQoAABAAAAAmAAAACAAAAL2QAAD/HwAA"/>
              </a:ext>
            </a:extLst>
          </p:cNvSpPr>
          <p:nvPr>
            <p:ph type="title"/>
          </p:nvPr>
        </p:nvSpPr>
        <p:spPr>
          <a:xfrm>
            <a:off x="838200" y="365125"/>
            <a:ext cx="10514965" cy="1324610"/>
          </a:xfrm>
          <a:noFill/>
          <a:ln>
            <a:noFill/>
          </a:ln>
        </p:spPr>
        <p:txBody>
          <a:bodyPr vert="horz" wrap="square" lIns="91440" tIns="45720" rIns="91440" bIns="45720" numCol="1" spcCol="215900" anchor="ctr">
            <a:prstTxWarp prst="textNoShape">
              <a:avLst/>
            </a:prstTxWarp>
          </a:bodyPr>
          <a:lstStyle/>
          <a:p>
            <a:pPr indent="0" algn="ctr" defTabSz="914400">
              <a:lnSpc>
                <a:spcPct val="90000"/>
              </a:lnSpc>
              <a:buNone/>
              <a:tabLst>
                <a:tab pos="0" algn="l"/>
              </a:tabLst>
            </a:pPr>
            <a:r>
              <a:rPr lang="en-us" b="1" cap="none">
                <a:solidFill>
                  <a:srgbClr val="000000"/>
                </a:solidFill>
                <a:latin typeface="Calibri Light" charset="0"/>
                <a:ea typeface="Basic Roman" pitchFamily="1" charset="0"/>
                <a:cs typeface="Basic Roman" pitchFamily="1" charset="0"/>
              </a:rPr>
              <a:t>Constraints on Generalization</a:t>
            </a:r>
            <a:endParaRPr lang="en-us" cap="none">
              <a:solidFill>
                <a:srgbClr val="000000"/>
              </a:solidFill>
              <a:latin typeface="Arial" pitchFamily="2" charset="0"/>
              <a:ea typeface="Basic Roman" pitchFamily="1" charset="0"/>
              <a:cs typeface="Basic Roman" pitchFamily="1" charset="0"/>
            </a:endParaRPr>
          </a:p>
        </p:txBody>
      </p:sp>
      <p:sp>
        <p:nvSpPr>
          <p:cNvPr id="3" name="PlaceHolder 2"/>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gfw5ZxMAAAAlAAAAZAAAAA0AAAAAkAAAAEgAAACQAAAAS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LQe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KAUAADsLAADXRQAA/iUAABAAAAAmAAAACAAAAD2QAAD/HwAA"/>
              </a:ext>
            </a:extLst>
          </p:cNvSpPr>
          <p:nvPr>
            <p:ph type="body"/>
          </p:nvPr>
        </p:nvSpPr>
        <p:spPr>
          <a:xfrm>
            <a:off x="838200" y="1825625"/>
            <a:ext cx="10514965" cy="4350385"/>
          </a:xfrm>
          <a:noFill/>
          <a:ln>
            <a:noFill/>
          </a:ln>
        </p:spPr>
        <p:txBody>
          <a:bodyPr vert="horz" wrap="square" lIns="91440" tIns="45720" rIns="91440" bIns="45720" numCol="1" spcCol="215900" anchor="t">
            <a:prstTxWarp prst="textNoShape">
              <a:avLst/>
            </a:prstTxWarp>
          </a:bodyPr>
          <a:lstStyle/>
          <a:p>
            <a:pPr marL="228600" indent="-228600" defTabSz="914400">
              <a:lnSpc>
                <a:spcPct val="90000"/>
              </a:lnSpc>
              <a:spcBef>
                <a:spcPts val="930"/>
              </a:spcBef>
              <a:buClrTx/>
              <a:buFont typeface="Arial" pitchFamily="2" charset="0"/>
              <a:buChar char="•"/>
              <a:tabLst/>
              <a:defRPr sz="1675" cap="none"/>
            </a:pPr>
            <a:r>
              <a:rPr lang="en-us" sz="2605" cap="none">
                <a:solidFill>
                  <a:srgbClr val="000000"/>
                </a:solidFill>
              </a:rPr>
              <a:t>Constraints on Generalization specify the rules that need to be followed when converting a superclass entity to a subclass entity. </a:t>
            </a:r>
            <a:endParaRPr lang="en-us" sz="2605" cap="none">
              <a:solidFill>
                <a:srgbClr val="000000"/>
              </a:solidFill>
              <a:latin typeface="Arial" pitchFamily="2" charset="0"/>
              <a:ea typeface="Calibri" pitchFamily="2" charset="0"/>
              <a:cs typeface="Calibri" pitchFamily="2" charset="0"/>
            </a:endParaRPr>
          </a:p>
          <a:p>
            <a:pPr marL="228600" indent="-228600" defTabSz="914400">
              <a:lnSpc>
                <a:spcPct val="90000"/>
              </a:lnSpc>
              <a:spcBef>
                <a:spcPts val="930"/>
              </a:spcBef>
              <a:buClrTx/>
              <a:buFont typeface="Arial" pitchFamily="2" charset="0"/>
              <a:buChar char="•"/>
              <a:tabLst/>
              <a:defRPr sz="1675" cap="none"/>
            </a:pPr>
            <a:r>
              <a:rPr lang="en-us" sz="2605" cap="none">
                <a:solidFill>
                  <a:srgbClr val="1F1F1F"/>
                </a:solidFill>
              </a:rPr>
              <a:t>A </a:t>
            </a:r>
            <a:r>
              <a:rPr lang="en-us" sz="2605" b="1" cap="none">
                <a:solidFill>
                  <a:srgbClr val="1F1F1F"/>
                </a:solidFill>
              </a:rPr>
              <a:t>condition-based constraint </a:t>
            </a:r>
            <a:r>
              <a:rPr lang="en-us" sz="2605" cap="none">
                <a:solidFill>
                  <a:srgbClr val="1F1F1F"/>
                </a:solidFill>
              </a:rPr>
              <a:t>is a type of constraint that is based on a condition. </a:t>
            </a:r>
            <a:endParaRPr lang="en-us" sz="2605" cap="none">
              <a:solidFill>
                <a:srgbClr val="000000"/>
              </a:solidFill>
              <a:latin typeface="Arial" pitchFamily="2" charset="0"/>
              <a:ea typeface="Calibri" pitchFamily="2" charset="0"/>
              <a:cs typeface="Calibri" pitchFamily="2" charset="0"/>
            </a:endParaRPr>
          </a:p>
          <a:p>
            <a:pPr marL="228600" indent="-228600" defTabSz="914400">
              <a:lnSpc>
                <a:spcPct val="90000"/>
              </a:lnSpc>
              <a:spcBef>
                <a:spcPts val="930"/>
              </a:spcBef>
              <a:buClrTx/>
              <a:buFont typeface="Arial" pitchFamily="2" charset="0"/>
              <a:buChar char="•"/>
              <a:tabLst/>
              <a:defRPr sz="1675" cap="none"/>
            </a:pPr>
            <a:r>
              <a:rPr lang="en-us" sz="2605" cap="none">
                <a:solidFill>
                  <a:srgbClr val="1F1F1F"/>
                </a:solidFill>
              </a:rPr>
              <a:t>if a condition-based constraint is applied to a generalization, then the database will not allow an entity to belong to a subclass if the condition is not met. </a:t>
            </a:r>
            <a:endParaRPr lang="en-us" sz="2605" cap="none">
              <a:solidFill>
                <a:srgbClr val="000000"/>
              </a:solidFill>
              <a:latin typeface="Arial" pitchFamily="2" charset="0"/>
              <a:ea typeface="Calibri" pitchFamily="2" charset="0"/>
              <a:cs typeface="Calibri" pitchFamily="2" charset="0"/>
            </a:endParaRPr>
          </a:p>
          <a:p>
            <a:pPr marL="228600" indent="-228600" defTabSz="914400">
              <a:lnSpc>
                <a:spcPct val="90000"/>
              </a:lnSpc>
              <a:spcBef>
                <a:spcPts val="930"/>
              </a:spcBef>
              <a:buClrTx/>
              <a:buFont typeface="Arial" pitchFamily="2" charset="0"/>
              <a:buChar char="•"/>
              <a:tabLst/>
              <a:defRPr sz="1675" cap="none"/>
            </a:pPr>
            <a:r>
              <a:rPr lang="en-us" sz="2605" cap="none">
                <a:solidFill>
                  <a:srgbClr val="1F1F1F"/>
                </a:solidFill>
              </a:rPr>
              <a:t>This can help to prevent errors in data entry and to ensure that the data is consistent.</a:t>
            </a:r>
            <a:endParaRPr lang="en-us" sz="2605" cap="none">
              <a:solidFill>
                <a:srgbClr val="000000"/>
              </a:solidFill>
              <a:latin typeface="Arial" pitchFamily="2" charset="0"/>
              <a:ea typeface="Calibri" pitchFamily="2" charset="0"/>
              <a:cs typeface="Calibri" pitchFamily="2" charset="0"/>
            </a:endParaRPr>
          </a:p>
          <a:p>
            <a:pPr marL="685800" lvl="1" indent="-228600" defTabSz="914400">
              <a:lnSpc>
                <a:spcPct val="90000"/>
              </a:lnSpc>
              <a:spcBef>
                <a:spcPts val="460"/>
              </a:spcBef>
              <a:buClrTx/>
              <a:buFont typeface="Arial" pitchFamily="2" charset="0"/>
              <a:buChar char="•"/>
              <a:tabLst/>
              <a:defRPr sz="1675" cap="none"/>
            </a:pPr>
            <a:r>
              <a:rPr lang="en-us" sz="2230" cap="none">
                <a:solidFill>
                  <a:srgbClr val="1F1F1F"/>
                </a:solidFill>
              </a:rPr>
              <a:t>For example, you could create a condition-based constraint that specifies that an employee can only be a full-time employee if their salary is greater than $50,000.</a:t>
            </a:r>
            <a:endParaRPr lang="en-us" sz="2230" cap="none">
              <a:solidFill>
                <a:srgbClr val="000000"/>
              </a:solidFill>
              <a:latin typeface="Arial" pitchFamily="2" charset="0"/>
              <a:ea typeface="Calibri" pitchFamily="2" charset="0"/>
              <a:cs typeface="Calibri" pitchFamily="2" charset="0"/>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ceHolder 1"/>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gfw5ZxMAAAAlAAAAZAAAAA0AAAAAkAAAAEgAAACQAAAAS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KAUAAD8CAADXRQAAZQoAABAAAAAmAAAACAAAAL2QAAD/HwAA"/>
              </a:ext>
            </a:extLst>
          </p:cNvSpPr>
          <p:nvPr>
            <p:ph type="title"/>
          </p:nvPr>
        </p:nvSpPr>
        <p:spPr>
          <a:xfrm>
            <a:off x="838200" y="365125"/>
            <a:ext cx="10514965" cy="1324610"/>
          </a:xfrm>
          <a:noFill/>
          <a:ln>
            <a:noFill/>
          </a:ln>
        </p:spPr>
        <p:txBody>
          <a:bodyPr vert="horz" wrap="square" lIns="91440" tIns="45720" rIns="91440" bIns="45720" numCol="1" spcCol="215900" anchor="ctr">
            <a:prstTxWarp prst="textNoShape">
              <a:avLst/>
            </a:prstTxWarp>
          </a:bodyPr>
          <a:lstStyle/>
          <a:p>
            <a:pPr indent="0" algn="ctr" defTabSz="914400">
              <a:lnSpc>
                <a:spcPct val="90000"/>
              </a:lnSpc>
              <a:buNone/>
              <a:tabLst>
                <a:tab pos="0" algn="l"/>
              </a:tabLst>
            </a:pPr>
            <a:r>
              <a:rPr lang="en-us" b="1" cap="none">
                <a:solidFill>
                  <a:srgbClr val="000000"/>
                </a:solidFill>
                <a:latin typeface="Calibri Light" charset="0"/>
                <a:ea typeface="Basic Roman" pitchFamily="1" charset="0"/>
                <a:cs typeface="Basic Roman" pitchFamily="1" charset="0"/>
              </a:rPr>
              <a:t>Constraints on Generalization</a:t>
            </a:r>
            <a:endParaRPr lang="en-us" cap="none">
              <a:solidFill>
                <a:srgbClr val="000000"/>
              </a:solidFill>
              <a:latin typeface="Arial" pitchFamily="2" charset="0"/>
              <a:ea typeface="Basic Roman" pitchFamily="1" charset="0"/>
              <a:cs typeface="Basic Roman" pitchFamily="1" charset="0"/>
            </a:endParaRPr>
          </a:p>
        </p:txBody>
      </p:sp>
      <p:sp>
        <p:nvSpPr>
          <p:cNvPr id="3" name="PlaceHolder 2"/>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gfw5ZxMAAAAlAAAAZAAAAA0AAAAAkAAAAEgAAACQAAAAS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KAUAADsLAADXRQAA/iUAABAAAAAmAAAACAAAAD2QAAD/HwAA"/>
              </a:ext>
            </a:extLst>
          </p:cNvSpPr>
          <p:nvPr>
            <p:ph type="body"/>
          </p:nvPr>
        </p:nvSpPr>
        <p:spPr>
          <a:xfrm>
            <a:off x="838200" y="1825625"/>
            <a:ext cx="10514965" cy="4350385"/>
          </a:xfrm>
          <a:noFill/>
          <a:ln>
            <a:noFill/>
          </a:ln>
        </p:spPr>
        <p:txBody>
          <a:bodyPr vert="horz" wrap="square" lIns="91440" tIns="45720" rIns="91440" bIns="45720" numCol="1" spcCol="215900" anchor="t">
            <a:prstTxWarp prst="textNoShape">
              <a:avLst/>
            </a:prstTxWarp>
          </a:bodyPr>
          <a:lstStyle/>
          <a:p>
            <a:pPr marL="228600" indent="-228600" defTabSz="914400">
              <a:lnSpc>
                <a:spcPct val="90000"/>
              </a:lnSpc>
              <a:spcBef>
                <a:spcPts val="1000"/>
              </a:spcBef>
              <a:buClrTx/>
              <a:buFont typeface="Arial" pitchFamily="2" charset="0"/>
              <a:buChar char="•"/>
              <a:tabLst/>
            </a:pPr>
            <a:r>
              <a:rPr lang="en-us" sz="2800" b="1" cap="none">
                <a:solidFill>
                  <a:srgbClr val="000000"/>
                </a:solidFill>
              </a:rPr>
              <a:t>user-defined constraint</a:t>
            </a:r>
            <a:r>
              <a:rPr lang="en-us" sz="2800" cap="none">
                <a:solidFill>
                  <a:srgbClr val="000000"/>
                </a:solidFill>
              </a:rPr>
              <a:t> is a constraint that is defined by the user, rather than by the database.</a:t>
            </a:r>
            <a:endParaRPr lang="en-us" sz="2800" cap="none">
              <a:solidFill>
                <a:srgbClr val="000000"/>
              </a:solidFill>
              <a:latin typeface="Arial" pitchFamily="2" charset="0"/>
              <a:ea typeface="Calibri" pitchFamily="2" charset="0"/>
              <a:cs typeface="Calibri" pitchFamily="2" charset="0"/>
            </a:endParaRPr>
          </a:p>
          <a:p>
            <a:pPr marL="228600" indent="-228600" defTabSz="914400">
              <a:lnSpc>
                <a:spcPct val="90000"/>
              </a:lnSpc>
              <a:spcBef>
                <a:spcPts val="1000"/>
              </a:spcBef>
              <a:buClrTx/>
              <a:buFont typeface="Arial" pitchFamily="2" charset="0"/>
              <a:buChar char="•"/>
              <a:tabLst/>
            </a:pPr>
            <a:r>
              <a:rPr lang="en-us" sz="2800" cap="none">
                <a:solidFill>
                  <a:srgbClr val="000000"/>
                </a:solidFill>
              </a:rPr>
              <a:t>These constraints can be specific to the business rules and requirements of a particular system.</a:t>
            </a:r>
            <a:endParaRPr lang="en-us" sz="2800" cap="none">
              <a:solidFill>
                <a:srgbClr val="000000"/>
              </a:solidFill>
              <a:latin typeface="Arial" pitchFamily="2" charset="0"/>
              <a:ea typeface="Calibri" pitchFamily="2" charset="0"/>
              <a:cs typeface="Calibri" pitchFamily="2" charset="0"/>
            </a:endParaRPr>
          </a:p>
          <a:p>
            <a:pPr marL="685800" lvl="1" indent="-228600" defTabSz="914400">
              <a:lnSpc>
                <a:spcPct val="90000"/>
              </a:lnSpc>
              <a:spcBef>
                <a:spcPts val="495"/>
              </a:spcBef>
              <a:buClrTx/>
              <a:buFont typeface="Arial" pitchFamily="2" charset="0"/>
              <a:buChar char="•"/>
              <a:tabLst/>
            </a:pPr>
            <a:r>
              <a:rPr lang="en-us" sz="2400" cap="none">
                <a:solidFill>
                  <a:srgbClr val="000000"/>
                </a:solidFill>
              </a:rPr>
              <a:t>For Examples :-a </a:t>
            </a:r>
            <a:r>
              <a:rPr lang="en-us" sz="2400" b="1" cap="none">
                <a:solidFill>
                  <a:srgbClr val="000000"/>
                </a:solidFill>
              </a:rPr>
              <a:t>check constraint </a:t>
            </a:r>
            <a:r>
              <a:rPr lang="en-us" sz="2400" cap="none">
                <a:solidFill>
                  <a:srgbClr val="000000"/>
                </a:solidFill>
              </a:rPr>
              <a:t>can be used to ensure that the value entered in a date column is a valid date. a </a:t>
            </a:r>
            <a:r>
              <a:rPr lang="en-us" sz="2400" b="1" cap="none">
                <a:solidFill>
                  <a:srgbClr val="000000"/>
                </a:solidFill>
              </a:rPr>
              <a:t>unique constraint </a:t>
            </a:r>
            <a:r>
              <a:rPr lang="en-us" sz="2400" cap="none">
                <a:solidFill>
                  <a:srgbClr val="000000"/>
                </a:solidFill>
              </a:rPr>
              <a:t>can be used to ensure that there are no duplicate customer names in a customer table.</a:t>
            </a:r>
            <a:endParaRPr lang="en-us" sz="2400" cap="none">
              <a:solidFill>
                <a:srgbClr val="000000"/>
              </a:solidFill>
              <a:latin typeface="Arial" pitchFamily="2" charset="0"/>
              <a:ea typeface="Calibri" pitchFamily="2" charset="0"/>
              <a:cs typeface="Calibri" pitchFamily="2" charset="0"/>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ceHolder 1"/>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gfw5ZxMAAAAlAAAAZAAAAA0AAAAAkAAAAEgAAACQAAAAS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EQAZw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KAUAAD8CAADXRQAAZQoAABAAAAAmAAAACAAAAL2QAAD/HwAA"/>
              </a:ext>
            </a:extLst>
          </p:cNvSpPr>
          <p:nvPr>
            <p:ph type="title"/>
          </p:nvPr>
        </p:nvSpPr>
        <p:spPr>
          <a:xfrm>
            <a:off x="838200" y="365125"/>
            <a:ext cx="10514965" cy="1324610"/>
          </a:xfrm>
          <a:noFill/>
          <a:ln>
            <a:noFill/>
          </a:ln>
        </p:spPr>
        <p:txBody>
          <a:bodyPr vert="horz" wrap="square" lIns="91440" tIns="45720" rIns="91440" bIns="45720" numCol="1" spcCol="215900" anchor="ctr">
            <a:prstTxWarp prst="textNoShape">
              <a:avLst/>
            </a:prstTxWarp>
          </a:bodyPr>
          <a:lstStyle/>
          <a:p>
            <a:pPr indent="0" algn="ctr" defTabSz="914400">
              <a:lnSpc>
                <a:spcPct val="90000"/>
              </a:lnSpc>
              <a:buNone/>
              <a:tabLst>
                <a:tab pos="0" algn="l"/>
              </a:tabLst>
            </a:pPr>
            <a:r>
              <a:rPr lang="en-us" b="1" cap="none">
                <a:solidFill>
                  <a:srgbClr val="000000"/>
                </a:solidFill>
                <a:latin typeface="Calibri Light" charset="0"/>
                <a:ea typeface="Basic Roman" pitchFamily="1" charset="0"/>
                <a:cs typeface="Basic Roman" pitchFamily="1" charset="0"/>
              </a:rPr>
              <a:t>Constraints on Generalization</a:t>
            </a:r>
            <a:endParaRPr lang="en-us" cap="none">
              <a:solidFill>
                <a:srgbClr val="000000"/>
              </a:solidFill>
              <a:latin typeface="Arial" pitchFamily="2" charset="0"/>
              <a:ea typeface="Basic Roman" pitchFamily="1" charset="0"/>
              <a:cs typeface="Basic Roman" pitchFamily="1" charset="0"/>
            </a:endParaRPr>
          </a:p>
        </p:txBody>
      </p:sp>
      <p:sp>
        <p:nvSpPr>
          <p:cNvPr id="3" name="PlaceHolder 2"/>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gfw5ZxMAAAAlAAAAZAAAAA0AAAAAkAAAAEgAAACQAAAAS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KAUAADsLAADXRQAA/iUAABAAAAAmAAAACAAAAD2QAAD/HwAA"/>
              </a:ext>
            </a:extLst>
          </p:cNvSpPr>
          <p:nvPr>
            <p:ph type="body"/>
          </p:nvPr>
        </p:nvSpPr>
        <p:spPr>
          <a:xfrm>
            <a:off x="838200" y="1825625"/>
            <a:ext cx="10514965" cy="4350385"/>
          </a:xfrm>
          <a:noFill/>
          <a:ln>
            <a:noFill/>
          </a:ln>
        </p:spPr>
        <p:txBody>
          <a:bodyPr vert="horz" wrap="square" lIns="91440" tIns="45720" rIns="91440" bIns="45720" numCol="1" spcCol="215900" anchor="t">
            <a:prstTxWarp prst="textNoShape">
              <a:avLst/>
            </a:prstTxWarp>
          </a:bodyPr>
          <a:lstStyle/>
          <a:p>
            <a:pPr marL="228600" indent="-228600" defTabSz="914400">
              <a:lnSpc>
                <a:spcPct val="90000"/>
              </a:lnSpc>
              <a:spcBef>
                <a:spcPts val="1000"/>
              </a:spcBef>
              <a:buClrTx/>
              <a:buFont typeface="Arial" pitchFamily="2" charset="0"/>
              <a:buChar char="•"/>
              <a:tabLst/>
            </a:pPr>
            <a:r>
              <a:rPr lang="en-us" sz="2800" b="1" cap="none">
                <a:solidFill>
                  <a:srgbClr val="000000"/>
                </a:solidFill>
              </a:rPr>
              <a:t>Disjoint</a:t>
            </a:r>
            <a:r>
              <a:rPr lang="en-us" sz="2800" cap="none">
                <a:solidFill>
                  <a:srgbClr val="000000"/>
                </a:solidFill>
              </a:rPr>
              <a:t> – The requirement of this constraint is that an entity should not belong to no more than one lower-level entity set. </a:t>
            </a:r>
            <a:endParaRPr lang="en-us" sz="2800" cap="none">
              <a:solidFill>
                <a:srgbClr val="000000"/>
              </a:solidFill>
              <a:latin typeface="Arial" pitchFamily="2" charset="0"/>
              <a:ea typeface="Calibri" pitchFamily="2" charset="0"/>
              <a:cs typeface="Calibri" pitchFamily="2" charset="0"/>
            </a:endParaRPr>
          </a:p>
          <a:p>
            <a:pPr marL="685800" lvl="1" indent="-228600" defTabSz="914400">
              <a:lnSpc>
                <a:spcPct val="90000"/>
              </a:lnSpc>
              <a:spcBef>
                <a:spcPts val="495"/>
              </a:spcBef>
              <a:buClrTx/>
              <a:buFont typeface="Arial" pitchFamily="2" charset="0"/>
              <a:buChar char="•"/>
              <a:tabLst/>
            </a:pPr>
            <a:r>
              <a:rPr lang="en-us" sz="2400" cap="none">
                <a:solidFill>
                  <a:srgbClr val="1F1F1F"/>
                </a:solidFill>
                <a:latin typeface="Google Sans" charset="0"/>
                <a:ea typeface="Calibri" pitchFamily="2" charset="0"/>
                <a:cs typeface="Calibri" pitchFamily="2" charset="0"/>
              </a:rPr>
              <a:t>For example, an employee can only be a full-time employee or a part-time employee, but not both. </a:t>
            </a:r>
            <a:endParaRPr lang="en-us" sz="2400" cap="none">
              <a:solidFill>
                <a:srgbClr val="000000"/>
              </a:solidFill>
              <a:latin typeface="Arial" pitchFamily="2" charset="0"/>
              <a:ea typeface="Calibri" pitchFamily="2" charset="0"/>
              <a:cs typeface="Calibri" pitchFamily="2" charset="0"/>
            </a:endParaRPr>
          </a:p>
          <a:p>
            <a:pPr marL="228600" indent="-228600" defTabSz="914400">
              <a:lnSpc>
                <a:spcPct val="90000"/>
              </a:lnSpc>
              <a:spcBef>
                <a:spcPts val="1000"/>
              </a:spcBef>
              <a:buClrTx/>
              <a:buFont typeface="Arial" pitchFamily="2" charset="0"/>
              <a:buChar char="•"/>
              <a:tabLst/>
            </a:pPr>
            <a:r>
              <a:rPr lang="en-us" sz="2800" b="1" cap="none">
                <a:solidFill>
                  <a:srgbClr val="000000"/>
                </a:solidFill>
              </a:rPr>
              <a:t>Overlapping </a:t>
            </a:r>
            <a:r>
              <a:rPr lang="en-us" sz="2800" cap="none">
                <a:solidFill>
                  <a:srgbClr val="000000"/>
                </a:solidFill>
              </a:rPr>
              <a:t>– In this category of generalizations, within a single generalization, the same entity may belong to more than one lower-level entity set.</a:t>
            </a:r>
            <a:endParaRPr lang="en-us" sz="2800" cap="none">
              <a:solidFill>
                <a:srgbClr val="000000"/>
              </a:solidFill>
              <a:latin typeface="Arial" pitchFamily="2" charset="0"/>
              <a:ea typeface="Calibri" pitchFamily="2" charset="0"/>
              <a:cs typeface="Calibri" pitchFamily="2" charset="0"/>
            </a:endParaRPr>
          </a:p>
          <a:p>
            <a:pPr marL="685800" lvl="1" indent="-228600" defTabSz="914400">
              <a:lnSpc>
                <a:spcPct val="90000"/>
              </a:lnSpc>
              <a:spcBef>
                <a:spcPts val="495"/>
              </a:spcBef>
              <a:buClrTx/>
              <a:buFont typeface="Arial" pitchFamily="2" charset="0"/>
              <a:buChar char="•"/>
              <a:tabLst/>
            </a:pPr>
            <a:r>
              <a:rPr lang="en-us" sz="2400" cap="none">
                <a:solidFill>
                  <a:srgbClr val="000000"/>
                </a:solidFill>
              </a:rPr>
              <a:t> </a:t>
            </a:r>
            <a:r>
              <a:rPr lang="en-us" sz="2400" cap="none">
                <a:solidFill>
                  <a:srgbClr val="1F1F1F"/>
                </a:solidFill>
                <a:latin typeface="Google Sans" charset="0"/>
                <a:ea typeface="Calibri" pitchFamily="2" charset="0"/>
                <a:cs typeface="Calibri" pitchFamily="2" charset="0"/>
              </a:rPr>
              <a:t>For example, a person can be a student and an employee at the same time.</a:t>
            </a:r>
            <a:endParaRPr lang="en-us" sz="2400" cap="none">
              <a:solidFill>
                <a:srgbClr val="000000"/>
              </a:solidFill>
              <a:latin typeface="Arial" pitchFamily="2" charset="0"/>
              <a:ea typeface="Calibri" pitchFamily="2" charset="0"/>
              <a:cs typeface="Calibri" pitchFamily="2" charset="0"/>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ceHolder 1"/>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gfw5ZxMAAAAlAAAAZAAAAA0AAAAAkAAAAEgAAACQAAAAS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EQAZw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KAUAAD8CAADXRQAAZQoAABAAAAAmAAAACAAAAL2QAAD/HwAA"/>
              </a:ext>
            </a:extLst>
          </p:cNvSpPr>
          <p:nvPr>
            <p:ph type="title"/>
          </p:nvPr>
        </p:nvSpPr>
        <p:spPr>
          <a:xfrm>
            <a:off x="838200" y="365125"/>
            <a:ext cx="10514965" cy="1324610"/>
          </a:xfrm>
          <a:noFill/>
          <a:ln>
            <a:noFill/>
          </a:ln>
        </p:spPr>
        <p:txBody>
          <a:bodyPr vert="horz" wrap="square" lIns="91440" tIns="45720" rIns="91440" bIns="45720" numCol="1" spcCol="215900" anchor="ctr">
            <a:prstTxWarp prst="textNoShape">
              <a:avLst/>
            </a:prstTxWarp>
          </a:bodyPr>
          <a:lstStyle/>
          <a:p>
            <a:pPr indent="0" algn="ctr" defTabSz="914400">
              <a:lnSpc>
                <a:spcPct val="90000"/>
              </a:lnSpc>
              <a:buNone/>
              <a:tabLst>
                <a:tab pos="0" algn="l"/>
              </a:tabLst>
            </a:pPr>
            <a:r>
              <a:rPr lang="en-us" b="1" cap="none">
                <a:solidFill>
                  <a:srgbClr val="000000"/>
                </a:solidFill>
                <a:latin typeface="Calibri Light" charset="0"/>
                <a:ea typeface="Basic Roman" pitchFamily="1" charset="0"/>
                <a:cs typeface="Basic Roman" pitchFamily="1" charset="0"/>
              </a:rPr>
              <a:t>Constraints on Generalization</a:t>
            </a:r>
            <a:endParaRPr lang="en-us" cap="none">
              <a:solidFill>
                <a:srgbClr val="000000"/>
              </a:solidFill>
              <a:latin typeface="Arial" pitchFamily="2" charset="0"/>
              <a:ea typeface="Basic Roman" pitchFamily="1" charset="0"/>
              <a:cs typeface="Basic Roman" pitchFamily="1" charset="0"/>
            </a:endParaRPr>
          </a:p>
        </p:txBody>
      </p:sp>
      <p:sp>
        <p:nvSpPr>
          <p:cNvPr id="3" name="PlaceHolder 2"/>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gfw5ZxMAAAAlAAAAZAAAAA0AAAAAkAAAAEgAAACQAAAAS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KAUAADsLAADXRQAA/iUAABAAAAAmAAAACAAAAD2QAAD/HwAA"/>
              </a:ext>
            </a:extLst>
          </p:cNvSpPr>
          <p:nvPr>
            <p:ph type="body"/>
          </p:nvPr>
        </p:nvSpPr>
        <p:spPr>
          <a:xfrm>
            <a:off x="838200" y="1825625"/>
            <a:ext cx="10514965" cy="4350385"/>
          </a:xfrm>
          <a:noFill/>
          <a:ln>
            <a:noFill/>
          </a:ln>
        </p:spPr>
        <p:txBody>
          <a:bodyPr vert="horz" wrap="square" lIns="91440" tIns="45720" rIns="91440" bIns="45720" numCol="1" spcCol="215900" anchor="t">
            <a:prstTxWarp prst="textNoShape">
              <a:avLst/>
            </a:prstTxWarp>
          </a:bodyPr>
          <a:lstStyle/>
          <a:p>
            <a:pPr marL="228600" indent="-228600" defTabSz="914400">
              <a:lnSpc>
                <a:spcPct val="90000"/>
              </a:lnSpc>
              <a:spcBef>
                <a:spcPts val="1000"/>
              </a:spcBef>
              <a:buClrTx/>
              <a:buFont typeface="Arial" pitchFamily="2" charset="0"/>
              <a:buChar char="•"/>
              <a:tabLst/>
            </a:pPr>
            <a:r>
              <a:rPr lang="en-us" sz="2800" cap="none">
                <a:solidFill>
                  <a:srgbClr val="000000"/>
                </a:solidFill>
              </a:rPr>
              <a:t>Total Completeness Constraint: This constraint ensures that every superclass entity must belong to one of the subclasses.</a:t>
            </a:r>
            <a:endParaRPr lang="en-us" sz="2800" cap="none">
              <a:solidFill>
                <a:srgbClr val="000000"/>
              </a:solidFill>
              <a:latin typeface="Arial" pitchFamily="2" charset="0"/>
              <a:ea typeface="Calibri" pitchFamily="2" charset="0"/>
              <a:cs typeface="Calibri" pitchFamily="2" charset="0"/>
            </a:endParaRPr>
          </a:p>
          <a:p>
            <a:pPr marL="864235" lvl="1" indent="-323850" defTabSz="914400">
              <a:lnSpc>
                <a:spcPct val="90000"/>
              </a:lnSpc>
              <a:spcBef>
                <a:spcPts val="1130"/>
              </a:spcBef>
              <a:buClrTx/>
              <a:buSzPts val="2100"/>
              <a:buFont typeface="Symbol" pitchFamily="1" charset="0"/>
              <a:buChar char=""/>
              <a:tabLst/>
            </a:pPr>
            <a:r>
              <a:rPr lang="en-us" sz="2800" cap="none">
                <a:solidFill>
                  <a:srgbClr val="000000"/>
                </a:solidFill>
              </a:rPr>
              <a:t>A comprehensive completeness requirement makes sure that all potential values are taken into consideration in order to prevent mistakes or inconsistencies in the data.</a:t>
            </a:r>
            <a:endParaRPr lang="en-us" sz="2800" cap="none">
              <a:solidFill>
                <a:srgbClr val="000000"/>
              </a:solidFill>
              <a:latin typeface="Arial" pitchFamily="2" charset="0"/>
              <a:ea typeface="Calibri" pitchFamily="2" charset="0"/>
              <a:cs typeface="Calibri" pitchFamily="2" charset="0"/>
            </a:endParaRPr>
          </a:p>
          <a:p>
            <a:pPr indent="0" defTabSz="914400">
              <a:lnSpc>
                <a:spcPct val="90000"/>
              </a:lnSpc>
              <a:spcBef>
                <a:spcPts val="1000"/>
              </a:spcBef>
              <a:buNone/>
              <a:tabLst>
                <a:tab pos="0" algn="l"/>
              </a:tabLst>
            </a:pPr>
            <a:endParaRPr lang="en-us" sz="2800" cap="none">
              <a:solidFill>
                <a:srgbClr val="000000"/>
              </a:solidFill>
              <a:latin typeface="Arial" pitchFamily="2" charset="0"/>
              <a:ea typeface="Calibri" pitchFamily="2" charset="0"/>
              <a:cs typeface="Calibri" pitchFamily="2" charset="0"/>
            </a:endParaRPr>
          </a:p>
          <a:p>
            <a:pPr marL="228600" indent="-228600" defTabSz="914400">
              <a:lnSpc>
                <a:spcPct val="90000"/>
              </a:lnSpc>
              <a:spcBef>
                <a:spcPts val="1000"/>
              </a:spcBef>
              <a:buClrTx/>
              <a:buFont typeface="Arial" pitchFamily="2" charset="0"/>
              <a:buChar char="•"/>
              <a:tabLst>
                <a:tab pos="0" algn="l"/>
              </a:tabLst>
            </a:pPr>
            <a:r>
              <a:rPr lang="en-us" sz="2800" cap="none">
                <a:solidFill>
                  <a:srgbClr val="000000"/>
                </a:solidFill>
              </a:rPr>
              <a:t>Partial Completeness Constraint: This constraint allows superclass entities to not belong to any of the subclasses.</a:t>
            </a:r>
            <a:endParaRPr lang="en-us" sz="2800" cap="none">
              <a:solidFill>
                <a:srgbClr val="000000"/>
              </a:solidFill>
              <a:latin typeface="Arial" pitchFamily="2" charset="0"/>
              <a:ea typeface="Calibri" pitchFamily="2" charset="0"/>
              <a:cs typeface="Calibri" pitchFamily="2" charset="0"/>
            </a:endParaRPr>
          </a:p>
          <a:p>
            <a:pPr marL="864235" lvl="1" indent="-323850" defTabSz="914400">
              <a:lnSpc>
                <a:spcPct val="90000"/>
              </a:lnSpc>
              <a:spcBef>
                <a:spcPts val="1130"/>
              </a:spcBef>
              <a:buClrTx/>
              <a:buSzPts val="2100"/>
              <a:buFont typeface="Symbol" pitchFamily="1" charset="0"/>
              <a:buChar char=""/>
              <a:tabLst>
                <a:tab pos="0" algn="l"/>
              </a:tabLst>
            </a:pPr>
            <a:r>
              <a:rPr lang="en-us" sz="2800" cap="none">
                <a:solidFill>
                  <a:srgbClr val="000000"/>
                </a:solidFill>
              </a:rPr>
              <a:t>A partial completeness constraint is used to allow for flexibility in the data while still guaranteeing the validity and accuracy of any data that is there.</a:t>
            </a:r>
            <a:endParaRPr lang="en-us" sz="2800" cap="none">
              <a:solidFill>
                <a:srgbClr val="000000"/>
              </a:solidFill>
              <a:latin typeface="Arial" pitchFamily="2" charset="0"/>
              <a:ea typeface="Calibri" pitchFamily="2" charset="0"/>
              <a:cs typeface="Calibri" pitchFamily="2" charset="0"/>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ceHolder 1"/>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gfw5ZxMAAAAlAAAAZAAAAA0AAAAAkAAAAEgAAACQAAAAS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KAUAAD8CAADXRQAAZQoAABAAAAAmAAAACAAAAL2QAAD/HwAA"/>
              </a:ext>
            </a:extLst>
          </p:cNvSpPr>
          <p:nvPr>
            <p:ph type="title"/>
          </p:nvPr>
        </p:nvSpPr>
        <p:spPr>
          <a:xfrm>
            <a:off x="838200" y="365125"/>
            <a:ext cx="10514965" cy="1324610"/>
          </a:xfrm>
          <a:noFill/>
          <a:ln>
            <a:noFill/>
          </a:ln>
        </p:spPr>
        <p:txBody>
          <a:bodyPr vert="horz" wrap="square" lIns="91440" tIns="45720" rIns="91440" bIns="45720" numCol="1" spcCol="215900" anchor="ctr">
            <a:prstTxWarp prst="textNoShape">
              <a:avLst/>
            </a:prstTxWarp>
          </a:bodyPr>
          <a:lstStyle/>
          <a:p>
            <a:pPr indent="0" algn="ctr" defTabSz="914400">
              <a:lnSpc>
                <a:spcPct val="90000"/>
              </a:lnSpc>
              <a:buNone/>
              <a:tabLst>
                <a:tab pos="0" algn="l"/>
              </a:tabLst>
            </a:pPr>
            <a:r>
              <a:rPr lang="en-us" b="1" cap="none">
                <a:solidFill>
                  <a:srgbClr val="000000"/>
                </a:solidFill>
                <a:latin typeface="Calibri Light" charset="0"/>
                <a:ea typeface="Basic Roman" pitchFamily="1" charset="0"/>
                <a:cs typeface="Basic Roman" pitchFamily="1" charset="0"/>
              </a:rPr>
              <a:t>Aggregation</a:t>
            </a:r>
            <a:endParaRPr lang="en-us" cap="none">
              <a:solidFill>
                <a:srgbClr val="000000"/>
              </a:solidFill>
              <a:latin typeface="Arial" pitchFamily="2" charset="0"/>
              <a:ea typeface="Basic Roman" pitchFamily="1" charset="0"/>
              <a:cs typeface="Basic Roman" pitchFamily="1" charset="0"/>
            </a:endParaRPr>
          </a:p>
        </p:txBody>
      </p:sp>
      <p:sp>
        <p:nvSpPr>
          <p:cNvPr id="3" name="PlaceHolder 2"/>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gfw5ZxMAAAAlAAAAZAAAAA0AAAAAkAAAAEgAAACQAAAAS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KAUAADsLAADXRQAA/iUAABAAAAAmAAAACAAAAD2QAAD/HwAA"/>
              </a:ext>
            </a:extLst>
          </p:cNvSpPr>
          <p:nvPr>
            <p:ph type="body"/>
          </p:nvPr>
        </p:nvSpPr>
        <p:spPr>
          <a:xfrm>
            <a:off x="838200" y="1825625"/>
            <a:ext cx="10514965" cy="4350385"/>
          </a:xfrm>
          <a:noFill/>
          <a:ln>
            <a:noFill/>
          </a:ln>
        </p:spPr>
        <p:txBody>
          <a:bodyPr vert="horz" wrap="square" lIns="91440" tIns="45720" rIns="91440" bIns="45720" numCol="1" spcCol="215900" anchor="t">
            <a:prstTxWarp prst="textNoShape">
              <a:avLst/>
            </a:prstTxWarp>
          </a:bodyPr>
          <a:lstStyle/>
          <a:p>
            <a:pPr marL="228600" indent="-228600" defTabSz="914400">
              <a:lnSpc>
                <a:spcPct val="90000"/>
              </a:lnSpc>
              <a:spcBef>
                <a:spcPts val="1000"/>
              </a:spcBef>
              <a:buClrTx/>
              <a:buFont typeface="Arial" pitchFamily="2" charset="0"/>
              <a:buChar char="•"/>
              <a:tabLst/>
            </a:pPr>
            <a:r>
              <a:rPr lang="en-us" sz="2800" cap="none">
                <a:solidFill>
                  <a:srgbClr val="000000"/>
                </a:solidFill>
              </a:rPr>
              <a:t>Aggregation is a modeling technique in which a relationship between entities is treated as a higher-level entity. </a:t>
            </a:r>
            <a:endParaRPr lang="en-us" sz="2800" cap="none">
              <a:solidFill>
                <a:srgbClr val="000000"/>
              </a:solidFill>
              <a:latin typeface="Arial" pitchFamily="2" charset="0"/>
              <a:ea typeface="Calibri" pitchFamily="2" charset="0"/>
              <a:cs typeface="Calibri" pitchFamily="2" charset="0"/>
            </a:endParaRPr>
          </a:p>
          <a:p>
            <a:pPr marL="228600" indent="-228600" defTabSz="914400">
              <a:lnSpc>
                <a:spcPct val="90000"/>
              </a:lnSpc>
              <a:spcBef>
                <a:spcPts val="1000"/>
              </a:spcBef>
              <a:buClrTx/>
              <a:buFont typeface="Arial" pitchFamily="2" charset="0"/>
              <a:buChar char="•"/>
              <a:tabLst/>
            </a:pPr>
            <a:r>
              <a:rPr lang="en-us" sz="2800" cap="none">
                <a:solidFill>
                  <a:srgbClr val="000000"/>
                </a:solidFill>
              </a:rPr>
              <a:t>In other words, it is a way to represent a relationship between entities as a single entity.</a:t>
            </a:r>
            <a:endParaRPr lang="en-us" sz="2800" cap="none">
              <a:solidFill>
                <a:srgbClr val="000000"/>
              </a:solidFill>
              <a:latin typeface="Arial" pitchFamily="2" charset="0"/>
              <a:ea typeface="Calibri" pitchFamily="2" charset="0"/>
              <a:cs typeface="Calibri" pitchFamily="2" charset="0"/>
            </a:endParaRPr>
          </a:p>
          <a:p>
            <a:pPr marL="228600" indent="-228600" defTabSz="914400">
              <a:lnSpc>
                <a:spcPct val="90000"/>
              </a:lnSpc>
              <a:spcBef>
                <a:spcPts val="1000"/>
              </a:spcBef>
              <a:buClrTx/>
              <a:buFont typeface="Arial" pitchFamily="2" charset="0"/>
              <a:buChar char="•"/>
              <a:tabLst/>
            </a:pPr>
            <a:r>
              <a:rPr lang="en-us" sz="2800" cap="none">
                <a:solidFill>
                  <a:srgbClr val="000000"/>
                </a:solidFill>
              </a:rPr>
              <a:t>Aggregation is an abstraction through which we can represent relationships as higher level entity sets.</a:t>
            </a:r>
            <a:endParaRPr lang="en-us" sz="2800" cap="none">
              <a:solidFill>
                <a:srgbClr val="000000"/>
              </a:solidFill>
              <a:latin typeface="Arial" pitchFamily="2" charset="0"/>
              <a:ea typeface="Calibri" pitchFamily="2" charset="0"/>
              <a:cs typeface="Calibri" pitchFamily="2" charset="0"/>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4"/>
          <p:cNvPicPr>
            <a:extLst>
              <a:ext uri="smNativeData">
                <pr:smNativeData xmlns="smNativeData" xmlns:pr="smNativeData" xmlns:p15="http://schemas.microsoft.com/office/powerpoint/2012/main" xmlns:p14="http://schemas.microsoft.com/office/powerpoint/2010/main" xmlns:mc="http://schemas.openxmlformats.org/markup-compatibility/2006" val="SMDATA_17_gfw5ZxMAAAAlAAAAEQAAAA0AAAAAkAAAAEgAAACQAAAAS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AcAAAA4AAAAAAAAAAAAAAAAAAAA////AAAAAAAAAAAAAAAAAAAAAAAAAAAAAAAAAAAAAABkAAAAZAAAAAAAAAAjAAAABAAAAGQAAAAXAAAAFAAAAAAAAAAAAAAA/38AAP9/AAAAAAAACQAAAAQAAAD/////HgAAAGgAAAAAAAAAAAAAAAAAAAAAAAAAAAAAABAnAAAQJwAAAAAAAAAAAAAAAAAAAAAAAAAAAAAAAAAAAAAAAAAAAAAUAAAAAAAAAMDA/wAAAAAAZAAAADIAAAAAAAAAZAAAAAAAAAB/f38ACgAAACIAAAAYAAAAAAAAAAAAAAAAAAAAAAAAAAAAAAAAAAAAJAAAACQAAAAAAAAABwAAAAAAAAAAAAAAAAAAAAAAAAAAAAAAAAAAAH9/fwAlAAAAWAAAAAAAAAAAAAAAAAAAAAAAAAAAAAAAAAAAAAAAAAAAAAAAAAAAAAAAAAAAAAAAPwAAAAAAAACghgEAAAAAAAAAAAAAAAAADAAAAAEAAAAAAAAAAAAAAAAAAAAfAAAAVAAAAAAAAAUAAAABAAAAAAAAAAAAAAAAAAAAAAAAAAAAAAAAAAAAAAAAAAAAAAACf39/AAAAAAPMzMwAwMD/AH9/fwAAAAAAAAAAAAAAAAD///8AAAAAACEAAAAYAAAAFAAAAPwPAACLBAAAbzcAAO0mAAAQAAAAJgAAAAgAAAD//////////w=="/>
              </a:ext>
            </a:extLst>
          </p:cNvPicPr>
          <p:nvPr/>
        </p:nvPicPr>
        <p:blipFill>
          <a:blip r:embed="rId2"/>
          <a:stretch>
            <a:fillRect/>
          </a:stretch>
        </p:blipFill>
        <p:spPr>
          <a:xfrm>
            <a:off x="2598420" y="738505"/>
            <a:ext cx="6412865" cy="5589270"/>
          </a:xfrm>
          <a:prstGeom prst="rect">
            <a:avLst/>
          </a:prstGeom>
          <a:noFill/>
          <a:ln>
            <a:noFill/>
          </a:ln>
          <a:effectLst/>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Title1"/>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gfw5ZxMAAAAlAAAAZAAAAA0AAAAAAAAAAAAAAAAAAAAAA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Gg6+xU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wAMAAK8BAAA/RwAAuggAABAAAAAmAAAACAAAAAAAAAAAAAAA"/>
              </a:ext>
            </a:extLst>
          </p:cNvSpPr>
          <p:nvPr>
            <p:ph type="title"/>
          </p:nvPr>
        </p:nvSpPr>
        <p:spPr/>
        <p:txBody>
          <a:bodyPr/>
          <a:lstStyle/>
          <a:p>
            <a:r>
              <a:t>Introduction to Relational Model</a:t>
            </a:r>
          </a:p>
        </p:txBody>
      </p:sp>
      <p:sp>
        <p:nvSpPr>
          <p:cNvPr id="3" name="SlideText1"/>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gfw5ZxMAAAAlAAAAZAAAAA0AAAAAAAAAAAAAAAAAAAAAA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wAMAAN8JAAA/RwAAViIAABAAAAAmAAAACAAAAAAAAAAAAAAA"/>
              </a:ext>
            </a:extLst>
          </p:cNvSpPr>
          <p:nvPr>
            <p:ph type="body" idx="1"/>
          </p:nvPr>
        </p:nvSpPr>
        <p:spPr/>
        <p:txBody>
          <a:bodyPr/>
          <a:lstStyle/>
          <a:p>
            <a:pPr>
              <a:defRPr sz="2000" cap="none"/>
            </a:pPr>
            <a:r>
              <a:t>E.F. Codd proposed the relational Model to model data in the form of relations or tables. After designing the conceptual model of the Database using ER diagram, we need to convert the conceptual model into a relational model which can be implemented using any RDBMS language like Oracle SQL, MySQL, etc. So we will see what the Relational Model is.</a:t>
            </a:r>
          </a:p>
          <a:p>
            <a:pPr>
              <a:defRPr sz="2000" cap="none"/>
            </a:pPr>
            <a:r>
              <a:t>The relational model represents how data is stored in Relational Databases. </a:t>
            </a:r>
          </a:p>
          <a:p>
            <a:pPr>
              <a:defRPr sz="2000" cap="none"/>
            </a:pPr>
            <a:r>
              <a:t>A relational database consists of a collection of tables, each of which is assigned a unique name. </a:t>
            </a:r>
          </a:p>
          <a:p>
            <a:pPr lvl="1">
              <a:defRPr sz="2000" cap="none"/>
            </a:pPr>
            <a:r>
              <a:t>Consider a relation STUDENT with attributes ROLL_NO, NAME, ADDRESS, PHONE, and AGE shown in the table</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Title1"/>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gfw5ZxMAAAAlAAAAZAAAAA0AAAAAAAAAAAAAAAAAAAAAA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wAMAAK8BAAA/RwAAuggAABAAAAAmAAAACAAAAAAAAAAAAAAA"/>
              </a:ext>
            </a:extLst>
          </p:cNvSpPr>
          <p:nvPr>
            <p:ph type="title"/>
          </p:nvPr>
        </p:nvSpPr>
        <p:spPr/>
        <p:txBody>
          <a:bodyPr/>
          <a:lstStyle/>
          <a:p>
            <a:r>
              <a:t>Reducing ER to Relational Schema</a:t>
            </a:r>
          </a:p>
        </p:txBody>
      </p:sp>
      <p:pic>
        <p:nvPicPr>
          <p:cNvPr id="3" name="Picture1"/>
          <p:cNvPicPr>
            <a:picLocks noChangeAspect="1"/>
            <a:extLst>
              <a:ext uri="smNativeData">
                <pr:smNativeData xmlns="smNativeData" xmlns:pr="smNativeData" xmlns:p15="http://schemas.microsoft.com/office/powerpoint/2012/main" xmlns:p14="http://schemas.microsoft.com/office/powerpoint/2010/main" xmlns:mc="http://schemas.openxmlformats.org/markup-compatibility/2006" val="SMDATA_17_gfw5ZxMAAAAlAAAAEQAAAC0AAAAAkAAAAEgAAACQAAAAS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AcAAAA4AAAAAAAAAAAAAAAAAAAA////AAAAAAAAAAAAAAAAAAAAAAAAAAAAAAAAAAAAAABkAAAAZAAAAAAAAAAjAAAABAAAAGQAAAAXAAAAFAAAAAAAAAAAAAAA/38AAP9/AAAAAAAACQAAAAQAAAAAAAAAHgAAAGgAAAAAAAAAAAAAAAAAAAAAAAAAAAAAABAnAAAQJwAAAAAAAAAAAAAAAAAAAAAAAAAAAAAAAAAAAAAAAAAAAAAUAAAAAAAAAMDA/wAAAAAAZAAAADIAAAAAAAAAZAAAAAAAAAB/f38ACgAAACIAAAAYAAAAAAAAAAAAAAAAAAAAAAAAAAAAAAAAAAAAJAAAACQAAAAAAAAABwAAAAAAAAAAAAAAAAAAAAAAAAAAAAAAAAAAAH9/fwAlAAAAWAAAAAAAAAAAAAAAAAAAAAAAAAAAAAAAAAAAAAAAAAAAAAAAAAAAAAAAAAAAAAAAPwAAAAAAAACghgEAAAAAAAAAAAAAAAAADAAAAAEAAAAAAAAAAAAAAAAAAAAfAAAAVAAAAAAAAAUAAAABAAAAAAAAAAAAAAAAAAAAAAAAAAAAAAAAAAAAAAAAAAAAAAACf39/AAAAAAPMzMwAwMD/AH9/fwAAAAAAAAAAAAAAAAD///8AAAAAACEAAAAYAAAAFAAAAOQPAACbCgAARDcAALonAAAQAAAAJgAAAAgAAAD//////////w=="/>
              </a:ext>
            </a:extLst>
          </p:cNvPicPr>
          <p:nvPr/>
        </p:nvPicPr>
        <p:blipFill>
          <a:blip r:embed="rId2"/>
          <a:stretch>
            <a:fillRect/>
          </a:stretch>
        </p:blipFill>
        <p:spPr>
          <a:xfrm>
            <a:off x="2583180" y="1724025"/>
            <a:ext cx="6400800" cy="4733925"/>
          </a:xfrm>
          <a:prstGeom prst="rect">
            <a:avLst/>
          </a:prstGeom>
          <a:noFill/>
          <a:ln>
            <a:noFill/>
          </a:ln>
          <a:effectLst/>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Title1"/>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gfw5ZxMAAAAlAAAAZAAAAA0AAAAAAAAAAAAAAAAAAAAAA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wAMAAK8BAAA/RwAAuggAABAAAAAmAAAACAAAAAAAAAAAAAAA"/>
              </a:ext>
            </a:extLst>
          </p:cNvSpPr>
          <p:nvPr>
            <p:ph type="title"/>
          </p:nvPr>
        </p:nvSpPr>
        <p:spPr/>
        <p:txBody>
          <a:bodyPr/>
          <a:lstStyle/>
          <a:p>
            <a:r>
              <a:t>Reducing ER to Relational Schema</a:t>
            </a:r>
          </a:p>
        </p:txBody>
      </p:sp>
      <p:pic>
        <p:nvPicPr>
          <p:cNvPr id="3" name="Picture1"/>
          <p:cNvPicPr>
            <a:picLocks noChangeAspect="1"/>
            <a:extLst>
              <a:ext uri="smNativeData">
                <pr:smNativeData xmlns="smNativeData" xmlns:pr="smNativeData" xmlns:p15="http://schemas.microsoft.com/office/powerpoint/2012/main" xmlns:p14="http://schemas.microsoft.com/office/powerpoint/2010/main" xmlns:mc="http://schemas.openxmlformats.org/markup-compatibility/2006" val="SMDATA_17_gfw5ZxMAAAAlAAAAEQAAAC0AAAAAkAAAAEgAAACQAAAAS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AcAAAA4AAAAAAAAAAAAAAAAAAAA////AAAAAAAAAAAAAAAAAAAAAAAAAAAAAAAAAAAAAABkAAAAZAAAAAAAAAAjAAAABAAAAGQAAAAXAAAAFAAAAAAAAAAAAAAA/38AAP9/AAAAAAAACQAAAAQAAAD/////HgAAAGgAAAAAAAAAAAAAAAAAAAAAAAAAAAAAABAnAAAQJwAAAAAAAAAAAAAAAAAAAAAAAAAAAAAAAAAAAAAAAAAAAAAUAAAAAAAAAMDA/wAAAAAAZAAAADIAAAAAAAAAZAAAAAAAAAB/f38ACgAAACIAAAAYAAAAAAAAAAAAAAAAAAAAAAAAAAAAAAAAAAAAJAAAACQAAAAAAAAABwAAAAAAAAAAAAAAAAAAAAAAAAAAAAAAAAAAAH9/fwAlAAAAWAAAAAAAAAAAAAAAAAAAAAAAAAAAAAAAAAAAAAAAAAAAAAAAAAAAAAAAAAAAAAAAPwAAAAAAAACghgEAAAAAAAAAAAAAAAAADAAAAAEAAAAAAAAAAAAAAAAAAAAfAAAAVAAAAAAAAAUAAAABAAAAAAAAAAAAAAAAAAAAAAAAAAAAAAAAAAAAAAAAAAAAAAACf39/AAAAAAPMzMwAwMD/AH9/fwAAAAAAAAAAAAAAAAD///8AAAAAACEAAAAYAAAAFAAAADcRAACvDQAAGEEAACEkAAAQAAAAJgAAAAgAAAD//////////w=="/>
              </a:ext>
            </a:extLst>
          </p:cNvPicPr>
          <p:nvPr/>
        </p:nvPicPr>
        <p:blipFill>
          <a:blip r:embed="rId2"/>
          <a:stretch>
            <a:fillRect/>
          </a:stretch>
        </p:blipFill>
        <p:spPr>
          <a:xfrm>
            <a:off x="2798445" y="2224405"/>
            <a:ext cx="7783195" cy="3648710"/>
          </a:xfrm>
          <a:prstGeom prst="rect">
            <a:avLst/>
          </a:prstGeom>
          <a:noFill/>
          <a:ln>
            <a:noFill/>
          </a:ln>
          <a:effectLst/>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Title1"/>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gfw5ZxMAAAAlAAAAZAAAAA0AAAAAAAAAAAAAAAAAAAAAA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wAMAAK8BAAA/RwAAuggAABAAAAAmAAAACAAAAAAAAAAAAAAA"/>
              </a:ext>
            </a:extLst>
          </p:cNvSpPr>
          <p:nvPr>
            <p:ph type="title"/>
          </p:nvPr>
        </p:nvSpPr>
        <p:spPr/>
        <p:txBody>
          <a:bodyPr/>
          <a:lstStyle/>
          <a:p>
            <a:r>
              <a:t>Structure of Relational Database</a:t>
            </a:r>
          </a:p>
          <a:p>
            <a:endParaRPr/>
          </a:p>
        </p:txBody>
      </p:sp>
      <p:sp>
        <p:nvSpPr>
          <p:cNvPr id="3" name="SlideText1"/>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gfw5ZxMAAAAlAAAAZAAAAA0AAAAAAAAAAAAAAAAAAAAAA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EQAZw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wAMAAN8JAAA/RwAAViIAABAAAAAmAAAACAAAAAAAAAAAAAAA"/>
              </a:ext>
            </a:extLst>
          </p:cNvSpPr>
          <p:nvPr>
            <p:ph type="body" idx="1"/>
          </p:nvPr>
        </p:nvSpPr>
        <p:spPr/>
        <p:txBody>
          <a:bodyPr/>
          <a:lstStyle/>
          <a:p>
            <a:r>
              <a:t>A</a:t>
            </a:r>
            <a:r>
              <a:rPr b="1" cap="none"/>
              <a:t> relational database</a:t>
            </a:r>
            <a:r>
              <a:t> is a type of database that organizes data into rows and columns, which collectively form a table where the data points are related to each other.</a:t>
            </a:r>
          </a:p>
          <a:p>
            <a:r>
              <a:t>the </a:t>
            </a:r>
            <a:r>
              <a:rPr b="1" cap="none"/>
              <a:t>database schema</a:t>
            </a:r>
            <a:r>
              <a:t>, which is the logical design of the database, and a database instance, which is a snap-shot of the data in the database at a given instant in time.</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ceHolder 1"/>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gfw5ZxMAAAAlAAAAZAAAAA0AAAAAkAAAAEgAAACQAAAAS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Jot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KAUAAD8CAADXRQAAZQoAABAAAAAmAAAACAAAAL2QAAD/HwAA"/>
              </a:ext>
            </a:extLst>
          </p:cNvSpPr>
          <p:nvPr>
            <p:ph type="title"/>
          </p:nvPr>
        </p:nvSpPr>
        <p:spPr>
          <a:xfrm>
            <a:off x="838200" y="365125"/>
            <a:ext cx="10514965" cy="1324610"/>
          </a:xfrm>
          <a:noFill/>
          <a:ln>
            <a:noFill/>
          </a:ln>
        </p:spPr>
        <p:txBody>
          <a:bodyPr vert="horz" wrap="square" lIns="91440" tIns="45720" rIns="91440" bIns="45720" numCol="1" spcCol="215900" anchor="ctr">
            <a:prstTxWarp prst="textNoShape">
              <a:avLst/>
            </a:prstTxWarp>
          </a:bodyPr>
          <a:lstStyle/>
          <a:p>
            <a:pPr indent="0" algn="ctr" defTabSz="914400">
              <a:lnSpc>
                <a:spcPct val="90000"/>
              </a:lnSpc>
              <a:buNone/>
              <a:tabLst>
                <a:tab pos="0" algn="l"/>
              </a:tabLst>
            </a:pPr>
            <a:r>
              <a:rPr lang="en-us" cap="none">
                <a:solidFill>
                  <a:srgbClr val="222222"/>
                </a:solidFill>
                <a:latin typeface="Arial" pitchFamily="2" charset="0"/>
                <a:ea typeface="Basic Roman" pitchFamily="1" charset="0"/>
                <a:cs typeface="Basic Roman" pitchFamily="1" charset="0"/>
              </a:rPr>
              <a:t>Design an E-R diagram;</a:t>
            </a:r>
            <a:br/>
            <a:endParaRPr lang="en-us" cap="none">
              <a:solidFill>
                <a:srgbClr val="000000"/>
              </a:solidFill>
              <a:latin typeface="Arial" pitchFamily="2" charset="0"/>
              <a:ea typeface="Basic Roman" pitchFamily="1" charset="0"/>
              <a:cs typeface="Basic Roman" pitchFamily="1" charset="0"/>
            </a:endParaRPr>
          </a:p>
        </p:txBody>
      </p:sp>
      <p:sp>
        <p:nvSpPr>
          <p:cNvPr id="3" name="PlaceHolder 2"/>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gfw5ZxMAAAAlAAAAZAAAAA0AAAAAkAAAAEgAAACQAAAAS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KAUAADsLAADXRQAA/iUAABAAAAAmAAAACAAAAD2QAAD/HwAA"/>
              </a:ext>
            </a:extLst>
          </p:cNvSpPr>
          <p:nvPr>
            <p:ph type="body"/>
          </p:nvPr>
        </p:nvSpPr>
        <p:spPr>
          <a:xfrm>
            <a:off x="838200" y="1825625"/>
            <a:ext cx="10514965" cy="4350385"/>
          </a:xfrm>
          <a:noFill/>
          <a:ln>
            <a:noFill/>
          </a:ln>
        </p:spPr>
        <p:txBody>
          <a:bodyPr vert="horz" wrap="square" lIns="91440" tIns="45720" rIns="91440" bIns="45720" numCol="1" spcCol="215900" anchor="t">
            <a:prstTxWarp prst="textNoShape">
              <a:avLst/>
            </a:prstTxWarp>
          </a:bodyPr>
          <a:lstStyle/>
          <a:p>
            <a:pPr marL="228600" indent="-228600" defTabSz="914400">
              <a:lnSpc>
                <a:spcPct val="90000"/>
              </a:lnSpc>
              <a:spcBef>
                <a:spcPts val="890"/>
              </a:spcBef>
              <a:buClrTx/>
              <a:buFont typeface="Arial" pitchFamily="2" charset="0"/>
              <a:buChar char="•"/>
              <a:tabLst/>
              <a:defRPr sz="1600" cap="none"/>
            </a:pPr>
            <a:r>
              <a:rPr lang="en-us" sz="2490" cap="none">
                <a:solidFill>
                  <a:srgbClr val="222222"/>
                </a:solidFill>
                <a:latin typeface="Arial" pitchFamily="2" charset="0"/>
                <a:ea typeface="Calibri" pitchFamily="2" charset="0"/>
                <a:cs typeface="Calibri" pitchFamily="2" charset="0"/>
              </a:rPr>
              <a:t>Design a database for an automobile company to provide to its dealers to assist them in maintaining customer records and dealer inventory and to assist sales staff in ordering cars. Each vehicle is identified by a vehicle identification number (VIN). Each individual vehicle is a particular model of a particular brand offered by the company (e.g., the XF is a model of the car brand Jaguar of Tata Motors). Each model can be offered with a variety of options, but an individual car may have only some (or none) of the available options. The database needs to store information about models, brands, and options, as well as information about individual dealers, customers, and cars.</a:t>
            </a:r>
            <a:endParaRPr lang="en-us" sz="2490" cap="none">
              <a:solidFill>
                <a:srgbClr val="000000"/>
              </a:solidFill>
              <a:latin typeface="Arial" pitchFamily="2" charset="0"/>
              <a:ea typeface="Calibri" pitchFamily="2" charset="0"/>
              <a:cs typeface="Calibri" pitchFamily="2" charset="0"/>
            </a:endParaRPr>
          </a:p>
          <a:p>
            <a:pPr indent="0" defTabSz="914400">
              <a:lnSpc>
                <a:spcPct val="90000"/>
              </a:lnSpc>
              <a:spcBef>
                <a:spcPts val="890"/>
              </a:spcBef>
              <a:buNone/>
              <a:tabLst>
                <a:tab pos="0" algn="l"/>
              </a:tabLst>
              <a:defRPr sz="1600" cap="none"/>
            </a:pPr>
            <a:br/>
            <a:endParaRPr lang="en-us" sz="2490" cap="none">
              <a:solidFill>
                <a:srgbClr val="000000"/>
              </a:solidFill>
              <a:latin typeface="Arial" pitchFamily="2" charset="0"/>
              <a:ea typeface="Calibri" pitchFamily="2" charset="0"/>
              <a:cs typeface="Calibri" pitchFamily="2" charset="0"/>
            </a:endParaRPr>
          </a:p>
          <a:p>
            <a:pPr indent="0" defTabSz="914400">
              <a:lnSpc>
                <a:spcPct val="90000"/>
              </a:lnSpc>
              <a:spcBef>
                <a:spcPts val="890"/>
              </a:spcBef>
              <a:buNone/>
              <a:tabLst>
                <a:tab pos="0" algn="l"/>
              </a:tabLst>
              <a:defRPr sz="1600" cap="none"/>
            </a:pPr>
            <a:endParaRPr lang="en-us" sz="2490" cap="none">
              <a:solidFill>
                <a:srgbClr val="000000"/>
              </a:solidFill>
              <a:latin typeface="Arial" pitchFamily="2" charset="0"/>
              <a:ea typeface="Calibri" pitchFamily="2" charset="0"/>
              <a:cs typeface="Calibri" pitchFamily="2" charset="0"/>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ceHolder 1"/>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gfw5ZxMAAAAlAAAAZAAAAA0AAAAAkAAAAEgAAACQAAAAS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FVuQ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KAUAAD8CAADXRQAAZQoAABAAAAAmAAAACAAAAL2QAAD/HwAA"/>
              </a:ext>
            </a:extLst>
          </p:cNvSpPr>
          <p:nvPr>
            <p:ph type="title"/>
          </p:nvPr>
        </p:nvSpPr>
        <p:spPr>
          <a:xfrm>
            <a:off x="838200" y="365125"/>
            <a:ext cx="10514965" cy="1324610"/>
          </a:xfrm>
          <a:noFill/>
          <a:ln>
            <a:noFill/>
          </a:ln>
        </p:spPr>
        <p:txBody>
          <a:bodyPr vert="horz" wrap="square" lIns="91440" tIns="45720" rIns="91440" bIns="45720" numCol="1" spcCol="215900" anchor="ctr">
            <a:prstTxWarp prst="textNoShape">
              <a:avLst/>
            </a:prstTxWarp>
          </a:bodyPr>
          <a:lstStyle/>
          <a:p>
            <a:pPr indent="0" algn="ctr" defTabSz="914400">
              <a:lnSpc>
                <a:spcPct val="90000"/>
              </a:lnSpc>
              <a:buNone/>
              <a:tabLst>
                <a:tab pos="0" algn="l"/>
              </a:tabLst>
            </a:pPr>
            <a:r>
              <a:rPr lang="en-us" b="1" cap="none">
                <a:solidFill>
                  <a:srgbClr val="000000"/>
                </a:solidFill>
                <a:latin typeface="Calibri Light" charset="0"/>
                <a:ea typeface="Basic Roman" pitchFamily="1" charset="0"/>
                <a:cs typeface="Basic Roman" pitchFamily="1" charset="0"/>
              </a:rPr>
              <a:t>Entity and attributes</a:t>
            </a:r>
            <a:endParaRPr lang="en-us" cap="none">
              <a:solidFill>
                <a:srgbClr val="000000"/>
              </a:solidFill>
              <a:latin typeface="Arial" pitchFamily="2" charset="0"/>
              <a:ea typeface="Basic Roman" pitchFamily="1" charset="0"/>
              <a:cs typeface="Basic Roman" pitchFamily="1" charset="0"/>
            </a:endParaRPr>
          </a:p>
        </p:txBody>
      </p:sp>
      <p:sp>
        <p:nvSpPr>
          <p:cNvPr id="3" name="PlaceHolder 2"/>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gfw5ZxMAAAAlAAAAZAAAAA0AAAAAkAAAAEgAAACQAAAAS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KAUAADsLAADXRQAA/iUAABAAAAAmAAAACAAAAD2QAAD/HwAA"/>
              </a:ext>
            </a:extLst>
          </p:cNvSpPr>
          <p:nvPr>
            <p:ph type="body"/>
          </p:nvPr>
        </p:nvSpPr>
        <p:spPr>
          <a:xfrm>
            <a:off x="838200" y="1825625"/>
            <a:ext cx="10514965" cy="4350385"/>
          </a:xfrm>
          <a:noFill/>
          <a:ln>
            <a:noFill/>
          </a:ln>
        </p:spPr>
        <p:txBody>
          <a:bodyPr vert="horz" wrap="square" lIns="91440" tIns="45720" rIns="91440" bIns="45720" numCol="1" spcCol="215900" anchor="t">
            <a:prstTxWarp prst="textNoShape">
              <a:avLst/>
            </a:prstTxWarp>
          </a:bodyPr>
          <a:lstStyle/>
          <a:p>
            <a:pPr marL="228600" indent="-228600" defTabSz="914400">
              <a:lnSpc>
                <a:spcPct val="90000"/>
              </a:lnSpc>
              <a:spcBef>
                <a:spcPts val="680"/>
              </a:spcBef>
              <a:buClrTx/>
              <a:buFont typeface="Arial" pitchFamily="2" charset="0"/>
              <a:buChar char="•"/>
              <a:tabLst/>
              <a:defRPr sz="1225" cap="none"/>
            </a:pPr>
            <a:r>
              <a:rPr lang="en-us" sz="1905" cap="none">
                <a:solidFill>
                  <a:srgbClr val="000000"/>
                </a:solidFill>
              </a:rPr>
              <a:t>Brand: brand_id (primary key), brand_name.</a:t>
            </a:r>
            <a:endParaRPr lang="en-us" sz="1905" cap="none">
              <a:solidFill>
                <a:srgbClr val="000000"/>
              </a:solidFill>
              <a:latin typeface="Arial" pitchFamily="2" charset="0"/>
              <a:ea typeface="Calibri" pitchFamily="2" charset="0"/>
              <a:cs typeface="Calibri" pitchFamily="2" charset="0"/>
            </a:endParaRPr>
          </a:p>
          <a:p>
            <a:pPr marL="228600" indent="-228600" defTabSz="914400">
              <a:lnSpc>
                <a:spcPct val="90000"/>
              </a:lnSpc>
              <a:spcBef>
                <a:spcPts val="680"/>
              </a:spcBef>
              <a:buClrTx/>
              <a:buFont typeface="Arial" pitchFamily="2" charset="0"/>
              <a:buChar char="•"/>
              <a:tabLst/>
              <a:defRPr sz="1225" cap="none"/>
            </a:pPr>
            <a:r>
              <a:rPr lang="en-us" sz="1905" cap="none">
                <a:solidFill>
                  <a:srgbClr val="000000"/>
                </a:solidFill>
              </a:rPr>
              <a:t>Model: model_id (primary key), model_name, brand_id (foreign key).</a:t>
            </a:r>
            <a:endParaRPr lang="en-us" sz="1905" cap="none">
              <a:solidFill>
                <a:srgbClr val="000000"/>
              </a:solidFill>
              <a:latin typeface="Arial" pitchFamily="2" charset="0"/>
              <a:ea typeface="Calibri" pitchFamily="2" charset="0"/>
              <a:cs typeface="Calibri" pitchFamily="2" charset="0"/>
            </a:endParaRPr>
          </a:p>
          <a:p>
            <a:pPr marL="228600" indent="-228600" defTabSz="914400">
              <a:lnSpc>
                <a:spcPct val="90000"/>
              </a:lnSpc>
              <a:spcBef>
                <a:spcPts val="680"/>
              </a:spcBef>
              <a:buClrTx/>
              <a:buFont typeface="Arial" pitchFamily="2" charset="0"/>
              <a:buChar char="•"/>
              <a:tabLst/>
              <a:defRPr sz="1225" cap="none"/>
            </a:pPr>
            <a:r>
              <a:rPr lang="en-us" sz="1905" cap="none">
                <a:solidFill>
                  <a:srgbClr val="000000"/>
                </a:solidFill>
              </a:rPr>
              <a:t>Option: option_id (primary key), option_name.</a:t>
            </a:r>
            <a:endParaRPr lang="en-us" sz="1905" cap="none">
              <a:solidFill>
                <a:srgbClr val="000000"/>
              </a:solidFill>
              <a:latin typeface="Arial" pitchFamily="2" charset="0"/>
              <a:ea typeface="Calibri" pitchFamily="2" charset="0"/>
              <a:cs typeface="Calibri" pitchFamily="2" charset="0"/>
            </a:endParaRPr>
          </a:p>
          <a:p>
            <a:pPr marL="228600" indent="-228600" defTabSz="914400">
              <a:lnSpc>
                <a:spcPct val="90000"/>
              </a:lnSpc>
              <a:spcBef>
                <a:spcPts val="680"/>
              </a:spcBef>
              <a:buClrTx/>
              <a:buFont typeface="Arial" pitchFamily="2" charset="0"/>
              <a:buChar char="•"/>
              <a:tabLst/>
              <a:defRPr sz="1225" cap="none"/>
            </a:pPr>
            <a:r>
              <a:rPr lang="en-us" sz="1905" cap="none">
                <a:solidFill>
                  <a:srgbClr val="000000"/>
                </a:solidFill>
              </a:rPr>
              <a:t>Model_Option: model_id (foreign key to Model), option_id (foreign key to Option).</a:t>
            </a:r>
            <a:endParaRPr lang="en-us" sz="1905" cap="none">
              <a:solidFill>
                <a:srgbClr val="000000"/>
              </a:solidFill>
              <a:latin typeface="Arial" pitchFamily="2" charset="0"/>
              <a:ea typeface="Calibri" pitchFamily="2" charset="0"/>
              <a:cs typeface="Calibri" pitchFamily="2" charset="0"/>
            </a:endParaRPr>
          </a:p>
          <a:p>
            <a:pPr marL="228600" indent="-228600" defTabSz="914400">
              <a:lnSpc>
                <a:spcPct val="90000"/>
              </a:lnSpc>
              <a:spcBef>
                <a:spcPts val="680"/>
              </a:spcBef>
              <a:buClrTx/>
              <a:buFont typeface="Arial" pitchFamily="2" charset="0"/>
              <a:buChar char="•"/>
              <a:tabLst/>
              <a:defRPr sz="1225" cap="none"/>
            </a:pPr>
            <a:r>
              <a:rPr lang="en-us" sz="1905" cap="none">
                <a:solidFill>
                  <a:srgbClr val="000000"/>
                </a:solidFill>
              </a:rPr>
              <a:t>Dealer: dealer_id (primary key), dealer_name, dealer_address, dealer_phone.</a:t>
            </a:r>
            <a:endParaRPr lang="en-us" sz="1905" cap="none">
              <a:solidFill>
                <a:srgbClr val="000000"/>
              </a:solidFill>
              <a:latin typeface="Arial" pitchFamily="2" charset="0"/>
              <a:ea typeface="Calibri" pitchFamily="2" charset="0"/>
              <a:cs typeface="Calibri" pitchFamily="2" charset="0"/>
            </a:endParaRPr>
          </a:p>
          <a:p>
            <a:pPr marL="228600" indent="-228600" defTabSz="914400">
              <a:lnSpc>
                <a:spcPct val="90000"/>
              </a:lnSpc>
              <a:spcBef>
                <a:spcPts val="680"/>
              </a:spcBef>
              <a:buClrTx/>
              <a:buFont typeface="Arial" pitchFamily="2" charset="0"/>
              <a:buChar char="•"/>
              <a:tabLst/>
              <a:defRPr sz="1225" cap="none"/>
            </a:pPr>
            <a:r>
              <a:rPr lang="en-us" sz="1905" cap="none">
                <a:solidFill>
                  <a:srgbClr val="000000"/>
                </a:solidFill>
              </a:rPr>
              <a:t>Customer: customer_id (primary key), customer_name, customer_address, customer_phone.</a:t>
            </a:r>
            <a:endParaRPr lang="en-us" sz="1905" cap="none">
              <a:solidFill>
                <a:srgbClr val="000000"/>
              </a:solidFill>
              <a:latin typeface="Arial" pitchFamily="2" charset="0"/>
              <a:ea typeface="Calibri" pitchFamily="2" charset="0"/>
              <a:cs typeface="Calibri" pitchFamily="2" charset="0"/>
            </a:endParaRPr>
          </a:p>
          <a:p>
            <a:pPr marL="228600" indent="-228600" defTabSz="914400">
              <a:lnSpc>
                <a:spcPct val="90000"/>
              </a:lnSpc>
              <a:spcBef>
                <a:spcPts val="680"/>
              </a:spcBef>
              <a:buClrTx/>
              <a:buFont typeface="Arial" pitchFamily="2" charset="0"/>
              <a:buChar char="•"/>
              <a:tabLst/>
              <a:defRPr sz="1225" cap="none"/>
            </a:pPr>
            <a:r>
              <a:rPr lang="en-us" sz="1905" cap="none">
                <a:solidFill>
                  <a:srgbClr val="000000"/>
                </a:solidFill>
              </a:rPr>
              <a:t>Vehicle: vin (primary key), model_id (foreign key to Model), year, color, price.</a:t>
            </a:r>
            <a:endParaRPr lang="en-us" sz="1905" cap="none">
              <a:solidFill>
                <a:srgbClr val="000000"/>
              </a:solidFill>
              <a:latin typeface="Arial" pitchFamily="2" charset="0"/>
              <a:ea typeface="Calibri" pitchFamily="2" charset="0"/>
              <a:cs typeface="Calibri" pitchFamily="2" charset="0"/>
            </a:endParaRPr>
          </a:p>
          <a:p>
            <a:pPr marL="228600" indent="-228600" defTabSz="914400">
              <a:lnSpc>
                <a:spcPct val="90000"/>
              </a:lnSpc>
              <a:spcBef>
                <a:spcPts val="680"/>
              </a:spcBef>
              <a:buClrTx/>
              <a:buFont typeface="Arial" pitchFamily="2" charset="0"/>
              <a:buChar char="•"/>
              <a:tabLst/>
              <a:defRPr sz="1225" cap="none"/>
            </a:pPr>
            <a:r>
              <a:rPr lang="en-us" sz="1905" cap="none">
                <a:solidFill>
                  <a:srgbClr val="000000"/>
                </a:solidFill>
              </a:rPr>
              <a:t>Inventory: inventory_id (primary key), vin (foreign key to Vehicle), dealer_id (foreign key to Dealer), date_added, price.</a:t>
            </a:r>
            <a:endParaRPr lang="en-us" sz="1905" cap="none">
              <a:solidFill>
                <a:srgbClr val="000000"/>
              </a:solidFill>
              <a:latin typeface="Arial" pitchFamily="2" charset="0"/>
              <a:ea typeface="Calibri" pitchFamily="2" charset="0"/>
              <a:cs typeface="Calibri" pitchFamily="2" charset="0"/>
            </a:endParaRPr>
          </a:p>
          <a:p>
            <a:pPr marL="228600" indent="-228600" defTabSz="914400">
              <a:lnSpc>
                <a:spcPct val="90000"/>
              </a:lnSpc>
              <a:spcBef>
                <a:spcPts val="680"/>
              </a:spcBef>
              <a:buClrTx/>
              <a:buFont typeface="Arial" pitchFamily="2" charset="0"/>
              <a:buChar char="•"/>
              <a:tabLst/>
              <a:defRPr sz="1225" cap="none"/>
            </a:pPr>
            <a:r>
              <a:rPr lang="en-us" sz="1905" cap="none">
                <a:solidFill>
                  <a:srgbClr val="000000"/>
                </a:solidFill>
              </a:rPr>
              <a:t>Ordering: order_id (primary key), vin (foreign key to Vehicle), dealer_id (foreign key to Dealer), date_ordered, expected_delivery_date, price.</a:t>
            </a:r>
            <a:endParaRPr lang="en-us" sz="1905" cap="none">
              <a:solidFill>
                <a:srgbClr val="000000"/>
              </a:solidFill>
              <a:latin typeface="Arial" pitchFamily="2" charset="0"/>
              <a:ea typeface="Calibri" pitchFamily="2" charset="0"/>
              <a:cs typeface="Calibri" pitchFamily="2" charset="0"/>
            </a:endParaRPr>
          </a:p>
          <a:p>
            <a:pPr marL="228600" indent="-228600" defTabSz="914400">
              <a:lnSpc>
                <a:spcPct val="90000"/>
              </a:lnSpc>
              <a:spcBef>
                <a:spcPts val="680"/>
              </a:spcBef>
              <a:buClrTx/>
              <a:buFont typeface="Arial" pitchFamily="2" charset="0"/>
              <a:buChar char="•"/>
              <a:tabLst/>
              <a:defRPr sz="1225" cap="none"/>
            </a:pPr>
            <a:r>
              <a:rPr lang="en-us" sz="1905" cap="none">
                <a:solidFill>
                  <a:srgbClr val="000000"/>
                </a:solidFill>
              </a:rPr>
              <a:t>Car: vin (primary key, foreign key to Vehicle), num_doors.</a:t>
            </a:r>
            <a:endParaRPr lang="en-us" sz="1905" cap="none">
              <a:solidFill>
                <a:srgbClr val="000000"/>
              </a:solidFill>
              <a:latin typeface="Arial" pitchFamily="2" charset="0"/>
              <a:ea typeface="Calibri" pitchFamily="2" charset="0"/>
              <a:cs typeface="Calibri" pitchFamily="2" charset="0"/>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ceHolder 1"/>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gfw5ZxMAAAAlAAAAZAAAAA0AAAAAkAAAAEgAAACQAAAAS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OwW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RHLEBf///wEAAAAAAAAAAAAAAAAAAAAAAAAAAAAAAAAAAAAAAAAAAAAAAAJ/f38A5+bmA8zMzADAwP8Af39/AAAAAAAAAAAAAAAAAAAAAAAAAAAAIQAAABgAAAAUAAAAKAUAAD8CAADXRQAAZQoAABAAAAAmAAAACAAAAL2QAAD/HwAA"/>
              </a:ext>
            </a:extLst>
          </p:cNvSpPr>
          <p:nvPr>
            <p:ph type="title"/>
          </p:nvPr>
        </p:nvSpPr>
        <p:spPr>
          <a:xfrm>
            <a:off x="838200" y="365125"/>
            <a:ext cx="10514965" cy="1324610"/>
          </a:xfrm>
          <a:noFill/>
          <a:ln>
            <a:noFill/>
          </a:ln>
        </p:spPr>
        <p:txBody>
          <a:bodyPr vert="horz" wrap="square" lIns="91440" tIns="45720" rIns="91440" bIns="45720" numCol="1" spcCol="215900" anchor="ctr">
            <a:prstTxWarp prst="textNoShape">
              <a:avLst/>
            </a:prstTxWarp>
          </a:bodyPr>
          <a:lstStyle/>
          <a:p>
            <a:pPr indent="0" algn="ctr" defTabSz="914400">
              <a:lnSpc>
                <a:spcPct val="90000"/>
              </a:lnSpc>
              <a:buNone/>
              <a:tabLst>
                <a:tab pos="0" algn="l"/>
              </a:tabLst>
            </a:pPr>
            <a:r>
              <a:rPr lang="en-us" b="1" cap="none">
                <a:solidFill>
                  <a:srgbClr val="000000"/>
                </a:solidFill>
                <a:latin typeface="Calibri Light" charset="0"/>
                <a:ea typeface="Basic Roman" pitchFamily="1" charset="0"/>
                <a:cs typeface="Basic Roman" pitchFamily="1" charset="0"/>
              </a:rPr>
              <a:t>Case Study</a:t>
            </a:r>
            <a:endParaRPr lang="en-us" cap="none">
              <a:solidFill>
                <a:srgbClr val="000000"/>
              </a:solidFill>
              <a:latin typeface="Arial" pitchFamily="2" charset="0"/>
              <a:ea typeface="Basic Roman" pitchFamily="1" charset="0"/>
              <a:cs typeface="Basic Roman" pitchFamily="1" charset="0"/>
            </a:endParaRPr>
          </a:p>
        </p:txBody>
      </p:sp>
      <p:sp>
        <p:nvSpPr>
          <p:cNvPr id="3" name="PlaceHolder 2"/>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gfw5ZxMAAAAlAAAAZAAAAA0AAAAAkAAAAEgAAACQAAAAS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RHLEBf///wEAAAAAAAAAAAAAAAAAAAAAAAAAAAAAAAAAAAAAAAAAAAAAAAJ/f38A5+bmA8zMzADAwP8Af39/AAAAAAAAAAAAAAAAAAAAAAAAAAAAIQAAABgAAAAUAAAAKAUAADsLAADXRQAA/iUAABAAAAAmAAAACAAAAD2QAAD/HwAA"/>
              </a:ext>
            </a:extLst>
          </p:cNvSpPr>
          <p:nvPr>
            <p:ph type="body"/>
          </p:nvPr>
        </p:nvSpPr>
        <p:spPr>
          <a:xfrm>
            <a:off x="838200" y="1825625"/>
            <a:ext cx="10514965" cy="4350385"/>
          </a:xfrm>
          <a:noFill/>
          <a:ln>
            <a:noFill/>
          </a:ln>
        </p:spPr>
        <p:txBody>
          <a:bodyPr vert="horz" wrap="square" lIns="91440" tIns="45720" rIns="91440" bIns="45720" numCol="1" spcCol="215900" anchor="t">
            <a:prstTxWarp prst="textNoShape">
              <a:avLst/>
            </a:prstTxWarp>
          </a:bodyPr>
          <a:lstStyle/>
          <a:p>
            <a:pPr marL="228600" indent="-228600" defTabSz="914400">
              <a:lnSpc>
                <a:spcPct val="80000"/>
              </a:lnSpc>
              <a:spcBef>
                <a:spcPts val="710"/>
              </a:spcBef>
              <a:buClrTx/>
              <a:buFont typeface="Arial" pitchFamily="2" charset="0"/>
              <a:buChar char="•"/>
              <a:tabLst/>
              <a:defRPr sz="1280" cap="none"/>
            </a:pPr>
            <a:r>
              <a:rPr lang="en-us" sz="1990" cap="none">
                <a:solidFill>
                  <a:srgbClr val="000000"/>
                </a:solidFill>
              </a:rPr>
              <a:t>Major airlines companies that provide passenger service in Nepal are Nepal Air, Buddha Airways, Yeti airline etc. Nepal Civil Aviation Authority keeps a database with lots of information on all airlines. This information is made accessible to all airlines in Nepal with the intention of helping the companies assess their competitive position in the domestic market. The information kept consists of:</a:t>
            </a:r>
            <a:endParaRPr lang="en-us" sz="1990" cap="none">
              <a:solidFill>
                <a:srgbClr val="000000"/>
              </a:solidFill>
              <a:latin typeface="Arial" pitchFamily="2" charset="0"/>
              <a:ea typeface="Calibri" pitchFamily="2" charset="0"/>
              <a:cs typeface="Calibri" pitchFamily="2" charset="0"/>
            </a:endParaRPr>
          </a:p>
          <a:p>
            <a:pPr marL="228600" indent="-228600" defTabSz="914400">
              <a:lnSpc>
                <a:spcPct val="80000"/>
              </a:lnSpc>
              <a:spcBef>
                <a:spcPts val="710"/>
              </a:spcBef>
              <a:buClrTx/>
              <a:buFont typeface="Arial" pitchFamily="2" charset="0"/>
              <a:buChar char="•"/>
              <a:tabLst/>
              <a:defRPr sz="1280" cap="none"/>
            </a:pPr>
            <a:r>
              <a:rPr lang="en-us" sz="1990" cap="none">
                <a:solidFill>
                  <a:srgbClr val="000000"/>
                </a:solidFill>
              </a:rPr>
              <a:t> Each airlines has an identification number, name of the contact person and mobile number..</a:t>
            </a:r>
            <a:endParaRPr lang="en-us" sz="1990" cap="none">
              <a:solidFill>
                <a:srgbClr val="000000"/>
              </a:solidFill>
              <a:latin typeface="Arial" pitchFamily="2" charset="0"/>
              <a:ea typeface="Calibri" pitchFamily="2" charset="0"/>
              <a:cs typeface="Calibri" pitchFamily="2" charset="0"/>
            </a:endParaRPr>
          </a:p>
          <a:p>
            <a:pPr marL="228600" indent="-228600" defTabSz="914400">
              <a:lnSpc>
                <a:spcPct val="80000"/>
              </a:lnSpc>
              <a:spcBef>
                <a:spcPts val="710"/>
              </a:spcBef>
              <a:buClrTx/>
              <a:buFont typeface="Arial" pitchFamily="2" charset="0"/>
              <a:buChar char="•"/>
              <a:tabLst/>
              <a:defRPr sz="1280" cap="none"/>
            </a:pPr>
            <a:r>
              <a:rPr lang="en-us" sz="1990" cap="none">
                <a:solidFill>
                  <a:srgbClr val="000000"/>
                </a:solidFill>
              </a:rPr>
              <a:t> For each aircraft identification number, capacity and model is recorded. </a:t>
            </a:r>
            <a:endParaRPr lang="en-us" sz="1990" cap="none">
              <a:solidFill>
                <a:srgbClr val="000000"/>
              </a:solidFill>
              <a:latin typeface="Arial" pitchFamily="2" charset="0"/>
              <a:ea typeface="Calibri" pitchFamily="2" charset="0"/>
              <a:cs typeface="Calibri" pitchFamily="2" charset="0"/>
            </a:endParaRPr>
          </a:p>
          <a:p>
            <a:pPr marL="228600" indent="-228600" defTabSz="914400">
              <a:lnSpc>
                <a:spcPct val="80000"/>
              </a:lnSpc>
              <a:spcBef>
                <a:spcPts val="710"/>
              </a:spcBef>
              <a:buClrTx/>
              <a:buFont typeface="Arial" pitchFamily="2" charset="0"/>
              <a:buChar char="•"/>
              <a:tabLst/>
              <a:defRPr sz="1280" cap="none"/>
            </a:pPr>
            <a:r>
              <a:rPr lang="en-us" sz="1990" cap="none">
                <a:solidFill>
                  <a:srgbClr val="000000"/>
                </a:solidFill>
              </a:rPr>
              <a:t>Each employee has an employee identification number, name address, birth date, sex, position with the company and qualification </a:t>
            </a:r>
            <a:endParaRPr lang="en-us" sz="1990" cap="none">
              <a:solidFill>
                <a:srgbClr val="000000"/>
              </a:solidFill>
              <a:latin typeface="Arial" pitchFamily="2" charset="0"/>
              <a:ea typeface="Calibri" pitchFamily="2" charset="0"/>
              <a:cs typeface="Calibri" pitchFamily="2" charset="0"/>
            </a:endParaRPr>
          </a:p>
          <a:p>
            <a:pPr marL="228600" indent="-228600" defTabSz="914400">
              <a:lnSpc>
                <a:spcPct val="80000"/>
              </a:lnSpc>
              <a:spcBef>
                <a:spcPts val="710"/>
              </a:spcBef>
              <a:buClrTx/>
              <a:buFont typeface="Arial" pitchFamily="2" charset="0"/>
              <a:buChar char="•"/>
              <a:tabLst/>
              <a:defRPr sz="1280" cap="none"/>
            </a:pPr>
            <a:r>
              <a:rPr lang="en-us" sz="1990" cap="none">
                <a:solidFill>
                  <a:srgbClr val="000000"/>
                </a:solidFill>
              </a:rPr>
              <a:t>Each route has identification number, origin, destination, classification(onto domestic or international route), distance of the route and price charged per passenger. </a:t>
            </a:r>
            <a:endParaRPr lang="en-us" sz="1990" cap="none">
              <a:solidFill>
                <a:srgbClr val="000000"/>
              </a:solidFill>
              <a:latin typeface="Arial" pitchFamily="2" charset="0"/>
              <a:ea typeface="Calibri" pitchFamily="2" charset="0"/>
              <a:cs typeface="Calibri" pitchFamily="2" charset="0"/>
            </a:endParaRPr>
          </a:p>
          <a:p>
            <a:pPr marL="228600" indent="-228600" defTabSz="914400">
              <a:lnSpc>
                <a:spcPct val="80000"/>
              </a:lnSpc>
              <a:spcBef>
                <a:spcPts val="710"/>
              </a:spcBef>
              <a:buClrTx/>
              <a:buFont typeface="Arial" pitchFamily="2" charset="0"/>
              <a:buChar char="•"/>
              <a:tabLst/>
              <a:defRPr sz="1280" cap="none"/>
            </a:pPr>
            <a:r>
              <a:rPr lang="en-us" sz="1990" cap="none">
                <a:solidFill>
                  <a:srgbClr val="000000"/>
                </a:solidFill>
              </a:rPr>
              <a:t>Each airline keeps information about their buy/selling transaction (for example, selling an airplane ticket is a sell transaction, paying for maintenance is buy transition). Each transaction has a transaction identification number, date, description and amount of money paid /received </a:t>
            </a:r>
            <a:endParaRPr lang="en-us" sz="1990" cap="none">
              <a:solidFill>
                <a:srgbClr val="000000"/>
              </a:solidFill>
              <a:latin typeface="Arial" pitchFamily="2" charset="0"/>
              <a:ea typeface="Calibri" pitchFamily="2" charset="0"/>
              <a:cs typeface="Calibri" pitchFamily="2" charset="0"/>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ceHolder 1"/>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gfw5ZxMAAAAlAAAAZAAAAA0AAAAAkAAAAEgAAACQAAAAS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DMi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RHLEBf///wEAAAAAAAAAAAAAAAAAAAAAAAAAAAAAAAAAAAAAAAAAAAAAAAJ/f38A5+bmA8zMzADAwP8Af39/AAAAAAAAAAAAAAAAAAAAAAAAAAAAIQAAABgAAAAUAAAAKAUAAD8CAADXRQAAZQoAABAAAAAmAAAACAAAAL2QAAD/HwAA"/>
              </a:ext>
            </a:extLst>
          </p:cNvSpPr>
          <p:nvPr>
            <p:ph type="title"/>
          </p:nvPr>
        </p:nvSpPr>
        <p:spPr>
          <a:xfrm>
            <a:off x="838200" y="365125"/>
            <a:ext cx="10514965" cy="1324610"/>
          </a:xfrm>
          <a:noFill/>
          <a:ln>
            <a:noFill/>
          </a:ln>
        </p:spPr>
        <p:txBody>
          <a:bodyPr vert="horz" wrap="square" lIns="91440" tIns="45720" rIns="91440" bIns="45720" numCol="1" spcCol="215900" anchor="ctr">
            <a:prstTxWarp prst="textNoShape">
              <a:avLst/>
            </a:prstTxWarp>
          </a:bodyPr>
          <a:lstStyle/>
          <a:p>
            <a:pPr indent="0" defTabSz="914400">
              <a:lnSpc>
                <a:spcPct val="90000"/>
              </a:lnSpc>
              <a:buNone/>
              <a:tabLst>
                <a:tab pos="0" algn="l"/>
              </a:tabLst>
            </a:pPr>
            <a:r>
              <a:rPr lang="en-us" cap="none">
                <a:solidFill>
                  <a:srgbClr val="000000"/>
                </a:solidFill>
                <a:latin typeface="Calibri Light" charset="0"/>
                <a:ea typeface="Basic Roman" pitchFamily="1" charset="0"/>
                <a:cs typeface="Basic Roman" pitchFamily="1" charset="0"/>
              </a:rPr>
              <a:t>Case study</a:t>
            </a:r>
            <a:endParaRPr lang="en-us" cap="none">
              <a:solidFill>
                <a:srgbClr val="000000"/>
              </a:solidFill>
              <a:latin typeface="Arial" pitchFamily="2" charset="0"/>
              <a:ea typeface="Basic Roman" pitchFamily="1" charset="0"/>
              <a:cs typeface="Basic Roman" pitchFamily="1" charset="0"/>
            </a:endParaRPr>
          </a:p>
        </p:txBody>
      </p:sp>
      <p:sp>
        <p:nvSpPr>
          <p:cNvPr id="3" name="PlaceHolder 2"/>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gfw5ZxMAAAAlAAAAZAAAAA0AAAAAkAAAAEgAAACQAAAAS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MJN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RHLEBf///wEAAAAAAAAAAAAAAAAAAAAAAAAAAAAAAAAAAAAAAAAAAAAAAAJ/f38A5+bmA8zMzADAwP8Af39/AAAAAAAAAAAAAAAAAAAAAAAAAAAAIQAAABgAAAAUAAAAKAUAADsLAADXRQAA/iUAABAAAAAmAAAACAAAAD2QAAD/HwAA"/>
              </a:ext>
            </a:extLst>
          </p:cNvSpPr>
          <p:nvPr>
            <p:ph type="body"/>
          </p:nvPr>
        </p:nvSpPr>
        <p:spPr>
          <a:xfrm>
            <a:off x="838200" y="1825625"/>
            <a:ext cx="10514965" cy="4350385"/>
          </a:xfrm>
          <a:noFill/>
          <a:ln>
            <a:noFill/>
          </a:ln>
        </p:spPr>
        <p:txBody>
          <a:bodyPr vert="horz" wrap="square" lIns="91440" tIns="45720" rIns="91440" bIns="45720" numCol="1" spcCol="215900" anchor="t">
            <a:prstTxWarp prst="textNoShape">
              <a:avLst/>
            </a:prstTxWarp>
          </a:bodyPr>
          <a:lstStyle/>
          <a:p>
            <a:pPr marL="228600" indent="-228600" defTabSz="914400">
              <a:lnSpc>
                <a:spcPct val="90000"/>
              </a:lnSpc>
              <a:spcBef>
                <a:spcPts val="1000"/>
              </a:spcBef>
              <a:buClrTx/>
              <a:buFont typeface="Arial" pitchFamily="2" charset="0"/>
              <a:buChar char="•"/>
              <a:tabLst/>
            </a:pPr>
            <a:r>
              <a:rPr lang="en-us" sz="2800" cap="none">
                <a:solidFill>
                  <a:srgbClr val="000000"/>
                </a:solidFill>
              </a:rPr>
              <a:t>Do the following.</a:t>
            </a:r>
            <a:endParaRPr lang="en-us" sz="2800" cap="none">
              <a:solidFill>
                <a:srgbClr val="000000"/>
              </a:solidFill>
              <a:latin typeface="Arial" pitchFamily="2" charset="0"/>
              <a:ea typeface="Calibri" pitchFamily="2" charset="0"/>
              <a:cs typeface="Calibri" pitchFamily="2" charset="0"/>
            </a:endParaRPr>
          </a:p>
          <a:p>
            <a:pPr marL="228600" indent="-228600" defTabSz="914400">
              <a:lnSpc>
                <a:spcPct val="90000"/>
              </a:lnSpc>
              <a:spcBef>
                <a:spcPts val="1000"/>
              </a:spcBef>
              <a:buClrTx/>
              <a:buFont typeface="Arial" pitchFamily="2" charset="0"/>
              <a:buChar char="•"/>
              <a:tabLst/>
            </a:pPr>
            <a:r>
              <a:rPr lang="en-us" sz="2800" cap="none">
                <a:solidFill>
                  <a:srgbClr val="000000"/>
                </a:solidFill>
              </a:rPr>
              <a:t>a) Identify entity, attribute and relationship.</a:t>
            </a:r>
            <a:endParaRPr lang="en-us" sz="2800" cap="none">
              <a:solidFill>
                <a:srgbClr val="000000"/>
              </a:solidFill>
              <a:latin typeface="Arial" pitchFamily="2" charset="0"/>
              <a:ea typeface="Calibri" pitchFamily="2" charset="0"/>
              <a:cs typeface="Calibri" pitchFamily="2" charset="0"/>
            </a:endParaRPr>
          </a:p>
          <a:p>
            <a:pPr marL="228600" indent="-228600" defTabSz="914400">
              <a:lnSpc>
                <a:spcPct val="90000"/>
              </a:lnSpc>
              <a:spcBef>
                <a:spcPts val="1000"/>
              </a:spcBef>
              <a:buClrTx/>
              <a:buFont typeface="Arial" pitchFamily="2" charset="0"/>
              <a:buChar char="•"/>
              <a:tabLst/>
            </a:pPr>
            <a:r>
              <a:rPr lang="en-us" sz="2800" cap="none">
                <a:solidFill>
                  <a:srgbClr val="000000"/>
                </a:solidFill>
              </a:rPr>
              <a:t>b) Draw an E-R</a:t>
            </a:r>
            <a:endParaRPr lang="en-us" sz="2800" cap="none">
              <a:solidFill>
                <a:srgbClr val="000000"/>
              </a:solidFill>
              <a:latin typeface="Arial" pitchFamily="2" charset="0"/>
              <a:ea typeface="Calibri" pitchFamily="2" charset="0"/>
              <a:cs typeface="Calibri" pitchFamily="2" charset="0"/>
            </a:endParaRPr>
          </a:p>
          <a:p>
            <a:pPr indent="0" defTabSz="914400">
              <a:lnSpc>
                <a:spcPct val="90000"/>
              </a:lnSpc>
              <a:spcBef>
                <a:spcPts val="1000"/>
              </a:spcBef>
              <a:buNone/>
              <a:tabLst>
                <a:tab pos="0" algn="l"/>
              </a:tabLst>
            </a:pPr>
            <a:endParaRPr lang="en-us" sz="2800" cap="none">
              <a:solidFill>
                <a:srgbClr val="000000"/>
              </a:solidFill>
              <a:latin typeface="Arial" pitchFamily="2" charset="0"/>
              <a:ea typeface="Calibri" pitchFamily="2" charset="0"/>
              <a:cs typeface="Calibri" pitchFamily="2" charset="0"/>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ceHolder 1"/>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gfw5ZxMAAAAlAAAAZAAAAA0AAAAAkAAAAEgAAACQAAAAS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JQI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RHLEBf///wEAAAAAAAAAAAAAAAAAAAAAAAAAAAAAAAAAAAAAAAAAAAAAAAJ/f38A5+bmA8zMzADAwP8Af39/AAAAAAAAAAAAAAAAAAAAAAAAAAAAIQAAABgAAAAUAAAAKAUAAD8CAADXRQAAZQoAABAAAAAmAAAACAAAAL2QAAD/HwAA"/>
              </a:ext>
            </a:extLst>
          </p:cNvSpPr>
          <p:nvPr>
            <p:ph type="title"/>
          </p:nvPr>
        </p:nvSpPr>
        <p:spPr>
          <a:xfrm>
            <a:off x="838200" y="365125"/>
            <a:ext cx="10514965" cy="1324610"/>
          </a:xfrm>
          <a:noFill/>
          <a:ln>
            <a:noFill/>
          </a:ln>
        </p:spPr>
        <p:txBody>
          <a:bodyPr vert="horz" wrap="square" lIns="91440" tIns="45720" rIns="91440" bIns="45720" numCol="1" spcCol="215900" anchor="ctr">
            <a:prstTxWarp prst="textNoShape">
              <a:avLst/>
            </a:prstTxWarp>
          </a:bodyPr>
          <a:lstStyle/>
          <a:p>
            <a:pPr indent="0" defTabSz="914400">
              <a:lnSpc>
                <a:spcPct val="90000"/>
              </a:lnSpc>
              <a:buNone/>
              <a:tabLst>
                <a:tab pos="0" algn="l"/>
              </a:tabLst>
            </a:pPr>
            <a:r>
              <a:rPr lang="en-us" cap="none">
                <a:solidFill>
                  <a:srgbClr val="000000"/>
                </a:solidFill>
                <a:latin typeface="Calibri Light" charset="0"/>
                <a:ea typeface="Basic Roman" pitchFamily="1" charset="0"/>
                <a:cs typeface="Basic Roman" pitchFamily="1" charset="0"/>
              </a:rPr>
              <a:t>Case study</a:t>
            </a:r>
            <a:endParaRPr lang="en-us" cap="none">
              <a:solidFill>
                <a:srgbClr val="000000"/>
              </a:solidFill>
              <a:latin typeface="Arial" pitchFamily="2" charset="0"/>
              <a:ea typeface="Basic Roman" pitchFamily="1" charset="0"/>
              <a:cs typeface="Basic Roman" pitchFamily="1" charset="0"/>
            </a:endParaRPr>
          </a:p>
        </p:txBody>
      </p:sp>
      <p:sp>
        <p:nvSpPr>
          <p:cNvPr id="3" name="PlaceHolder 2"/>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gfw5ZxMAAAAlAAAAZAAAAA0AAAAAkAAAAEgAAACQAAAAS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RHLEBf///wEAAAAAAAAAAAAAAAAAAAAAAAAAAAAAAAAAAAAAAAAAAAAAAAJ/f38A5+bmA8zMzADAwP8Af39/AAAAAAAAAAAAAAAAAAAAAAAAAAAAIQAAABgAAAAUAAAAKAUAADsLAADXRQAA/iUAABAAAAAmAAAACAAAAD2QAAD/HwAA"/>
              </a:ext>
            </a:extLst>
          </p:cNvSpPr>
          <p:nvPr>
            <p:ph type="body"/>
          </p:nvPr>
        </p:nvSpPr>
        <p:spPr>
          <a:xfrm>
            <a:off x="838200" y="1825625"/>
            <a:ext cx="10514965" cy="4350385"/>
          </a:xfrm>
          <a:noFill/>
          <a:ln>
            <a:noFill/>
          </a:ln>
        </p:spPr>
        <p:txBody>
          <a:bodyPr vert="horz" wrap="square" lIns="91440" tIns="45720" rIns="91440" bIns="45720" numCol="1" spcCol="215900" anchor="t">
            <a:prstTxWarp prst="textNoShape">
              <a:avLst/>
            </a:prstTxWarp>
          </a:bodyPr>
          <a:lstStyle/>
          <a:p>
            <a:pPr indent="0" defTabSz="914400">
              <a:lnSpc>
                <a:spcPct val="90000"/>
              </a:lnSpc>
              <a:spcBef>
                <a:spcPts val="810"/>
              </a:spcBef>
              <a:buNone/>
              <a:tabLst>
                <a:tab pos="0" algn="l"/>
              </a:tabLst>
              <a:defRPr sz="1460" cap="none"/>
            </a:pPr>
            <a:r>
              <a:rPr lang="en-us" sz="2270" cap="none">
                <a:solidFill>
                  <a:srgbClr val="000000"/>
                </a:solidFill>
              </a:rPr>
              <a:t>Airlines and Aircraft:</a:t>
            </a:r>
            <a:endParaRPr lang="en-us" sz="2270" cap="none">
              <a:solidFill>
                <a:srgbClr val="000000"/>
              </a:solidFill>
              <a:latin typeface="Arial" pitchFamily="2" charset="0"/>
              <a:ea typeface="Calibri" pitchFamily="2" charset="0"/>
              <a:cs typeface="Calibri" pitchFamily="2" charset="0"/>
            </a:endParaRPr>
          </a:p>
          <a:p>
            <a:pPr marL="457200" indent="0" defTabSz="914400">
              <a:lnSpc>
                <a:spcPct val="90000"/>
              </a:lnSpc>
              <a:spcBef>
                <a:spcPts val="400"/>
              </a:spcBef>
              <a:buNone/>
              <a:tabLst>
                <a:tab pos="0" algn="l"/>
              </a:tabLst>
              <a:defRPr sz="1460" cap="none"/>
            </a:pPr>
            <a:r>
              <a:rPr lang="en-us" sz="1945" cap="none">
                <a:solidFill>
                  <a:srgbClr val="000000"/>
                </a:solidFill>
              </a:rPr>
              <a:t>One airline can have multiple aircraft (one-to-many relationship)</a:t>
            </a:r>
            <a:endParaRPr lang="en-us" sz="1945" cap="none">
              <a:solidFill>
                <a:srgbClr val="000000"/>
              </a:solidFill>
              <a:latin typeface="Arial" pitchFamily="2" charset="0"/>
              <a:ea typeface="Calibri" pitchFamily="2" charset="0"/>
              <a:cs typeface="Calibri" pitchFamily="2" charset="0"/>
            </a:endParaRPr>
          </a:p>
          <a:p>
            <a:pPr marL="457200" indent="0" defTabSz="914400">
              <a:lnSpc>
                <a:spcPct val="90000"/>
              </a:lnSpc>
              <a:spcBef>
                <a:spcPts val="400"/>
              </a:spcBef>
              <a:buNone/>
              <a:tabLst>
                <a:tab pos="0" algn="l"/>
              </a:tabLst>
              <a:defRPr sz="1460" cap="none"/>
            </a:pPr>
            <a:r>
              <a:rPr lang="en-us" sz="1945" cap="none">
                <a:solidFill>
                  <a:srgbClr val="000000"/>
                </a:solidFill>
              </a:rPr>
              <a:t>One aircraft is associated with only one airline (one-to-one relationship)</a:t>
            </a:r>
            <a:endParaRPr lang="en-us" sz="1945" cap="none">
              <a:solidFill>
                <a:srgbClr val="000000"/>
              </a:solidFill>
              <a:latin typeface="Arial" pitchFamily="2" charset="0"/>
              <a:ea typeface="Calibri" pitchFamily="2" charset="0"/>
              <a:cs typeface="Calibri" pitchFamily="2" charset="0"/>
            </a:endParaRPr>
          </a:p>
          <a:p>
            <a:pPr marL="457200" indent="0" defTabSz="914400">
              <a:lnSpc>
                <a:spcPct val="90000"/>
              </a:lnSpc>
              <a:spcBef>
                <a:spcPts val="810"/>
              </a:spcBef>
              <a:buNone/>
              <a:tabLst>
                <a:tab pos="0" algn="l"/>
              </a:tabLst>
              <a:defRPr sz="1460" cap="none"/>
            </a:pPr>
            <a:r>
              <a:rPr lang="en-us" sz="2270" cap="none">
                <a:solidFill>
                  <a:srgbClr val="000000"/>
                </a:solidFill>
              </a:rPr>
              <a:t>Airlines and Employee:</a:t>
            </a:r>
            <a:endParaRPr lang="en-us" sz="2270" cap="none">
              <a:solidFill>
                <a:srgbClr val="000000"/>
              </a:solidFill>
              <a:latin typeface="Arial" pitchFamily="2" charset="0"/>
              <a:ea typeface="Calibri" pitchFamily="2" charset="0"/>
              <a:cs typeface="Calibri" pitchFamily="2" charset="0"/>
            </a:endParaRPr>
          </a:p>
          <a:p>
            <a:pPr marL="457200" indent="0" defTabSz="914400">
              <a:lnSpc>
                <a:spcPct val="90000"/>
              </a:lnSpc>
              <a:spcBef>
                <a:spcPts val="400"/>
              </a:spcBef>
              <a:buNone/>
              <a:tabLst>
                <a:tab pos="0" algn="l"/>
              </a:tabLst>
              <a:defRPr sz="1460" cap="none"/>
            </a:pPr>
            <a:r>
              <a:rPr lang="en-us" sz="1945" cap="none">
                <a:solidFill>
                  <a:srgbClr val="000000"/>
                </a:solidFill>
              </a:rPr>
              <a:t>One airline can employ multiple employees (one-to-many relationship)</a:t>
            </a:r>
            <a:endParaRPr lang="en-us" sz="1945" cap="none">
              <a:solidFill>
                <a:srgbClr val="000000"/>
              </a:solidFill>
              <a:latin typeface="Arial" pitchFamily="2" charset="0"/>
              <a:ea typeface="Calibri" pitchFamily="2" charset="0"/>
              <a:cs typeface="Calibri" pitchFamily="2" charset="0"/>
            </a:endParaRPr>
          </a:p>
          <a:p>
            <a:pPr marL="457200" indent="0" defTabSz="914400">
              <a:lnSpc>
                <a:spcPct val="90000"/>
              </a:lnSpc>
              <a:spcBef>
                <a:spcPts val="400"/>
              </a:spcBef>
              <a:buNone/>
              <a:tabLst>
                <a:tab pos="0" algn="l"/>
              </a:tabLst>
              <a:defRPr sz="1460" cap="none"/>
            </a:pPr>
            <a:r>
              <a:rPr lang="en-us" sz="1945" cap="none">
                <a:solidFill>
                  <a:srgbClr val="000000"/>
                </a:solidFill>
              </a:rPr>
              <a:t>One employee works for only one airline (one-to-one relationship)</a:t>
            </a:r>
            <a:endParaRPr lang="en-us" sz="1945" cap="none">
              <a:solidFill>
                <a:srgbClr val="000000"/>
              </a:solidFill>
              <a:latin typeface="Arial" pitchFamily="2" charset="0"/>
              <a:ea typeface="Calibri" pitchFamily="2" charset="0"/>
              <a:cs typeface="Calibri" pitchFamily="2" charset="0"/>
            </a:endParaRPr>
          </a:p>
          <a:p>
            <a:pPr marL="457200" indent="0" defTabSz="914400">
              <a:lnSpc>
                <a:spcPct val="90000"/>
              </a:lnSpc>
              <a:spcBef>
                <a:spcPts val="810"/>
              </a:spcBef>
              <a:buNone/>
              <a:tabLst>
                <a:tab pos="0" algn="l"/>
              </a:tabLst>
              <a:defRPr sz="1460" cap="none"/>
            </a:pPr>
            <a:r>
              <a:rPr lang="en-us" sz="2270" cap="none">
                <a:solidFill>
                  <a:srgbClr val="000000"/>
                </a:solidFill>
              </a:rPr>
              <a:t>Airlines and Route:</a:t>
            </a:r>
            <a:endParaRPr lang="en-us" sz="2270" cap="none">
              <a:solidFill>
                <a:srgbClr val="000000"/>
              </a:solidFill>
              <a:latin typeface="Arial" pitchFamily="2" charset="0"/>
              <a:ea typeface="Calibri" pitchFamily="2" charset="0"/>
              <a:cs typeface="Calibri" pitchFamily="2" charset="0"/>
            </a:endParaRPr>
          </a:p>
          <a:p>
            <a:pPr marL="457200" indent="0" defTabSz="914400">
              <a:lnSpc>
                <a:spcPct val="90000"/>
              </a:lnSpc>
              <a:spcBef>
                <a:spcPts val="400"/>
              </a:spcBef>
              <a:buNone/>
              <a:tabLst>
                <a:tab pos="0" algn="l"/>
              </a:tabLst>
              <a:defRPr sz="1460" cap="none"/>
            </a:pPr>
            <a:r>
              <a:rPr lang="en-us" sz="1945" cap="none">
                <a:solidFill>
                  <a:srgbClr val="000000"/>
                </a:solidFill>
              </a:rPr>
              <a:t>One airline can operate multiple routes (one-to-many relationship)</a:t>
            </a:r>
            <a:endParaRPr lang="en-us" sz="1945" cap="none">
              <a:solidFill>
                <a:srgbClr val="000000"/>
              </a:solidFill>
              <a:latin typeface="Arial" pitchFamily="2" charset="0"/>
              <a:ea typeface="Calibri" pitchFamily="2" charset="0"/>
              <a:cs typeface="Calibri" pitchFamily="2" charset="0"/>
            </a:endParaRPr>
          </a:p>
          <a:p>
            <a:pPr marL="457200" indent="0" defTabSz="914400">
              <a:lnSpc>
                <a:spcPct val="90000"/>
              </a:lnSpc>
              <a:spcBef>
                <a:spcPts val="400"/>
              </a:spcBef>
              <a:buNone/>
              <a:tabLst>
                <a:tab pos="0" algn="l"/>
              </a:tabLst>
              <a:defRPr sz="1460" cap="none"/>
            </a:pPr>
            <a:r>
              <a:rPr lang="en-us" sz="1945" cap="none">
                <a:solidFill>
                  <a:srgbClr val="000000"/>
                </a:solidFill>
              </a:rPr>
              <a:t>One route is operated by only one airline (one-to-one relationship)</a:t>
            </a:r>
            <a:endParaRPr lang="en-us" sz="1945" cap="none">
              <a:solidFill>
                <a:srgbClr val="000000"/>
              </a:solidFill>
              <a:latin typeface="Arial" pitchFamily="2" charset="0"/>
              <a:ea typeface="Calibri" pitchFamily="2" charset="0"/>
              <a:cs typeface="Calibri" pitchFamily="2" charset="0"/>
            </a:endParaRPr>
          </a:p>
          <a:p>
            <a:pPr marL="457200" indent="0" defTabSz="914400">
              <a:lnSpc>
                <a:spcPct val="90000"/>
              </a:lnSpc>
              <a:spcBef>
                <a:spcPts val="810"/>
              </a:spcBef>
              <a:buNone/>
              <a:tabLst>
                <a:tab pos="0" algn="l"/>
              </a:tabLst>
              <a:defRPr sz="1460" cap="none"/>
            </a:pPr>
            <a:r>
              <a:rPr lang="en-us" sz="2270" cap="none">
                <a:solidFill>
                  <a:srgbClr val="000000"/>
                </a:solidFill>
              </a:rPr>
              <a:t>Airlines and Transaction:</a:t>
            </a:r>
            <a:endParaRPr lang="en-us" sz="2270" cap="none">
              <a:solidFill>
                <a:srgbClr val="000000"/>
              </a:solidFill>
              <a:latin typeface="Arial" pitchFamily="2" charset="0"/>
              <a:ea typeface="Calibri" pitchFamily="2" charset="0"/>
              <a:cs typeface="Calibri" pitchFamily="2" charset="0"/>
            </a:endParaRPr>
          </a:p>
          <a:p>
            <a:pPr marL="457200" indent="0" defTabSz="914400">
              <a:lnSpc>
                <a:spcPct val="90000"/>
              </a:lnSpc>
              <a:spcBef>
                <a:spcPts val="400"/>
              </a:spcBef>
              <a:buNone/>
              <a:tabLst>
                <a:tab pos="0" algn="l"/>
              </a:tabLst>
              <a:defRPr sz="1460" cap="none"/>
            </a:pPr>
            <a:r>
              <a:rPr lang="en-us" sz="1945" cap="none">
                <a:solidFill>
                  <a:srgbClr val="000000"/>
                </a:solidFill>
              </a:rPr>
              <a:t>One airline can have multiple transactions (one-to-many relationship)</a:t>
            </a:r>
            <a:endParaRPr lang="en-us" sz="1945" cap="none">
              <a:solidFill>
                <a:srgbClr val="000000"/>
              </a:solidFill>
              <a:latin typeface="Arial" pitchFamily="2" charset="0"/>
              <a:ea typeface="Calibri" pitchFamily="2" charset="0"/>
              <a:cs typeface="Calibri" pitchFamily="2" charset="0"/>
            </a:endParaRPr>
          </a:p>
          <a:p>
            <a:pPr marL="457200" indent="0" defTabSz="914400">
              <a:lnSpc>
                <a:spcPct val="90000"/>
              </a:lnSpc>
              <a:spcBef>
                <a:spcPts val="400"/>
              </a:spcBef>
              <a:buNone/>
              <a:tabLst>
                <a:tab pos="0" algn="l"/>
              </a:tabLst>
              <a:defRPr sz="1460" cap="none"/>
            </a:pPr>
            <a:r>
              <a:rPr lang="en-us" sz="1945" cap="none">
                <a:solidFill>
                  <a:srgbClr val="000000"/>
                </a:solidFill>
              </a:rPr>
              <a:t>One transaction is associated with only one airline (one-to-one relationship)</a:t>
            </a:r>
            <a:endParaRPr lang="en-us" sz="1945" cap="none">
              <a:solidFill>
                <a:srgbClr val="000000"/>
              </a:solidFill>
              <a:latin typeface="Arial" pitchFamily="2" charset="0"/>
              <a:ea typeface="Calibri" pitchFamily="2" charset="0"/>
              <a:cs typeface="Calibri" pitchFamily="2" charset="0"/>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Title1"/>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gfw5ZxMAAAAlAAAAZAAAAA0AAAAAAAAAAAAAAAAAAAAAA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RHLEBf///wEAAAAAAAAAAAAAAAAAAAAAAAAAAAAAAAAAAAAAAAAAAAAAAAJ/f38A5+bmA8zMzADAwP8Af39/AAAAAAAAAAAAAAAAAAAAAAAAAAAAIQAAABgAAAAUAAAAwAMAAK8BAAA/RwAAuggAABAAAAAmAAAACAAAAAAAAAAAAAAA"/>
              </a:ext>
            </a:extLst>
          </p:cNvSpPr>
          <p:nvPr>
            <p:ph type="title"/>
          </p:nvPr>
        </p:nvSpPr>
        <p:spPr/>
        <p:txBody>
          <a:bodyPr/>
          <a:lstStyle/>
          <a:p>
            <a:r>
              <a:t>Relational Algebra</a:t>
            </a:r>
          </a:p>
        </p:txBody>
      </p:sp>
      <p:sp>
        <p:nvSpPr>
          <p:cNvPr id="3" name="SlideText1"/>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gfw5ZxMAAAAlAAAAZAAAAA0AAAAAAAAAAAAAAAAAAAAAA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RHLEBf///wEAAAAAAAAAAAAAAAAAAAAAAAAAAAAAAAAAAAAAAAAAAAAAAAJ/f38A5+bmA8zMzADAwP8Af39/AAAAAAAAAAAAAAAAAAAAAAAAAAAAIQAAABgAAAAUAAAAwAMAAN8JAAA/RwAAViIAABAAAAAmAAAACAAAAAAAAAAAAAAA"/>
              </a:ext>
            </a:extLst>
          </p:cNvSpPr>
          <p:nvPr>
            <p:ph type="body" idx="1"/>
          </p:nvPr>
        </p:nvSpPr>
        <p:spPr/>
        <p:txBody>
          <a:bodyPr/>
          <a:lstStyle/>
          <a:p>
            <a:r>
              <a:t>The </a:t>
            </a:r>
            <a:r>
              <a:rPr b="1" cap="none"/>
              <a:t>relational algebra</a:t>
            </a:r>
            <a:r>
              <a:t> is a procedural query language. It consists of a set of operations that take one or two relations as input and produce a new relation as their result.</a:t>
            </a:r>
          </a:p>
          <a:p>
            <a:r>
              <a:t>The fundamental operations in the relational algebra are </a:t>
            </a:r>
            <a:r>
              <a:rPr b="1" i="1" cap="none"/>
              <a:t>select, project, union, set difference, Cartesian product, and rename.</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gfw5ZxMAAAAlAAAAZAAAAA0AAAAAkAAAAEgAAACQAAAAS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LBBKy0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RHLEBf///wEAAAAAAAAAAAAAAAAAAAAAAAAAAAAAAAAAAAAAAAAAAAAAAAJ/f38A5+bmA8zMzADAwP8Af39/AAAAAAAAAAAAAAAAAAAAAAAAAAAAIQAAABgAAAAUAAAAkAYAAAgFAABwRAAAGwkAABAAAAAmAAAACAAAAH1w////////"/>
              </a:ext>
            </a:extLst>
          </p:cNvSpPr>
          <p:nvPr>
            <p:ph type="title"/>
          </p:nvPr>
        </p:nvSpPr>
        <p:spPr>
          <a:xfrm>
            <a:off x="1066800" y="817880"/>
            <a:ext cx="10058400" cy="662305"/>
          </a:xfrm>
          <a:noFill/>
          <a:ln>
            <a:noFill/>
          </a:ln>
          <a:effectLst/>
        </p:spPr>
        <p:txBody>
          <a:bodyPr vert="horz" wrap="square" lIns="91440" tIns="45720" rIns="91440" bIns="45720" numCol="1" spcCol="215900" anchor="ctr">
            <a:prstTxWarp prst="textNoShape">
              <a:avLst/>
            </a:prstTxWarp>
          </a:bodyPr>
          <a:lstStyle/>
          <a:p>
            <a:pPr>
              <a:spcBef>
                <a:spcPts val="0"/>
              </a:spcBef>
              <a:defRPr sz="3960" cap="none"/>
            </a:pPr>
            <a:r>
              <a:rPr b="1" cap="none"/>
              <a:t>Relational Algebra/ Query Language</a:t>
            </a:r>
          </a:p>
        </p:txBody>
      </p:sp>
      <p:sp>
        <p:nvSpPr>
          <p:cNvPr id="3" name="Content Placeholder 2"/>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gfw5ZxMAAAAlAAAAZAAAAA0AAAAAkAAAAEgAAACQAAAAS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E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RHLEBf///wEAAAAAAAAAAAAAAAAAAAAAAAAAAAAAAAAAAAAAAAAAAAAAAAJ/f38A5+bmA8zMzADAwP8Af39/AAAAAAAAAAAAAAAAAAAAAAAAAAAAIQAAABgAAAAUAAAAkAYAAPMKAABwRAAAkicAABAAAAAmAAAACAAAAH1w////////"/>
              </a:ext>
            </a:extLst>
          </p:cNvSpPr>
          <p:nvPr>
            <p:ph type="body" idx="1"/>
          </p:nvPr>
        </p:nvSpPr>
        <p:spPr>
          <a:xfrm>
            <a:off x="1066800" y="1779905"/>
            <a:ext cx="10058400" cy="4652645"/>
          </a:xfrm>
          <a:noFill/>
          <a:ln>
            <a:noFill/>
          </a:ln>
          <a:effectLst/>
        </p:spPr>
        <p:txBody>
          <a:bodyPr vert="horz" wrap="square" lIns="91440" tIns="45720" rIns="91440" bIns="45720" numCol="1" spcCol="215900" anchor="t">
            <a:prstTxWarp prst="textNoShape">
              <a:avLst/>
            </a:prstTxWarp>
          </a:bodyPr>
          <a:lstStyle/>
          <a:p>
            <a:r>
              <a:rPr sz="2200" cap="none">
                <a:solidFill>
                  <a:srgbClr val="3F3F3F"/>
                </a:solidFill>
              </a:rPr>
              <a:t>A  procedural language consisting  of a set of operations that take one or two relations as input and produce a new relation as their result. </a:t>
            </a:r>
          </a:p>
          <a:p>
            <a:r>
              <a:rPr sz="2000" cap="none">
                <a:solidFill>
                  <a:srgbClr val="3F3F3F"/>
                </a:solidFill>
              </a:rPr>
              <a:t>Six basic operators</a:t>
            </a:r>
          </a:p>
          <a:p>
            <a:pPr lvl="1">
              <a:buFont typeface="Courier New" pitchFamily="3" charset="0"/>
              <a:buChar char="o"/>
            </a:pPr>
            <a:r>
              <a:rPr sz="2000" cap="none">
                <a:solidFill>
                  <a:srgbClr val="3F3F3F"/>
                </a:solidFill>
              </a:rPr>
              <a:t>select: </a:t>
            </a:r>
            <a:r>
              <a:rPr sz="2000" cap="none">
                <a:solidFill>
                  <a:srgbClr val="3F3F3F"/>
                </a:solidFill>
                <a:latin typeface="Symbol" pitchFamily="1" charset="0"/>
                <a:ea typeface="Calibri" pitchFamily="2" charset="0"/>
                <a:cs typeface="Calibri" pitchFamily="2" charset="0"/>
              </a:rPr>
              <a:t></a:t>
            </a:r>
            <a:endParaRPr sz="2000" cap="none">
              <a:solidFill>
                <a:srgbClr val="3F3F3F"/>
              </a:solidFill>
            </a:endParaRPr>
          </a:p>
          <a:p>
            <a:pPr lvl="1">
              <a:buFont typeface="Courier New" pitchFamily="3" charset="0"/>
              <a:buChar char="o"/>
            </a:pPr>
            <a:r>
              <a:rPr sz="2000" cap="none">
                <a:solidFill>
                  <a:srgbClr val="3F3F3F"/>
                </a:solidFill>
              </a:rPr>
              <a:t>project: </a:t>
            </a:r>
            <a:r>
              <a:rPr sz="2000" cap="none">
                <a:solidFill>
                  <a:srgbClr val="3F3F3F"/>
                </a:solidFill>
                <a:latin typeface="Symbol" pitchFamily="1" charset="0"/>
                <a:ea typeface="Calibri" pitchFamily="2" charset="0"/>
                <a:cs typeface="Calibri" pitchFamily="2" charset="0"/>
              </a:rPr>
              <a:t></a:t>
            </a:r>
            <a:endParaRPr sz="2000" cap="none">
              <a:solidFill>
                <a:srgbClr val="3F3F3F"/>
              </a:solidFill>
            </a:endParaRPr>
          </a:p>
          <a:p>
            <a:pPr lvl="1">
              <a:buFont typeface="Courier New" pitchFamily="3" charset="0"/>
              <a:buChar char="o"/>
            </a:pPr>
            <a:r>
              <a:rPr sz="2000" cap="none">
                <a:solidFill>
                  <a:srgbClr val="3F3F3F"/>
                </a:solidFill>
              </a:rPr>
              <a:t>union: </a:t>
            </a:r>
            <a:r>
              <a:rPr sz="2000" cap="none">
                <a:solidFill>
                  <a:srgbClr val="3F3F3F"/>
                </a:solidFill>
                <a:latin typeface="Symbol" pitchFamily="1" charset="0"/>
                <a:ea typeface="Calibri" pitchFamily="2" charset="0"/>
                <a:cs typeface="Calibri" pitchFamily="2" charset="0"/>
              </a:rPr>
              <a:t></a:t>
            </a:r>
            <a:endParaRPr sz="2000" cap="none">
              <a:solidFill>
                <a:srgbClr val="3F3F3F"/>
              </a:solidFill>
            </a:endParaRPr>
          </a:p>
          <a:p>
            <a:pPr lvl="1">
              <a:buFont typeface="Courier New" pitchFamily="3" charset="0"/>
              <a:buChar char="o"/>
            </a:pPr>
            <a:r>
              <a:rPr sz="2000" cap="none">
                <a:solidFill>
                  <a:srgbClr val="3F3F3F"/>
                </a:solidFill>
              </a:rPr>
              <a:t>set difference: – </a:t>
            </a:r>
          </a:p>
          <a:p>
            <a:pPr lvl="1">
              <a:buFont typeface="Courier New" pitchFamily="3" charset="0"/>
              <a:buChar char="o"/>
            </a:pPr>
            <a:r>
              <a:rPr sz="2000" cap="none">
                <a:solidFill>
                  <a:srgbClr val="3F3F3F"/>
                </a:solidFill>
              </a:rPr>
              <a:t>Cartesian product: x</a:t>
            </a:r>
          </a:p>
          <a:p>
            <a:pPr lvl="1">
              <a:buFont typeface="Courier New" pitchFamily="3" charset="0"/>
              <a:buChar char="o"/>
            </a:pPr>
            <a:r>
              <a:rPr sz="2000" cap="none"/>
              <a:t>rename: </a:t>
            </a:r>
            <a:r>
              <a:rPr sz="2000" cap="none">
                <a:latin typeface="Symbol" pitchFamily="1" charset="0"/>
                <a:ea typeface="Calibri" pitchFamily="2" charset="0"/>
                <a:cs typeface="Calibri" pitchFamily="2" charset="0"/>
              </a:rPr>
              <a:t></a:t>
            </a:r>
            <a:endParaRPr sz="2000" cap="none"/>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4"/>
          <p:cNvSpPr>
            <a:extLst>
              <a:ext uri="smNativeData">
                <pr:smNativeData xmlns="smNativeData" xmlns:pr="smNativeData" xmlns:p15="http://schemas.microsoft.com/office/powerpoint/2012/main" xmlns:p14="http://schemas.microsoft.com/office/powerpoint/2010/main" xmlns:mc="http://schemas.openxmlformats.org/markup-compatibility/2006" val="SMDATA_15_gfw5ZxMAAAAlAAAAZAAAAE0AAAAAkAAAAEgAAACQAAAAS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IBV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RHLEBf///wEAAAAAAAAAAAAAAAAAAAAAAAAAAAAAAAAAAAAAAAAAAAAAAAJ/f38A5+bmA8zMzADAwP8Af39/AAAAAAAAAAAAAAAAAAAAAAAAAAAAIQAAABgAAAAUAAAAnzYAAAIJAACRPwAA9AwAABAgAAAmAAAACAAAAP//////////"/>
              </a:ext>
            </a:extLst>
          </p:cNvSpPr>
          <p:nvPr/>
        </p:nvSpPr>
        <p:spPr>
          <a:xfrm>
            <a:off x="8879205" y="1464310"/>
            <a:ext cx="1454150" cy="641350"/>
          </a:xfrm>
          <a:prstGeom prst="rect">
            <a:avLst/>
          </a:prstGeom>
          <a:noFill/>
          <a:ln>
            <a:noFill/>
          </a:ln>
          <a:effectLst/>
        </p:spPr>
        <p:txBody>
          <a:bodyPr vert="horz" wrap="none" lIns="91440" tIns="45720" rIns="91440" bIns="45720" numCol="1" spcCol="215900" anchor="t"/>
          <a:lstStyle/>
          <a:p>
            <a:pPr marL="0" marR="0" indent="0" algn="ctr" defTabSz="914400">
              <a:lnSpc>
                <a:spcPct val="100000"/>
              </a:lnSpc>
              <a:spcBef>
                <a:spcPts val="0"/>
              </a:spcBef>
              <a:spcAft>
                <a:spcPts val="0"/>
              </a:spcAft>
              <a:buNone/>
              <a:tabLst/>
              <a:defRPr sz="1600" b="0" i="0" u="none" strike="noStrike" kern="1" cap="none" spc="0" baseline="0">
                <a:solidFill>
                  <a:schemeClr val="tx1"/>
                </a:solidFill>
                <a:effectLst/>
                <a:latin typeface="Helvetica" charset="0"/>
                <a:ea typeface="Helvetica" charset="0"/>
                <a:cs typeface="Helvetica" charset="0"/>
              </a:defRPr>
            </a:pPr>
            <a:r>
              <a:rPr sz="1800" cap="none"/>
              <a:t>attributes</a:t>
            </a:r>
          </a:p>
          <a:p>
            <a:pPr marL="0" marR="0" indent="0" algn="ctr" defTabSz="914400">
              <a:lnSpc>
                <a:spcPct val="100000"/>
              </a:lnSpc>
              <a:spcBef>
                <a:spcPts val="0"/>
              </a:spcBef>
              <a:spcAft>
                <a:spcPts val="0"/>
              </a:spcAft>
              <a:buNone/>
              <a:tabLst/>
              <a:defRPr sz="1600" b="0" i="0" u="none" strike="noStrike" kern="1" cap="none" spc="0" baseline="0">
                <a:solidFill>
                  <a:schemeClr val="tx1"/>
                </a:solidFill>
                <a:effectLst/>
                <a:latin typeface="Helvetica" charset="0"/>
                <a:ea typeface="Helvetica" charset="0"/>
                <a:cs typeface="Helvetica" charset="0"/>
              </a:defRPr>
            </a:pPr>
            <a:r>
              <a:rPr sz="1800" cap="none"/>
              <a:t>(or columns)</a:t>
            </a:r>
          </a:p>
        </p:txBody>
      </p:sp>
      <p:sp>
        <p:nvSpPr>
          <p:cNvPr id="3" name="Line 5"/>
          <p:cNvSpPr>
            <a:extLst>
              <a:ext uri="smNativeData">
                <pr:smNativeData xmlns="smNativeData" xmlns:pr="smNativeData" xmlns:p15="http://schemas.microsoft.com/office/powerpoint/2012/main" xmlns:p14="http://schemas.microsoft.com/office/powerpoint/2010/main" xmlns:mc="http://schemas.openxmlformats.org/markup-compatibility/2006" val="SMDATA_15_gfw5ZxMAAAAlAAAACgAAAA0AAAAAkAAAAEgAAACQAAAAS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BAAAAAAAAAAAAAAkPAAAAAQAAACMAAAAjAAAAIwAAAB4AAAAAAAAAZAAAAGQAAAAC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RHLEBf///wEAAAAAAAAAAAAAAAAAAAAAAAAAAAAAAAAAAAAAAAAAAAAAAAJ/f38A5+bmA8zMzADAwP8Af39/AAAAAAAAAAAAAAAAAAAAAAAAAAAAIQAAABgAAAAUAAAAOx8AAG8KAABkNwAAlwwAABAgAAAmAAAACAAAAP//////////"/>
              </a:ext>
            </a:extLst>
          </p:cNvSpPr>
          <p:nvPr/>
        </p:nvSpPr>
        <p:spPr>
          <a:xfrm flipH="1">
            <a:off x="5076825" y="1696085"/>
            <a:ext cx="3927475" cy="350520"/>
          </a:xfrm>
          <a:prstGeom prst="line">
            <a:avLst/>
          </a:prstGeom>
          <a:noFill/>
          <a:ln w="9525" cap="flat" cmpd="sng" algn="ctr">
            <a:solidFill>
              <a:schemeClr val="tx1"/>
            </a:solidFill>
            <a:prstDash val="solid"/>
            <a:headEnd type="none"/>
            <a:tailEnd type="triangle" w="med" len="med"/>
          </a:ln>
          <a:effectLst/>
        </p:spPr>
        <p:txBody>
          <a:bodyPr vert="horz" wrap="none" lIns="91440" tIns="45720" rIns="91440" bIns="45720" numCol="1" spcCol="215900" anchor="t"/>
          <a:lstStyle/>
          <a:p>
            <a:endParaRPr/>
          </a:p>
        </p:txBody>
      </p:sp>
      <p:sp>
        <p:nvSpPr>
          <p:cNvPr id="4" name="Line 6"/>
          <p:cNvSpPr>
            <a:extLst>
              <a:ext uri="smNativeData">
                <pr:smNativeData xmlns="smNativeData" xmlns:pr="smNativeData" xmlns:p15="http://schemas.microsoft.com/office/powerpoint/2012/main" xmlns:p14="http://schemas.microsoft.com/office/powerpoint/2010/main" xmlns:mc="http://schemas.openxmlformats.org/markup-compatibility/2006" val="SMDATA_15_gfw5ZxMAAAAlAAAACgAAAA0AAAAAkAAAAEgAAACQAAAAS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BAAAAAAAAAAAAAAkPAAAAAQAAACMAAAAjAAAAIwAAAB4AAAAAAAAAZAAAAGQAAAAC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D7o2aw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RHLEBf///wEAAAAAAAAAAAAAAAAAAAAAAAAAAAAAAAAAAAAAAAAAAAAAAAJ/f38A5+bmA8zMzADAwP8Af39/AAAAAAAAAAAAAAAAAAAAAAAAAAAAIQAAABgAAAAUAAAAqScAAPcJAABkNwAAPQwAABAgAAAmAAAACAAAAP//////////"/>
              </a:ext>
            </a:extLst>
          </p:cNvSpPr>
          <p:nvPr/>
        </p:nvSpPr>
        <p:spPr>
          <a:xfrm flipH="1">
            <a:off x="6447155" y="1619885"/>
            <a:ext cx="2557145" cy="369570"/>
          </a:xfrm>
          <a:prstGeom prst="line">
            <a:avLst/>
          </a:prstGeom>
          <a:noFill/>
          <a:ln w="9525" cap="flat" cmpd="sng" algn="ctr">
            <a:solidFill>
              <a:schemeClr val="tx1"/>
            </a:solidFill>
            <a:prstDash val="solid"/>
            <a:headEnd type="none"/>
            <a:tailEnd type="triangle" w="med" len="med"/>
          </a:ln>
          <a:effectLst/>
        </p:spPr>
        <p:txBody>
          <a:bodyPr vert="horz" wrap="none" lIns="91440" tIns="45720" rIns="91440" bIns="45720" numCol="1" spcCol="215900" anchor="t"/>
          <a:lstStyle/>
          <a:p>
            <a:endParaRPr/>
          </a:p>
        </p:txBody>
      </p:sp>
      <p:sp>
        <p:nvSpPr>
          <p:cNvPr id="5" name="Line 7"/>
          <p:cNvSpPr>
            <a:extLst>
              <a:ext uri="smNativeData">
                <pr:smNativeData xmlns="smNativeData" xmlns:pr="smNativeData" xmlns:p15="http://schemas.microsoft.com/office/powerpoint/2012/main" xmlns:p14="http://schemas.microsoft.com/office/powerpoint/2010/main" xmlns:mc="http://schemas.openxmlformats.org/markup-compatibility/2006" val="SMDATA_15_gfw5ZxMAAAAlAAAACgAAAA0AAAAAkAAAAEgAAACQAAAAS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BAAAAAAAAAAAAAAkPAAAAAQAAACMAAAAjAAAAIwAAAB4AAAAAAAAAZAAAAGQAAAAC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D7o2aw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RHLEBf///wEAAAAAAAAAAAAAAAAAAAAAAAAAAAAAAAAAAAAAAAAAAAAAAAJ/f38A5+bmA8zMzADAwP8Af39/AAAAAAAAAAAAAAAAAAAAAAAAAAAAIQAAABgAAAAUAAAAHC8AAG8KAAA8NwAApgwAABAgAAAmAAAACAAAAP//////////"/>
              </a:ext>
            </a:extLst>
          </p:cNvSpPr>
          <p:nvPr/>
        </p:nvSpPr>
        <p:spPr>
          <a:xfrm flipH="1">
            <a:off x="7658100" y="1696085"/>
            <a:ext cx="1320800" cy="360045"/>
          </a:xfrm>
          <a:prstGeom prst="line">
            <a:avLst/>
          </a:prstGeom>
          <a:noFill/>
          <a:ln w="9525" cap="flat" cmpd="sng" algn="ctr">
            <a:solidFill>
              <a:schemeClr val="tx1"/>
            </a:solidFill>
            <a:prstDash val="solid"/>
            <a:headEnd type="none"/>
            <a:tailEnd type="triangle" w="med" len="med"/>
          </a:ln>
          <a:effectLst/>
        </p:spPr>
        <p:txBody>
          <a:bodyPr vert="horz" wrap="none" lIns="91440" tIns="45720" rIns="91440" bIns="45720" numCol="1" spcCol="215900" anchor="t"/>
          <a:lstStyle/>
          <a:p>
            <a:endParaRPr/>
          </a:p>
        </p:txBody>
      </p:sp>
      <p:sp>
        <p:nvSpPr>
          <p:cNvPr id="6" name="Text Box 8"/>
          <p:cNvSpPr>
            <a:extLst>
              <a:ext uri="smNativeData">
                <pr:smNativeData xmlns="smNativeData" xmlns:pr="smNativeData" xmlns:p15="http://schemas.microsoft.com/office/powerpoint/2012/main" xmlns:p14="http://schemas.microsoft.com/office/powerpoint/2010/main" xmlns:mc="http://schemas.openxmlformats.org/markup-compatibility/2006" val="SMDATA_15_gfw5ZxMAAAAlAAAAZAAAAE0AAAAAkAAAAEgAAACQAAAAS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RHLEBf///wEAAAAAAAAAAAAAAAAAAAAAAAAAAAAAAAAAAAAAAAAAAAAAAAJ/f38A5+bmA8zMzADAwP8Af39/AAAAAAAAAAAAAAAAAAAAAAAAAAAAIQAAABgAAAAUAAAATDYAAFIQAAD6PAAARBQAABAgAAAmAAAACAAAAP//////////"/>
              </a:ext>
            </a:extLst>
          </p:cNvSpPr>
          <p:nvPr/>
        </p:nvSpPr>
        <p:spPr>
          <a:xfrm>
            <a:off x="8826500" y="2653030"/>
            <a:ext cx="1085850" cy="641350"/>
          </a:xfrm>
          <a:prstGeom prst="rect">
            <a:avLst/>
          </a:prstGeom>
          <a:noFill/>
          <a:ln>
            <a:noFill/>
          </a:ln>
          <a:effectLst/>
        </p:spPr>
        <p:txBody>
          <a:bodyPr vert="horz" wrap="none" lIns="91440" tIns="45720" rIns="91440" bIns="45720" numCol="1" spcCol="215900" anchor="t"/>
          <a:lstStyle/>
          <a:p>
            <a:pPr marL="0" marR="0" indent="0" algn="ctr" defTabSz="914400">
              <a:lnSpc>
                <a:spcPct val="100000"/>
              </a:lnSpc>
              <a:spcBef>
                <a:spcPts val="0"/>
              </a:spcBef>
              <a:spcAft>
                <a:spcPts val="0"/>
              </a:spcAft>
              <a:buNone/>
              <a:tabLst/>
              <a:defRPr sz="1600" b="0" i="0" u="none" strike="noStrike" kern="1" cap="none" spc="0" baseline="0">
                <a:solidFill>
                  <a:schemeClr val="tx1"/>
                </a:solidFill>
                <a:effectLst/>
                <a:latin typeface="Helvetica" charset="0"/>
                <a:ea typeface="Helvetica" charset="0"/>
                <a:cs typeface="Helvetica" charset="0"/>
              </a:defRPr>
            </a:pPr>
            <a:r>
              <a:rPr sz="1800" cap="none"/>
              <a:t>tuples</a:t>
            </a:r>
          </a:p>
          <a:p>
            <a:pPr marL="0" marR="0" indent="0" algn="ctr" defTabSz="914400">
              <a:lnSpc>
                <a:spcPct val="100000"/>
              </a:lnSpc>
              <a:spcBef>
                <a:spcPts val="0"/>
              </a:spcBef>
              <a:spcAft>
                <a:spcPts val="0"/>
              </a:spcAft>
              <a:buNone/>
              <a:tabLst/>
              <a:defRPr sz="1600" b="0" i="0" u="none" strike="noStrike" kern="1" cap="none" spc="0" baseline="0">
                <a:solidFill>
                  <a:schemeClr val="tx1"/>
                </a:solidFill>
                <a:effectLst/>
                <a:latin typeface="Helvetica" charset="0"/>
                <a:ea typeface="Helvetica" charset="0"/>
                <a:cs typeface="Helvetica" charset="0"/>
              </a:defRPr>
            </a:pPr>
            <a:r>
              <a:rPr sz="1800" cap="none"/>
              <a:t>(or rows)</a:t>
            </a:r>
          </a:p>
        </p:txBody>
      </p:sp>
      <p:sp>
        <p:nvSpPr>
          <p:cNvPr id="7" name="Line 9"/>
          <p:cNvSpPr>
            <a:extLst>
              <a:ext uri="smNativeData">
                <pr:smNativeData xmlns="smNativeData" xmlns:pr="smNativeData" xmlns:p15="http://schemas.microsoft.com/office/powerpoint/2012/main" xmlns:p14="http://schemas.microsoft.com/office/powerpoint/2010/main" xmlns:mc="http://schemas.openxmlformats.org/markup-compatibility/2006" val="SMDATA_15_gfw5ZxMAAAAlAAAACgAAAA0AAAAAkAAAAEgAAACQAAAASAAAAAAAAAAAAAAAAg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BAAAAAAAAAAAAAAkPAAAAAQAAACMAAAAjAAAAIwAAAB4AAAAAAAAAZAAAAGQAAAAC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RHLEBf///wEAAAAAAAAAAAAAAAAAAAAAAAAAAAAAAAAAAAAAAAAAAAAAAAJ/f38A5+bmA8zMzADAwP8Af39/AAAAAAAAAAAAAAAAAAAAAAAAAAAAIQAAABgAAAAUAAAAyTQAABsQAAAPNwAAdxEAABAgAAAmAAAACAAAAP//////////"/>
              </a:ext>
            </a:extLst>
          </p:cNvSpPr>
          <p:nvPr/>
        </p:nvSpPr>
        <p:spPr>
          <a:xfrm flipH="1" flipV="1">
            <a:off x="8580755" y="2618105"/>
            <a:ext cx="369570" cy="220980"/>
          </a:xfrm>
          <a:prstGeom prst="line">
            <a:avLst/>
          </a:prstGeom>
          <a:noFill/>
          <a:ln w="9525" cap="flat" cmpd="sng" algn="ctr">
            <a:solidFill>
              <a:schemeClr val="tx1"/>
            </a:solidFill>
            <a:prstDash val="solid"/>
            <a:headEnd type="none"/>
            <a:tailEnd type="triangle" w="med" len="med"/>
          </a:ln>
          <a:effectLst/>
        </p:spPr>
        <p:txBody>
          <a:bodyPr rot="10800000" vert="horz" wrap="none" lIns="91440" tIns="45720" rIns="91440" bIns="45720" numCol="1" spcCol="215900" anchor="t"/>
          <a:lstStyle/>
          <a:p>
            <a:endParaRPr/>
          </a:p>
        </p:txBody>
      </p:sp>
      <p:sp>
        <p:nvSpPr>
          <p:cNvPr id="8" name="Line 10"/>
          <p:cNvSpPr>
            <a:extLst>
              <a:ext uri="smNativeData">
                <pr:smNativeData xmlns="smNativeData" xmlns:pr="smNativeData" xmlns:p15="http://schemas.microsoft.com/office/powerpoint/2012/main" xmlns:p14="http://schemas.microsoft.com/office/powerpoint/2010/main" xmlns:mc="http://schemas.openxmlformats.org/markup-compatibility/2006" val="SMDATA_15_gfw5ZxMAAAAlAAAACgAAAA0AAAAAkAAAAEgAAACQAAAAS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BAAAAAAAAAAAAAAkPAAAAAQAAACMAAAAjAAAAIwAAAB4AAAAAAAAAZAAAAGQAAAAC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P8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RHLEBf///wEAAAAAAAAAAAAAAAAAAAAAAAAAAAAAAAAAAAAAAAAAAAAAAAJ/f38A5+bmA8zMzADAwP8Af39/AAAAAAAAAAAAAAAAAAAAAAAAAAAAIQAAABgAAAAUAAAAtTQAAHQRAAD7NgAAhhEAABAgAAAmAAAACAAAAP//////////"/>
              </a:ext>
            </a:extLst>
          </p:cNvSpPr>
          <p:nvPr/>
        </p:nvSpPr>
        <p:spPr>
          <a:xfrm flipH="1">
            <a:off x="8568055" y="2837180"/>
            <a:ext cx="369570" cy="11430"/>
          </a:xfrm>
          <a:prstGeom prst="line">
            <a:avLst/>
          </a:prstGeom>
          <a:noFill/>
          <a:ln w="9525" cap="flat" cmpd="sng" algn="ctr">
            <a:solidFill>
              <a:schemeClr val="tx1"/>
            </a:solidFill>
            <a:prstDash val="solid"/>
            <a:headEnd type="none"/>
            <a:tailEnd type="triangle" w="med" len="med"/>
          </a:ln>
          <a:effectLst/>
        </p:spPr>
        <p:txBody>
          <a:bodyPr vert="horz" wrap="none" lIns="91440" tIns="45720" rIns="91440" bIns="45720" numCol="1" spcCol="215900" anchor="t"/>
          <a:lstStyle/>
          <a:p>
            <a:endParaRPr/>
          </a:p>
        </p:txBody>
      </p:sp>
      <p:sp>
        <p:nvSpPr>
          <p:cNvPr id="9" name="Line 11"/>
          <p:cNvSpPr>
            <a:extLst>
              <a:ext uri="smNativeData">
                <pr:smNativeData xmlns="smNativeData" xmlns:pr="smNativeData" xmlns:p15="http://schemas.microsoft.com/office/powerpoint/2012/main" xmlns:p14="http://schemas.microsoft.com/office/powerpoint/2010/main" xmlns:mc="http://schemas.openxmlformats.org/markup-compatibility/2006" val="SMDATA_15_gfw5ZxMAAAAlAAAACgAAAA0AAAAAkAAAAEgAAACQAAAAS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BAAAAAAAAAAAAAAkPAAAAAQAAACMAAAAjAAAAIwAAAB4AAAAAAAAAZAAAAGQAAAAC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P8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RHLEBf///wEAAAAAAAAAAAAAAAAAAAAAAAAAAAAAAAAAAAAAAAAAAAAAAAJ/f38A5+bmA8zMzADAwP8Af39/AAAAAAAAAAAAAAAAAAAAAAAAAAAAIQAAABgAAAAUAAAAozQAAIYRAAANNwAAchMAABAgAAAmAAAACAAAAP//////////"/>
              </a:ext>
            </a:extLst>
          </p:cNvSpPr>
          <p:nvPr/>
        </p:nvSpPr>
        <p:spPr>
          <a:xfrm flipH="1">
            <a:off x="8556625" y="2848610"/>
            <a:ext cx="392430" cy="312420"/>
          </a:xfrm>
          <a:prstGeom prst="line">
            <a:avLst/>
          </a:prstGeom>
          <a:noFill/>
          <a:ln w="9525" cap="flat" cmpd="sng" algn="ctr">
            <a:solidFill>
              <a:schemeClr val="tx1"/>
            </a:solidFill>
            <a:prstDash val="solid"/>
            <a:headEnd type="none"/>
            <a:tailEnd type="triangle" w="med" len="med"/>
          </a:ln>
          <a:effectLst/>
        </p:spPr>
        <p:txBody>
          <a:bodyPr vert="horz" wrap="none" lIns="91440" tIns="45720" rIns="91440" bIns="45720" numCol="1" spcCol="215900" anchor="t"/>
          <a:lstStyle/>
          <a:p>
            <a:endParaRPr/>
          </a:p>
        </p:txBody>
      </p:sp>
      <p:sp>
        <p:nvSpPr>
          <p:cNvPr id="10" name="Line 12"/>
          <p:cNvSpPr>
            <a:extLst>
              <a:ext uri="smNativeData">
                <pr:smNativeData xmlns="smNativeData" xmlns:pr="smNativeData" xmlns:p15="http://schemas.microsoft.com/office/powerpoint/2012/main" xmlns:p14="http://schemas.microsoft.com/office/powerpoint/2010/main" xmlns:mc="http://schemas.openxmlformats.org/markup-compatibility/2006" val="SMDATA_15_gfw5ZxMAAAAlAAAACgAAAA0AAAAAkAAAAEgAAACQAAAAS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BAAAAAAAAAAAAAAkPAAAAAQAAACMAAAAjAAAAIwAAAB4AAAAAAAAAZAAAAGQAAAAC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Fo2Q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RHLEBf///wEAAAAAAAAAAAAAAAAAAAAAAAAAAAAAAAAAAAAAAAAAAAAAAAJ/f38A5+bmA8zMzADAwP8Af39/AAAAAAAAAAAAAAAAAAAAAAAAAAAAIQAAABgAAAAUAAAAtTQAAJURAAANNwAAABUAABAgAAAmAAAACAAAAP//////////"/>
              </a:ext>
            </a:extLst>
          </p:cNvSpPr>
          <p:nvPr/>
        </p:nvSpPr>
        <p:spPr>
          <a:xfrm flipH="1">
            <a:off x="8568055" y="2858135"/>
            <a:ext cx="381000" cy="555625"/>
          </a:xfrm>
          <a:prstGeom prst="line">
            <a:avLst/>
          </a:prstGeom>
          <a:noFill/>
          <a:ln w="9525" cap="flat" cmpd="sng" algn="ctr">
            <a:solidFill>
              <a:schemeClr val="tx1"/>
            </a:solidFill>
            <a:prstDash val="solid"/>
            <a:headEnd type="none"/>
            <a:tailEnd type="triangle" w="med" len="med"/>
          </a:ln>
          <a:effectLst/>
        </p:spPr>
        <p:txBody>
          <a:bodyPr vert="horz" wrap="none" lIns="91440" tIns="45720" rIns="91440" bIns="45720" numCol="1" spcCol="215900" anchor="t"/>
          <a:lstStyle/>
          <a:p>
            <a:endParaRPr/>
          </a:p>
        </p:txBody>
      </p:sp>
      <p:pic>
        <p:nvPicPr>
          <p:cNvPr id="11" name="Graphic 17"/>
          <p:cNvPicPr>
            <a:picLocks noChangeAspect="1"/>
            <a:extLst>
              <a:ext uri="smNativeData">
                <pr:smNativeData xmlns="smNativeData" xmlns:pr="smNativeData" xmlns:p15="http://schemas.microsoft.com/office/powerpoint/2012/main" xmlns:p14="http://schemas.microsoft.com/office/powerpoint/2010/main" xmlns:mc="http://schemas.openxmlformats.org/markup-compatibility/2006" val="SMDATA_17_gfw5ZxMAAAAlAAAAEQAAAC0AAAAAkAAAAEgAAACQAAAAS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AcAAAA4AAAAAAAAAAAAAAAAAAAA////AAAAAAAAAAAAAAAAAAAAAAAAAAAAKAUAAAAAAABkAAAAZAAAAAAAAAAjAAAABAAAAGQAAAAXAAAAFAAAAAAAAAAAAAAA/38AAP9/AAAAAAAACQAAAAQAAAAAAPVAHgAAAGgAAAAAAAAAAAAAAAAAAAAAAAAAAAAAABAnAAAQJwAAAAAAAAAAAAAAAAAAAAAAAAAAAAAAAAAAAAAAAAAAAAAUAAAAAAAAAMDA/wAAAAAAZAAAADIAAAAAAAAAZAAAAAAAAAB/f38ACgAAACIAAAAYAAAAAAAAAAAAAAAAAAAAAAAAAAAAAAAAAAAAJAAAACQAAAAAAAAABwAAAAAAAAAAAAAAAAAAAAAAAAAAAAAAAAAAAH9/fwAlAAAAWAAAAAAAAAAAAAAAAAAAAAAAAAAAAAAAAAAAAAAAAAAAAAAAAAAAAAAAAAAAAAAAPwAAAAAAAACghgEAAAAAAAAAAAAAAAAADAAAAAEAAAAAAAAAAAAAAAAAAAAfAAAAVAAAAERyxAX///8BAAAAAAAAAAAAAAAAAAAAAAAAAAAAAAAAAAAAAAAAAAAAAAACf39/AOfm5gPMzMwAwMD/AH9/fwAAAAAAAAAAAAAAAAD///8AAAAAACEAAAAYAAAAFAAAAKUVAAD7CgAAWzUAADgmAAAQAAAAJgAAAAgAAAD//////////w=="/>
              </a:ext>
            </a:extLst>
          </p:cNvPicPr>
          <p:nvPr/>
        </p:nvPicPr>
        <p:blipFill>
          <a:blip r:embed="rId2"/>
          <a:srcRect b="13200"/>
          <a:stretch>
            <a:fillRect/>
          </a:stretch>
        </p:blipFill>
        <p:spPr>
          <a:xfrm>
            <a:off x="3518535" y="1784985"/>
            <a:ext cx="5154930" cy="4427855"/>
          </a:xfrm>
          <a:prstGeom prst="rect">
            <a:avLst/>
          </a:prstGeom>
          <a:noFill/>
          <a:ln>
            <a:noFill/>
          </a:ln>
          <a:effectLst/>
        </p:spPr>
      </p:pic>
      <p:sp>
        <p:nvSpPr>
          <p:cNvPr id="12" name="Title 1"/>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gfw5ZxMAAAAlAAAAZAAAAA0AAAAAkAAAAEgAAACQAAAAS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BD8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RHLEBf///wEAAAAAAAAAAAAAAAAAAAAAAAAAAAAAAAAAAAAAAAAAAAAAAAJ/f38A5+bmA8zMzADAwP8Af39/AAAAAAAAAAAAAAAAAAAAAAAAAAAAIQAAABgAAAAUAAAAkAYAAAgFAABwRAAAGwkAABAAAAAmAAAACAAAAH1w////////"/>
              </a:ext>
            </a:extLst>
          </p:cNvSpPr>
          <p:nvPr>
            <p:ph type="title"/>
          </p:nvPr>
        </p:nvSpPr>
        <p:spPr>
          <a:xfrm>
            <a:off x="1066800" y="817880"/>
            <a:ext cx="10058400" cy="662305"/>
          </a:xfrm>
          <a:noFill/>
          <a:ln>
            <a:noFill/>
          </a:ln>
          <a:effectLst/>
        </p:spPr>
        <p:txBody>
          <a:bodyPr vert="horz" wrap="square" lIns="91440" tIns="45720" rIns="91440" bIns="45720" numCol="1" spcCol="215900" anchor="ctr">
            <a:prstTxWarp prst="textNoShape">
              <a:avLst/>
            </a:prstTxWarp>
          </a:bodyPr>
          <a:lstStyle/>
          <a:p>
            <a:pPr>
              <a:spcBef>
                <a:spcPts val="0"/>
              </a:spcBef>
              <a:defRPr sz="3960" cap="none"/>
            </a:pPr>
            <a:r>
              <a:rPr b="1" cap="none"/>
              <a:t>Example of a Instructor  Relation</a:t>
            </a: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gfw5ZxMAAAAlAAAAZAAAAA0AAAAAkAAAAEgAAACQAAAAS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Bkl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RHLEBf///wEAAAAAAAAAAAAAAAAAAAAAAAAAAAAAAAAAAAAAAAAAAAAAAAJ/f38A5+bmA8zMzADAwP8Af39/AAAAAAAAAAAAAAAAAAAAAAAAAAAAIQAAABgAAAAUAAAAkAYAAAgFAABwRAAAGwkAABAAAAAmAAAACAAAAH1w////////"/>
              </a:ext>
            </a:extLst>
          </p:cNvSpPr>
          <p:nvPr>
            <p:ph type="title"/>
          </p:nvPr>
        </p:nvSpPr>
        <p:spPr>
          <a:xfrm>
            <a:off x="1066800" y="817880"/>
            <a:ext cx="10058400" cy="662305"/>
          </a:xfrm>
          <a:noFill/>
          <a:ln>
            <a:noFill/>
          </a:ln>
          <a:effectLst/>
        </p:spPr>
        <p:txBody>
          <a:bodyPr vert="horz" wrap="square" lIns="91440" tIns="45720" rIns="91440" bIns="45720" numCol="1" spcCol="215900" anchor="ctr">
            <a:prstTxWarp prst="textNoShape">
              <a:avLst/>
            </a:prstTxWarp>
          </a:bodyPr>
          <a:lstStyle/>
          <a:p>
            <a:pPr>
              <a:spcBef>
                <a:spcPts val="0"/>
              </a:spcBef>
              <a:defRPr sz="3960" cap="none"/>
            </a:pPr>
            <a:r>
              <a:rPr b="1" cap="none"/>
              <a:t>Select Operation</a:t>
            </a:r>
          </a:p>
        </p:txBody>
      </p:sp>
      <p:sp>
        <p:nvSpPr>
          <p:cNvPr id="3" name="Content Placeholder 2"/>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gfw5ZxMAAAAlAAAAZAAAAA0AAAAAkAAAAEgAAACQAAAAS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RHLEBf///wEAAAAAAAAAAAAAAAAAAAAAAAAAAAAAAAAAAAAAAAAAAAAAAAJ/f38A5+bmA8zMzADAwP8Af39/AAAAAAAAAAAAAAAAAAAAAAAAAAAAIQAAABgAAAAUAAAAkAYAAPMKAABwRAAAkicAABAAAAAmAAAACAAAAH1w////////"/>
              </a:ext>
            </a:extLst>
          </p:cNvSpPr>
          <p:nvPr>
            <p:ph type="body" idx="1"/>
          </p:nvPr>
        </p:nvSpPr>
        <p:spPr>
          <a:xfrm>
            <a:off x="1066800" y="1779905"/>
            <a:ext cx="10058400" cy="4652645"/>
          </a:xfrm>
          <a:noFill/>
          <a:ln>
            <a:noFill/>
          </a:ln>
          <a:effectLst/>
        </p:spPr>
        <p:txBody>
          <a:bodyPr vert="horz" wrap="square" lIns="91440" tIns="45720" rIns="91440" bIns="45720" numCol="1" spcCol="215900" anchor="t">
            <a:prstTxWarp prst="textNoShape">
              <a:avLst/>
            </a:prstTxWarp>
          </a:bodyPr>
          <a:lstStyle/>
          <a:p>
            <a:pPr defTabSz="914400">
              <a:lnSpc>
                <a:spcPct val="90000"/>
              </a:lnSpc>
              <a:tabLst>
                <a:tab pos="1659255" algn="l"/>
                <a:tab pos="3149600" algn="ctr"/>
                <a:tab pos="3425825" algn="l"/>
              </a:tabLst>
            </a:pPr>
            <a:r>
              <a:rPr sz="2200" cap="none">
                <a:solidFill>
                  <a:srgbClr val="3F3F3F"/>
                </a:solidFill>
              </a:rPr>
              <a:t>The  </a:t>
            </a:r>
            <a:r>
              <a:rPr sz="2200" b="1" cap="none">
                <a:solidFill>
                  <a:srgbClr val="3F3F3F"/>
                </a:solidFill>
              </a:rPr>
              <a:t>selec</a:t>
            </a:r>
            <a:r>
              <a:rPr sz="2200" cap="none">
                <a:solidFill>
                  <a:srgbClr val="3F3F3F"/>
                </a:solidFill>
              </a:rPr>
              <a:t>t operation selects tuples that satisfy a given predicate.</a:t>
            </a:r>
          </a:p>
          <a:p>
            <a:pPr defTabSz="914400">
              <a:lnSpc>
                <a:spcPct val="90000"/>
              </a:lnSpc>
              <a:tabLst>
                <a:tab pos="1659255" algn="l"/>
                <a:tab pos="3149600" algn="ctr"/>
                <a:tab pos="3425825" algn="l"/>
              </a:tabLst>
            </a:pPr>
            <a:r>
              <a:rPr sz="2200" cap="none">
                <a:solidFill>
                  <a:srgbClr val="3F3F3F"/>
                </a:solidFill>
              </a:rPr>
              <a:t>Notation:  </a:t>
            </a:r>
            <a:r>
              <a:rPr sz="2200" i="1" cap="none">
                <a:solidFill>
                  <a:srgbClr val="3F3F3F"/>
                </a:solidFill>
                <a:latin typeface="Symbol" pitchFamily="1" charset="0"/>
                <a:ea typeface="Calibri" pitchFamily="2" charset="0"/>
                <a:cs typeface="Calibri" pitchFamily="2" charset="0"/>
              </a:rPr>
              <a:t></a:t>
            </a:r>
            <a:r>
              <a:rPr sz="2200" cap="none">
                <a:solidFill>
                  <a:srgbClr val="3F3F3F"/>
                </a:solidFill>
              </a:rPr>
              <a:t> </a:t>
            </a:r>
            <a:r>
              <a:rPr sz="2200" i="1" cap="none" baseline="-24000">
                <a:solidFill>
                  <a:srgbClr val="3F3F3F"/>
                </a:solidFill>
              </a:rPr>
              <a:t>p </a:t>
            </a:r>
            <a:r>
              <a:rPr sz="2200" cap="none">
                <a:solidFill>
                  <a:srgbClr val="3F3F3F"/>
                </a:solidFill>
              </a:rPr>
              <a:t>(</a:t>
            </a:r>
            <a:r>
              <a:rPr sz="2200" i="1" cap="none">
                <a:solidFill>
                  <a:srgbClr val="3F3F3F"/>
                </a:solidFill>
              </a:rPr>
              <a:t>r</a:t>
            </a:r>
            <a:r>
              <a:rPr sz="2200" cap="none">
                <a:solidFill>
                  <a:srgbClr val="3F3F3F"/>
                </a:solidFill>
              </a:rPr>
              <a:t>)</a:t>
            </a:r>
          </a:p>
          <a:p>
            <a:pPr defTabSz="914400">
              <a:lnSpc>
                <a:spcPct val="90000"/>
              </a:lnSpc>
              <a:tabLst>
                <a:tab pos="1659255" algn="l"/>
                <a:tab pos="3149600" algn="ctr"/>
                <a:tab pos="3425825" algn="l"/>
              </a:tabLst>
            </a:pPr>
            <a:r>
              <a:rPr sz="2200" i="1" cap="none">
                <a:solidFill>
                  <a:srgbClr val="3F3F3F"/>
                </a:solidFill>
              </a:rPr>
              <a:t>p</a:t>
            </a:r>
            <a:r>
              <a:rPr sz="2200" cap="none">
                <a:solidFill>
                  <a:srgbClr val="3F3F3F"/>
                </a:solidFill>
              </a:rPr>
              <a:t> is called the </a:t>
            </a:r>
            <a:r>
              <a:rPr sz="2200" b="1" cap="none">
                <a:solidFill>
                  <a:srgbClr val="3F3F3F"/>
                </a:solidFill>
              </a:rPr>
              <a:t>selection predicate</a:t>
            </a:r>
          </a:p>
          <a:p>
            <a:pPr defTabSz="914400">
              <a:lnSpc>
                <a:spcPct val="90000"/>
              </a:lnSpc>
              <a:tabLst>
                <a:tab pos="1659255" algn="l"/>
                <a:tab pos="3149600" algn="ctr"/>
                <a:tab pos="3425825" algn="l"/>
              </a:tabLst>
            </a:pPr>
            <a:r>
              <a:rPr sz="2200" cap="none">
                <a:solidFill>
                  <a:srgbClr val="3F3F3F"/>
                </a:solidFill>
              </a:rPr>
              <a:t>Example: select those tuples of the </a:t>
            </a:r>
            <a:r>
              <a:rPr sz="2200" i="1" cap="none">
                <a:solidFill>
                  <a:srgbClr val="3F3F3F"/>
                </a:solidFill>
              </a:rPr>
              <a:t>instructor</a:t>
            </a:r>
            <a:r>
              <a:rPr sz="2200" cap="none">
                <a:solidFill>
                  <a:srgbClr val="3F3F3F"/>
                </a:solidFill>
              </a:rPr>
              <a:t>  relation where the instructor is in the “Physics” department.</a:t>
            </a:r>
          </a:p>
          <a:p>
            <a:pPr lvl="1" defTabSz="914400">
              <a:lnSpc>
                <a:spcPct val="90000"/>
              </a:lnSpc>
              <a:buFont typeface="Courier New" pitchFamily="3" charset="0"/>
              <a:buChar char="o"/>
              <a:tabLst>
                <a:tab pos="1659255" algn="l"/>
                <a:tab pos="3149600" algn="ctr"/>
                <a:tab pos="3425825" algn="l"/>
              </a:tabLst>
            </a:pPr>
            <a:r>
              <a:rPr sz="2000" cap="none"/>
              <a:t>Query</a:t>
            </a:r>
            <a:br/>
            <a:r>
              <a:rPr sz="2000" cap="none"/>
              <a:t>  	</a:t>
            </a:r>
            <a:r>
              <a:rPr sz="2000" i="1" cap="none">
                <a:latin typeface="Symbol" pitchFamily="1" charset="0"/>
                <a:ea typeface="Calibri" pitchFamily="2" charset="0"/>
                <a:cs typeface="Calibri" pitchFamily="2" charset="0"/>
              </a:rPr>
              <a:t></a:t>
            </a:r>
            <a:r>
              <a:rPr sz="2000" cap="none"/>
              <a:t> </a:t>
            </a:r>
            <a:r>
              <a:rPr sz="2000" i="1" cap="none" baseline="-24000"/>
              <a:t>dept_name=“Physics” </a:t>
            </a:r>
            <a:r>
              <a:rPr sz="2000" cap="none"/>
              <a:t>(</a:t>
            </a:r>
            <a:r>
              <a:rPr sz="2000" i="1" cap="none"/>
              <a:t>instructor</a:t>
            </a:r>
            <a:r>
              <a:rPr sz="2000" cap="none"/>
              <a:t>)</a:t>
            </a:r>
          </a:p>
          <a:p>
            <a:pPr lvl="1" defTabSz="914400">
              <a:lnSpc>
                <a:spcPct val="90000"/>
              </a:lnSpc>
              <a:buFont typeface="Courier New" pitchFamily="3" charset="0"/>
              <a:buChar char="o"/>
              <a:tabLst>
                <a:tab pos="1659255" algn="l"/>
                <a:tab pos="3149600" algn="ctr"/>
                <a:tab pos="3425825" algn="l"/>
              </a:tabLst>
            </a:pPr>
            <a:r>
              <a:rPr sz="2000" cap="none"/>
              <a:t>Result</a:t>
            </a:r>
          </a:p>
          <a:p>
            <a:endParaRPr sz="2200" cap="none"/>
          </a:p>
        </p:txBody>
      </p:sp>
      <p:pic>
        <p:nvPicPr>
          <p:cNvPr id="4" name="Graphic 3"/>
          <p:cNvPicPr>
            <a:picLocks noChangeAspect="1"/>
            <a:extLst>
              <a:ext uri="smNativeData">
                <pr:smNativeData xmlns="smNativeData" xmlns:pr="smNativeData" xmlns:p15="http://schemas.microsoft.com/office/powerpoint/2012/main" xmlns:p14="http://schemas.microsoft.com/office/powerpoint/2010/main" xmlns:mc="http://schemas.openxmlformats.org/markup-compatibility/2006" val="SMDATA_17_gfw5ZxMAAAAlAAAAEQAAAC0AAAAAkAAAAEgAAACQAAAAS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AcAAAA4AAAAAAAAAAAAAAAAAAAA////AAAAAAAAAAAAAAAAAAAAAAAAAAAAcgwAAAAAAABkAAAAZAAAAAAAAAAjAAAABAAAAGQAAAAXAAAAFAAAAAAAAAAAAAAA/38AAP9/AAAAAAAACQAAAAQAAAAzLTAuHgAAAGgAAAAAAAAAAAAAAAAAAAAAAAAAAAAAABAnAAAQJwAAAAAAAAAAAAAAAAAAAAAAAAAAAAAAAAAAAAAAAAAAAAAUAAAAAAAAAMDA/wAAAAAAZAAAADIAAAAAAAAAZAAAAAAAAAB/f38ACgAAACIAAAAYAAAAAAAAAAAAAAAAAAAAAAAAAAAAAAAAAAAAJAAAACQAAAAAAAAABwAAAAAAAAAAAAAAAAAAAAAAAAAAAAAAAAAAAH9/fwAlAAAAWAAAAAAAAAAAAAAAAAAAAAAAAAAAAAAAAAAAAAAAAAAAAAAAAAAAAAAAAAAAAAAAPwAAAAAAAACghgEAAAAAAAAAAAAAAAAADAAAAAEAAAAAAAAAAAAAAAAAAAAfAAAAVAAAAERyxAX///8BAAAAAAAAAAAAAAAAAAAAAAAAAAAAAAAAAAAAAAAAAAAAAAACf39/AOfm5gPMzMwAwMD/AH9/fwAAAAAAAAAAAAAAAAD///8AAAAAACEAAAAYAAAAFAAAAFQWAAA7HgAArDQAAMElAAAQAAAAJgAAAAgAAAD//////////w=="/>
              </a:ext>
            </a:extLst>
          </p:cNvPicPr>
          <p:nvPr/>
        </p:nvPicPr>
        <p:blipFill>
          <a:blip r:embed="rId2"/>
          <a:srcRect b="31860"/>
          <a:stretch>
            <a:fillRect/>
          </a:stretch>
        </p:blipFill>
        <p:spPr>
          <a:xfrm>
            <a:off x="3629660" y="4914265"/>
            <a:ext cx="4932680" cy="1223010"/>
          </a:xfrm>
          <a:prstGeom prst="rect">
            <a:avLst/>
          </a:prstGeom>
          <a:noFill/>
          <a:ln>
            <a:noFill/>
          </a:ln>
          <a:effectLst/>
        </p:spPr>
      </p:pic>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gfw5ZxMAAAAlAAAAZAAAAA0AAAAAkAAAAEgAAACQAAAAS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RHLEBf///wEAAAAAAAAAAAAAAAAAAAAAAAAAAAAAAAAAAAAAAAAAAAAAAAJ/f38A5+bmA8zMzADAwP8Af39/AAAAAAAAAAAAAAAAAAAAAAAAAAAAIQAAABgAAAAUAAAAkAYAAAgFAABwRAAAGwkAABAAAAAmAAAACAAAAH1w////////"/>
              </a:ext>
            </a:extLst>
          </p:cNvSpPr>
          <p:nvPr>
            <p:ph type="title"/>
          </p:nvPr>
        </p:nvSpPr>
        <p:spPr>
          <a:xfrm>
            <a:off x="1066800" y="817880"/>
            <a:ext cx="10058400" cy="662305"/>
          </a:xfrm>
          <a:noFill/>
          <a:ln>
            <a:noFill/>
          </a:ln>
          <a:effectLst/>
        </p:spPr>
        <p:txBody>
          <a:bodyPr vert="horz" wrap="square" lIns="91440" tIns="45720" rIns="91440" bIns="45720" numCol="1" spcCol="215900" anchor="ctr">
            <a:prstTxWarp prst="textNoShape">
              <a:avLst/>
            </a:prstTxWarp>
          </a:bodyPr>
          <a:lstStyle/>
          <a:p>
            <a:pPr>
              <a:spcBef>
                <a:spcPts val="0"/>
              </a:spcBef>
              <a:defRPr sz="3960" cap="none"/>
            </a:pPr>
            <a:r>
              <a:rPr b="1" cap="none"/>
              <a:t>Select Operation</a:t>
            </a:r>
          </a:p>
        </p:txBody>
      </p:sp>
      <p:sp>
        <p:nvSpPr>
          <p:cNvPr id="3" name="Content Placeholder 2"/>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gfw5ZxMAAAAlAAAAZAAAAA0AAAAAkAAAAEgAAACQAAAAS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LIC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RHLEBf///wEAAAAAAAAAAAAAAAAAAAAAAAAAAAAAAAAAAAAAAAAAAAAAAAJ/f38A5+bmA8zMzADAwP8Af39/AAAAAAAAAAAAAAAAAAAAAAAAAAAAIQAAABgAAAAUAAAAkAYAAPMKAABwRAAAkicAABAAAAAmAAAACAAAAH1w////////"/>
              </a:ext>
            </a:extLst>
          </p:cNvSpPr>
          <p:nvPr>
            <p:ph type="body" idx="1"/>
          </p:nvPr>
        </p:nvSpPr>
        <p:spPr>
          <a:xfrm>
            <a:off x="1066800" y="1779905"/>
            <a:ext cx="10058400" cy="4652645"/>
          </a:xfrm>
          <a:noFill/>
          <a:ln>
            <a:noFill/>
          </a:ln>
          <a:effectLst/>
        </p:spPr>
        <p:txBody>
          <a:bodyPr vert="horz" wrap="square" lIns="91440" tIns="45720" rIns="91440" bIns="45720" numCol="1" spcCol="215900" anchor="t">
            <a:prstTxWarp prst="textNoShape">
              <a:avLst/>
            </a:prstTxWarp>
          </a:bodyPr>
          <a:lstStyle/>
          <a:p>
            <a:pPr defTabSz="914400">
              <a:lnSpc>
                <a:spcPct val="90000"/>
              </a:lnSpc>
              <a:tabLst>
                <a:tab pos="1659255" algn="l"/>
                <a:tab pos="3149600" algn="ctr"/>
                <a:tab pos="3425825" algn="l"/>
              </a:tabLst>
            </a:pPr>
            <a:r>
              <a:rPr sz="2200" cap="none">
                <a:solidFill>
                  <a:srgbClr val="3F3F3F"/>
                </a:solidFill>
              </a:rPr>
              <a:t>We allow comparisons using  </a:t>
            </a:r>
            <a:r>
              <a:rPr sz="2200" b="1" cap="none">
                <a:solidFill>
                  <a:srgbClr val="3F3F3F"/>
                </a:solidFill>
              </a:rPr>
              <a:t>=, </a:t>
            </a:r>
            <a:r>
              <a:rPr sz="2200" b="1" cap="none">
                <a:solidFill>
                  <a:srgbClr val="3F3F3F"/>
                </a:solidFill>
                <a:latin typeface="Symbol" pitchFamily="1" charset="0"/>
                <a:ea typeface="Calibri" pitchFamily="2" charset="0"/>
                <a:cs typeface="Calibri" pitchFamily="2" charset="0"/>
              </a:rPr>
              <a:t></a:t>
            </a:r>
            <a:r>
              <a:rPr sz="2200" b="1" cap="none">
                <a:solidFill>
                  <a:srgbClr val="3F3F3F"/>
                </a:solidFill>
              </a:rPr>
              <a:t>, &gt;, </a:t>
            </a:r>
            <a:r>
              <a:rPr sz="2200" b="1" cap="none">
                <a:solidFill>
                  <a:srgbClr val="3F3F3F"/>
                </a:solidFill>
                <a:latin typeface="Symbol" pitchFamily="1" charset="0"/>
                <a:ea typeface="Calibri" pitchFamily="2" charset="0"/>
                <a:cs typeface="Calibri" pitchFamily="2" charset="0"/>
              </a:rPr>
              <a:t></a:t>
            </a:r>
            <a:r>
              <a:rPr sz="2200" b="1" cap="none">
                <a:solidFill>
                  <a:srgbClr val="3F3F3F"/>
                </a:solidFill>
              </a:rPr>
              <a:t>. &lt;. </a:t>
            </a:r>
            <a:r>
              <a:rPr sz="2200" b="1" cap="none">
                <a:solidFill>
                  <a:srgbClr val="3F3F3F"/>
                </a:solidFill>
                <a:latin typeface="Symbol" pitchFamily="1" charset="0"/>
                <a:ea typeface="Calibri" pitchFamily="2" charset="0"/>
                <a:cs typeface="Calibri" pitchFamily="2" charset="0"/>
              </a:rPr>
              <a:t></a:t>
            </a:r>
            <a:r>
              <a:rPr sz="2200" b="1" cap="none">
                <a:solidFill>
                  <a:srgbClr val="3F3F3F"/>
                </a:solidFill>
              </a:rPr>
              <a:t> </a:t>
            </a:r>
            <a:r>
              <a:rPr sz="2200" cap="none">
                <a:solidFill>
                  <a:srgbClr val="3F3F3F"/>
                </a:solidFill>
              </a:rPr>
              <a:t>in the selection predicate. </a:t>
            </a:r>
          </a:p>
          <a:p>
            <a:pPr defTabSz="914400">
              <a:lnSpc>
                <a:spcPct val="90000"/>
              </a:lnSpc>
              <a:tabLst>
                <a:tab pos="1659255" algn="l"/>
                <a:tab pos="3149600" algn="ctr"/>
                <a:tab pos="3425825" algn="l"/>
              </a:tabLst>
            </a:pPr>
            <a:r>
              <a:rPr sz="2200" cap="none">
                <a:solidFill>
                  <a:srgbClr val="3F3F3F"/>
                </a:solidFill>
              </a:rPr>
              <a:t>We can combine several predicates into a larger predicate by using the connectives:</a:t>
            </a:r>
          </a:p>
          <a:p>
            <a:pPr defTabSz="914400">
              <a:lnSpc>
                <a:spcPct val="90000"/>
              </a:lnSpc>
              <a:buNone/>
              <a:tabLst>
                <a:tab pos="1659255" algn="l"/>
                <a:tab pos="3149600" algn="ctr"/>
                <a:tab pos="3425825" algn="l"/>
              </a:tabLst>
            </a:pPr>
            <a:r>
              <a:rPr sz="2200" cap="none">
                <a:solidFill>
                  <a:srgbClr val="3F3F3F"/>
                </a:solidFill>
              </a:rPr>
              <a:t>                   </a:t>
            </a:r>
            <a:r>
              <a:rPr sz="2200" cap="none">
                <a:solidFill>
                  <a:srgbClr val="3F3F3F"/>
                </a:solidFill>
                <a:latin typeface="Symbol" pitchFamily="1" charset="0"/>
                <a:ea typeface="Calibri" pitchFamily="2" charset="0"/>
                <a:cs typeface="Calibri" pitchFamily="2" charset="0"/>
              </a:rPr>
              <a:t></a:t>
            </a:r>
            <a:r>
              <a:rPr sz="2200" cap="none">
                <a:solidFill>
                  <a:srgbClr val="3F3F3F"/>
                </a:solidFill>
              </a:rPr>
              <a:t> (</a:t>
            </a:r>
            <a:r>
              <a:rPr sz="2200" b="1" cap="none">
                <a:solidFill>
                  <a:srgbClr val="3F3F3F"/>
                </a:solidFill>
              </a:rPr>
              <a:t>and</a:t>
            </a:r>
            <a:r>
              <a:rPr sz="2200" cap="none">
                <a:solidFill>
                  <a:srgbClr val="3F3F3F"/>
                </a:solidFill>
              </a:rPr>
              <a:t>), </a:t>
            </a:r>
            <a:r>
              <a:rPr sz="2200" cap="none">
                <a:solidFill>
                  <a:srgbClr val="3F3F3F"/>
                </a:solidFill>
                <a:latin typeface="Symbol" pitchFamily="1" charset="0"/>
                <a:ea typeface="Calibri" pitchFamily="2" charset="0"/>
                <a:cs typeface="Calibri" pitchFamily="2" charset="0"/>
              </a:rPr>
              <a:t></a:t>
            </a:r>
            <a:r>
              <a:rPr sz="2200" cap="none">
                <a:solidFill>
                  <a:srgbClr val="3F3F3F"/>
                </a:solidFill>
              </a:rPr>
              <a:t> (</a:t>
            </a:r>
            <a:r>
              <a:rPr sz="2200" b="1" cap="none">
                <a:solidFill>
                  <a:srgbClr val="3F3F3F"/>
                </a:solidFill>
              </a:rPr>
              <a:t>or</a:t>
            </a:r>
            <a:r>
              <a:rPr sz="2200" cap="none">
                <a:solidFill>
                  <a:srgbClr val="3F3F3F"/>
                </a:solidFill>
              </a:rPr>
              <a:t>), </a:t>
            </a:r>
            <a:r>
              <a:rPr sz="2200" cap="none">
                <a:solidFill>
                  <a:srgbClr val="3F3F3F"/>
                </a:solidFill>
                <a:latin typeface="Symbol" pitchFamily="1" charset="0"/>
                <a:ea typeface="Calibri" pitchFamily="2" charset="0"/>
                <a:cs typeface="Calibri" pitchFamily="2" charset="0"/>
              </a:rPr>
              <a:t></a:t>
            </a:r>
            <a:r>
              <a:rPr sz="2200" cap="none">
                <a:solidFill>
                  <a:srgbClr val="3F3F3F"/>
                </a:solidFill>
              </a:rPr>
              <a:t> (</a:t>
            </a:r>
            <a:r>
              <a:rPr sz="2200" b="1" cap="none">
                <a:solidFill>
                  <a:srgbClr val="3F3F3F"/>
                </a:solidFill>
              </a:rPr>
              <a:t>not</a:t>
            </a:r>
            <a:r>
              <a:rPr sz="2200" cap="none">
                <a:solidFill>
                  <a:srgbClr val="3F3F3F"/>
                </a:solidFill>
              </a:rPr>
              <a:t>)</a:t>
            </a:r>
          </a:p>
          <a:p>
            <a:pPr defTabSz="914400">
              <a:lnSpc>
                <a:spcPct val="90000"/>
              </a:lnSpc>
              <a:tabLst>
                <a:tab pos="1659255" algn="l"/>
                <a:tab pos="3149600" algn="ctr"/>
                <a:tab pos="3425825" algn="l"/>
              </a:tabLst>
            </a:pPr>
            <a:r>
              <a:rPr sz="2200" cap="none">
                <a:solidFill>
                  <a:srgbClr val="3F3F3F"/>
                </a:solidFill>
              </a:rPr>
              <a:t>Example: Find the instructors in Physics with a salary greater $90,000, we write:</a:t>
            </a:r>
          </a:p>
          <a:p>
            <a:pPr marL="0" indent="0" defTabSz="914400">
              <a:lnSpc>
                <a:spcPct val="90000"/>
              </a:lnSpc>
              <a:buNone/>
              <a:tabLst>
                <a:tab pos="1659255" algn="l"/>
                <a:tab pos="3149600" algn="ctr"/>
                <a:tab pos="3425825" algn="l"/>
              </a:tabLst>
            </a:pPr>
            <a:r>
              <a:rPr sz="2200" cap="none">
                <a:solidFill>
                  <a:srgbClr val="3F3F3F"/>
                </a:solidFill>
              </a:rPr>
              <a:t> </a:t>
            </a:r>
            <a:br/>
            <a:r>
              <a:rPr sz="2200" cap="none">
                <a:solidFill>
                  <a:srgbClr val="3F3F3F"/>
                </a:solidFill>
              </a:rPr>
              <a:t>          </a:t>
            </a:r>
            <a:r>
              <a:rPr sz="2200" i="1" cap="none">
                <a:solidFill>
                  <a:srgbClr val="3F3F3F"/>
                </a:solidFill>
                <a:latin typeface="Symbol" pitchFamily="1" charset="0"/>
                <a:ea typeface="Calibri" pitchFamily="2" charset="0"/>
                <a:cs typeface="Calibri" pitchFamily="2" charset="0"/>
              </a:rPr>
              <a:t></a:t>
            </a:r>
            <a:r>
              <a:rPr sz="2200" cap="none">
                <a:solidFill>
                  <a:srgbClr val="3F3F3F"/>
                </a:solidFill>
              </a:rPr>
              <a:t> </a:t>
            </a:r>
            <a:r>
              <a:rPr sz="2200" i="1" cap="none" baseline="-24000">
                <a:solidFill>
                  <a:srgbClr val="3F3F3F"/>
                </a:solidFill>
              </a:rPr>
              <a:t>dept_name=“Physics” </a:t>
            </a:r>
            <a:r>
              <a:rPr sz="2200" cap="none">
                <a:solidFill>
                  <a:srgbClr val="3F3F3F"/>
                </a:solidFill>
                <a:latin typeface="Symbol" pitchFamily="1" charset="0"/>
                <a:ea typeface="Calibri" pitchFamily="2" charset="0"/>
                <a:cs typeface="Calibri" pitchFamily="2" charset="0"/>
              </a:rPr>
              <a:t></a:t>
            </a:r>
            <a:r>
              <a:rPr sz="2200" i="1" cap="none" baseline="-24000">
                <a:solidFill>
                  <a:srgbClr val="3F3F3F"/>
                </a:solidFill>
              </a:rPr>
              <a:t> salary &gt;</a:t>
            </a:r>
            <a:r>
              <a:rPr sz="2200" i="1" cap="none">
                <a:solidFill>
                  <a:srgbClr val="3F3F3F"/>
                </a:solidFill>
              </a:rPr>
              <a:t> </a:t>
            </a:r>
            <a:r>
              <a:rPr sz="2200" i="1" cap="none" baseline="-24000">
                <a:solidFill>
                  <a:srgbClr val="3F3F3F"/>
                </a:solidFill>
              </a:rPr>
              <a:t>90,000</a:t>
            </a:r>
            <a:r>
              <a:rPr sz="2200" i="1" cap="none">
                <a:solidFill>
                  <a:srgbClr val="3F3F3F"/>
                </a:solidFill>
              </a:rPr>
              <a:t> </a:t>
            </a:r>
            <a:r>
              <a:rPr sz="2200" cap="none">
                <a:solidFill>
                  <a:srgbClr val="3F3F3F"/>
                </a:solidFill>
              </a:rPr>
              <a:t>(</a:t>
            </a:r>
            <a:r>
              <a:rPr sz="2200" i="1" cap="none">
                <a:solidFill>
                  <a:srgbClr val="3F3F3F"/>
                </a:solidFill>
              </a:rPr>
              <a:t>instructor</a:t>
            </a:r>
            <a:r>
              <a:rPr sz="2200" cap="none">
                <a:solidFill>
                  <a:srgbClr val="3F3F3F"/>
                </a:solidFill>
              </a:rPr>
              <a:t>)</a:t>
            </a:r>
          </a:p>
          <a:p>
            <a:pPr marL="0" indent="0" defTabSz="914400">
              <a:lnSpc>
                <a:spcPct val="90000"/>
              </a:lnSpc>
              <a:buNone/>
              <a:tabLst>
                <a:tab pos="1659255" algn="l"/>
                <a:tab pos="3149600" algn="ctr"/>
                <a:tab pos="3425825" algn="l"/>
              </a:tabLst>
            </a:pPr>
            <a:r>
              <a:rPr sz="2200" i="1" cap="none">
                <a:solidFill>
                  <a:srgbClr val="3F3F3F"/>
                </a:solidFill>
              </a:rPr>
              <a:t> </a:t>
            </a:r>
          </a:p>
          <a:p>
            <a:pPr defTabSz="914400">
              <a:lnSpc>
                <a:spcPct val="90000"/>
              </a:lnSpc>
              <a:tabLst>
                <a:tab pos="1659255" algn="l"/>
                <a:tab pos="3149600" algn="ctr"/>
                <a:tab pos="3425825" algn="l"/>
              </a:tabLst>
            </a:pPr>
            <a:r>
              <a:rPr sz="2200" cap="none">
                <a:solidFill>
                  <a:srgbClr val="3F3F3F"/>
                </a:solidFill>
              </a:rPr>
              <a:t>The select predicate may  include comparisons between two attributes. </a:t>
            </a:r>
          </a:p>
          <a:p>
            <a:pPr lvl="1" defTabSz="914400">
              <a:lnSpc>
                <a:spcPct val="90000"/>
              </a:lnSpc>
              <a:tabLst>
                <a:tab pos="1659255" algn="l"/>
                <a:tab pos="3149600" algn="ctr"/>
                <a:tab pos="3425825" algn="l"/>
              </a:tabLst>
            </a:pPr>
            <a:r>
              <a:rPr sz="2200" cap="none">
                <a:solidFill>
                  <a:srgbClr val="3F3F3F"/>
                </a:solidFill>
              </a:rPr>
              <a:t>Example, find all departments whose name is the same as their building name:</a:t>
            </a:r>
          </a:p>
          <a:p>
            <a:pPr lvl="1" defTabSz="914400">
              <a:lnSpc>
                <a:spcPct val="90000"/>
              </a:lnSpc>
              <a:tabLst>
                <a:tab pos="1659255" algn="l"/>
                <a:tab pos="3149600" algn="ctr"/>
                <a:tab pos="3425825" algn="l"/>
              </a:tabLst>
            </a:pPr>
            <a:r>
              <a:rPr sz="2200" i="1" cap="none">
                <a:solidFill>
                  <a:srgbClr val="3F3F3F"/>
                </a:solidFill>
              </a:rPr>
              <a:t> </a:t>
            </a:r>
            <a:r>
              <a:rPr sz="2200" i="1" cap="none">
                <a:solidFill>
                  <a:srgbClr val="3F3F3F"/>
                </a:solidFill>
                <a:latin typeface="Symbol" pitchFamily="1" charset="0"/>
                <a:ea typeface="Calibri" pitchFamily="2" charset="0"/>
                <a:cs typeface="Calibri" pitchFamily="2" charset="0"/>
              </a:rPr>
              <a:t></a:t>
            </a:r>
            <a:r>
              <a:rPr sz="2200" cap="none">
                <a:solidFill>
                  <a:srgbClr val="3F3F3F"/>
                </a:solidFill>
              </a:rPr>
              <a:t> </a:t>
            </a:r>
            <a:r>
              <a:rPr sz="2200" i="1" cap="none" baseline="-24000">
                <a:solidFill>
                  <a:srgbClr val="3F3F3F"/>
                </a:solidFill>
              </a:rPr>
              <a:t>dept_name=building</a:t>
            </a:r>
            <a:r>
              <a:rPr sz="2200" i="1" cap="none">
                <a:solidFill>
                  <a:srgbClr val="3F3F3F"/>
                </a:solidFill>
              </a:rPr>
              <a:t> </a:t>
            </a:r>
            <a:r>
              <a:rPr sz="2200" i="1" cap="none" baseline="-24000">
                <a:solidFill>
                  <a:srgbClr val="3F3F3F"/>
                </a:solidFill>
              </a:rPr>
              <a:t> </a:t>
            </a:r>
            <a:r>
              <a:rPr sz="2200" cap="none">
                <a:solidFill>
                  <a:srgbClr val="3F3F3F"/>
                </a:solidFill>
              </a:rPr>
              <a:t>(</a:t>
            </a:r>
            <a:r>
              <a:rPr sz="2200" i="1" cap="none">
                <a:solidFill>
                  <a:srgbClr val="3F3F3F"/>
                </a:solidFill>
              </a:rPr>
              <a:t>department</a:t>
            </a:r>
            <a:r>
              <a:rPr sz="2200" cap="none">
                <a:solidFill>
                  <a:srgbClr val="3F3F3F"/>
                </a:solidFill>
              </a:rPr>
              <a:t>)</a:t>
            </a:r>
          </a:p>
          <a:p>
            <a:endParaRPr sz="2200" cap="none"/>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gfw5ZxMAAAAlAAAAZAAAAA0AAAAAkAAAAEgAAACQAAAAS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RHLEBf///wEAAAAAAAAAAAAAAAAAAAAAAAAAAAAAAAAAAAAAAAAAAAAAAAJ/f38A5+bmA8zMzADAwP8Af39/AAAAAAAAAAAAAAAAAAAAAAAAAAAAIQAAABgAAAAUAAAAkAYAAAgFAABwRAAAGwkAABAAAAAmAAAACAAAAH1w////////"/>
              </a:ext>
            </a:extLst>
          </p:cNvSpPr>
          <p:nvPr>
            <p:ph type="title"/>
          </p:nvPr>
        </p:nvSpPr>
        <p:spPr>
          <a:xfrm>
            <a:off x="1066800" y="817880"/>
            <a:ext cx="10058400" cy="662305"/>
          </a:xfrm>
          <a:noFill/>
          <a:ln>
            <a:noFill/>
          </a:ln>
          <a:effectLst/>
        </p:spPr>
        <p:txBody>
          <a:bodyPr vert="horz" wrap="square" lIns="91440" tIns="45720" rIns="91440" bIns="45720" numCol="1" spcCol="215900" anchor="ctr">
            <a:prstTxWarp prst="textNoShape">
              <a:avLst/>
            </a:prstTxWarp>
          </a:bodyPr>
          <a:lstStyle/>
          <a:p>
            <a:pPr>
              <a:spcBef>
                <a:spcPts val="0"/>
              </a:spcBef>
              <a:defRPr sz="3960" cap="none"/>
            </a:pPr>
            <a:r>
              <a:rPr b="1" cap="none"/>
              <a:t>Project Operation</a:t>
            </a:r>
          </a:p>
        </p:txBody>
      </p:sp>
      <p:sp>
        <p:nvSpPr>
          <p:cNvPr id="3" name="Content Placeholder 2"/>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gfw5ZxMAAAAlAAAAZAAAAA0AAAAAkAAAAEgAAACQAAAAS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RHLEBf///wEAAAAAAAAAAAAAAAAAAAAAAAAAAAAAAAAAAAAAAAAAAAAAAAJ/f38A5+bmA8zMzADAwP8Af39/AAAAAAAAAAAAAAAAAAAAAAAAAAAAIQAAABgAAAAUAAAAkAYAAPMKAABwRAAAkicAABAAAAAmAAAACAAAAH1w////////"/>
              </a:ext>
            </a:extLst>
          </p:cNvSpPr>
          <p:nvPr>
            <p:ph type="body" idx="1"/>
          </p:nvPr>
        </p:nvSpPr>
        <p:spPr>
          <a:xfrm>
            <a:off x="1066800" y="1779905"/>
            <a:ext cx="10058400" cy="4652645"/>
          </a:xfrm>
          <a:noFill/>
          <a:ln>
            <a:noFill/>
          </a:ln>
          <a:effectLst/>
        </p:spPr>
        <p:txBody>
          <a:bodyPr vert="horz" wrap="square" lIns="91440" tIns="45720" rIns="91440" bIns="45720" numCol="1" spcCol="215900" anchor="t">
            <a:prstTxWarp prst="textNoShape">
              <a:avLst/>
            </a:prstTxWarp>
          </a:bodyPr>
          <a:lstStyle/>
          <a:p>
            <a:pPr defTabSz="914400">
              <a:lnSpc>
                <a:spcPct val="120000"/>
              </a:lnSpc>
              <a:tabLst>
                <a:tab pos="3257550" algn="ctr"/>
              </a:tabLst>
            </a:pPr>
            <a:r>
              <a:rPr sz="2200" cap="none">
                <a:solidFill>
                  <a:srgbClr val="3F3F3F"/>
                </a:solidFill>
              </a:rPr>
              <a:t>A unary operation that returns its argument relation, with certain attributes left out.  </a:t>
            </a:r>
          </a:p>
          <a:p>
            <a:pPr defTabSz="914400">
              <a:lnSpc>
                <a:spcPct val="120000"/>
              </a:lnSpc>
              <a:tabLst>
                <a:tab pos="3257550" algn="ctr"/>
              </a:tabLst>
            </a:pPr>
            <a:r>
              <a:rPr sz="2200" cap="none">
                <a:solidFill>
                  <a:srgbClr val="3F3F3F"/>
                </a:solidFill>
              </a:rPr>
              <a:t>Notation:</a:t>
            </a:r>
          </a:p>
          <a:p>
            <a:pPr defTabSz="914400">
              <a:lnSpc>
                <a:spcPct val="120000"/>
              </a:lnSpc>
              <a:buNone/>
              <a:tabLst>
                <a:tab pos="3257550" algn="ctr"/>
              </a:tabLst>
            </a:pPr>
            <a:r>
              <a:rPr sz="2200" cap="none">
                <a:solidFill>
                  <a:srgbClr val="3F3F3F"/>
                </a:solidFill>
              </a:rPr>
              <a:t>                  </a:t>
            </a:r>
            <a:r>
              <a:rPr sz="2200" cap="none">
                <a:solidFill>
                  <a:srgbClr val="3F3F3F"/>
                </a:solidFill>
                <a:latin typeface="Symbol" pitchFamily="1" charset="0"/>
                <a:ea typeface="Calibri" pitchFamily="2" charset="0"/>
                <a:cs typeface="Calibri" pitchFamily="2" charset="0"/>
              </a:rPr>
              <a:t></a:t>
            </a:r>
            <a:r>
              <a:rPr sz="2200" cap="none">
                <a:solidFill>
                  <a:srgbClr val="3F3F3F"/>
                </a:solidFill>
              </a:rPr>
              <a:t> </a:t>
            </a:r>
            <a:r>
              <a:rPr sz="2200" i="1" cap="none" baseline="-24000">
                <a:solidFill>
                  <a:srgbClr val="3F3F3F"/>
                </a:solidFill>
              </a:rPr>
              <a:t>A</a:t>
            </a:r>
            <a:r>
              <a:rPr sz="2200" i="1" cap="none" baseline="-50000">
                <a:solidFill>
                  <a:srgbClr val="3F3F3F"/>
                </a:solidFill>
              </a:rPr>
              <a:t>1</a:t>
            </a:r>
            <a:r>
              <a:rPr sz="2200" i="1" cap="none" baseline="-24000">
                <a:solidFill>
                  <a:srgbClr val="3F3F3F"/>
                </a:solidFill>
              </a:rPr>
              <a:t>,A</a:t>
            </a:r>
            <a:r>
              <a:rPr sz="2200" i="1" cap="none" baseline="-50000">
                <a:solidFill>
                  <a:srgbClr val="3F3F3F"/>
                </a:solidFill>
              </a:rPr>
              <a:t>2</a:t>
            </a:r>
            <a:r>
              <a:rPr sz="2200" i="1" cap="none" baseline="-24000">
                <a:solidFill>
                  <a:srgbClr val="3F3F3F"/>
                </a:solidFill>
              </a:rPr>
              <a:t>,A</a:t>
            </a:r>
            <a:r>
              <a:rPr sz="2200" i="1" cap="none" baseline="-50000">
                <a:solidFill>
                  <a:srgbClr val="3F3F3F"/>
                </a:solidFill>
              </a:rPr>
              <a:t>3</a:t>
            </a:r>
            <a:r>
              <a:rPr sz="2200" i="1" cap="none" baseline="-24000">
                <a:solidFill>
                  <a:srgbClr val="3F3F3F"/>
                </a:solidFill>
              </a:rPr>
              <a:t> ….A</a:t>
            </a:r>
            <a:r>
              <a:rPr sz="2200" i="1" cap="none" baseline="-50000">
                <a:solidFill>
                  <a:srgbClr val="3F3F3F"/>
                </a:solidFill>
              </a:rPr>
              <a:t>k</a:t>
            </a:r>
            <a:r>
              <a:rPr sz="2200" i="1" cap="none" baseline="-24000">
                <a:solidFill>
                  <a:srgbClr val="3F3F3F"/>
                </a:solidFill>
              </a:rPr>
              <a:t> </a:t>
            </a:r>
            <a:r>
              <a:rPr sz="2200" cap="none" baseline="-24000">
                <a:solidFill>
                  <a:srgbClr val="3F3F3F"/>
                </a:solidFill>
              </a:rPr>
              <a:t> </a:t>
            </a:r>
            <a:r>
              <a:rPr sz="2200" cap="none">
                <a:solidFill>
                  <a:srgbClr val="3F3F3F"/>
                </a:solidFill>
              </a:rPr>
              <a:t>(</a:t>
            </a:r>
            <a:r>
              <a:rPr sz="2200" i="1" cap="none">
                <a:solidFill>
                  <a:srgbClr val="3F3F3F"/>
                </a:solidFill>
              </a:rPr>
              <a:t>r</a:t>
            </a:r>
            <a:r>
              <a:rPr sz="2200" cap="none">
                <a:solidFill>
                  <a:srgbClr val="3F3F3F"/>
                </a:solidFill>
              </a:rPr>
              <a:t>)	</a:t>
            </a:r>
          </a:p>
          <a:p>
            <a:pPr defTabSz="914400">
              <a:lnSpc>
                <a:spcPct val="120000"/>
              </a:lnSpc>
              <a:buNone/>
              <a:tabLst>
                <a:tab pos="3257550" algn="ctr"/>
              </a:tabLst>
            </a:pPr>
            <a:r>
              <a:rPr sz="2200" cap="none">
                <a:solidFill>
                  <a:srgbClr val="3F3F3F"/>
                </a:solidFill>
              </a:rPr>
              <a:t>	where </a:t>
            </a:r>
            <a:r>
              <a:rPr sz="2200" i="1" cap="none">
                <a:solidFill>
                  <a:srgbClr val="3F3F3F"/>
                </a:solidFill>
              </a:rPr>
              <a:t>A</a:t>
            </a:r>
            <a:r>
              <a:rPr sz="2200" i="1" cap="none" baseline="-24000">
                <a:solidFill>
                  <a:srgbClr val="3F3F3F"/>
                </a:solidFill>
              </a:rPr>
              <a:t>1</a:t>
            </a:r>
            <a:r>
              <a:rPr sz="2200" i="1" cap="none">
                <a:solidFill>
                  <a:srgbClr val="3F3F3F"/>
                </a:solidFill>
              </a:rPr>
              <a:t>, A</a:t>
            </a:r>
            <a:r>
              <a:rPr sz="2200" i="1" cap="none" baseline="-24000">
                <a:solidFill>
                  <a:srgbClr val="3F3F3F"/>
                </a:solidFill>
              </a:rPr>
              <a:t>2</a:t>
            </a:r>
            <a:r>
              <a:rPr sz="2200" cap="none">
                <a:solidFill>
                  <a:srgbClr val="3F3F3F"/>
                </a:solidFill>
              </a:rPr>
              <a:t>,  …, </a:t>
            </a:r>
            <a:r>
              <a:rPr sz="2200" i="1" cap="none">
                <a:solidFill>
                  <a:srgbClr val="3F3F3F"/>
                </a:solidFill>
              </a:rPr>
              <a:t>A</a:t>
            </a:r>
            <a:r>
              <a:rPr sz="2200" i="1" cap="none" baseline="-24000">
                <a:solidFill>
                  <a:srgbClr val="3F3F3F"/>
                </a:solidFill>
              </a:rPr>
              <a:t>k</a:t>
            </a:r>
            <a:r>
              <a:rPr sz="2200" cap="none">
                <a:solidFill>
                  <a:srgbClr val="3F3F3F"/>
                </a:solidFill>
              </a:rPr>
              <a:t>  are attribute names and </a:t>
            </a:r>
            <a:r>
              <a:rPr sz="2200" i="1" cap="none">
                <a:solidFill>
                  <a:srgbClr val="3F3F3F"/>
                </a:solidFill>
              </a:rPr>
              <a:t>r</a:t>
            </a:r>
            <a:r>
              <a:rPr sz="2200" cap="none">
                <a:solidFill>
                  <a:srgbClr val="3F3F3F"/>
                </a:solidFill>
              </a:rPr>
              <a:t> is a relation name.</a:t>
            </a:r>
          </a:p>
          <a:p>
            <a:pPr defTabSz="914400">
              <a:tabLst>
                <a:tab pos="3257550" algn="ctr"/>
              </a:tabLst>
            </a:pPr>
            <a:r>
              <a:rPr sz="2200" cap="none">
                <a:solidFill>
                  <a:srgbClr val="3F3F3F"/>
                </a:solidFill>
              </a:rPr>
              <a:t>The result is defined as the relation of </a:t>
            </a:r>
            <a:r>
              <a:rPr sz="2200" i="1" cap="none">
                <a:solidFill>
                  <a:srgbClr val="3F3F3F"/>
                </a:solidFill>
              </a:rPr>
              <a:t>k</a:t>
            </a:r>
            <a:r>
              <a:rPr sz="2200" cap="none">
                <a:solidFill>
                  <a:srgbClr val="3F3F3F"/>
                </a:solidFill>
              </a:rPr>
              <a:t> columns obtained by erasing the columns that are not listed</a:t>
            </a:r>
          </a:p>
          <a:p>
            <a:pPr defTabSz="914400">
              <a:tabLst>
                <a:tab pos="3257550" algn="ctr"/>
              </a:tabLst>
            </a:pPr>
            <a:r>
              <a:rPr sz="2200" cap="none">
                <a:solidFill>
                  <a:srgbClr val="3F3F3F"/>
                </a:solidFill>
              </a:rPr>
              <a:t>Duplicate rows removed from result, since relations are sets.</a:t>
            </a: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gfw5ZxMAAAAlAAAAZAAAAA0AAAAAkAAAAEgAAACQAAAAS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ehCPg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RHLEBf///wEAAAAAAAAAAAAAAAAAAAAAAAAAAAAAAAAAAAAAAAAAAAAAAAJ/f38A5+bmA8zMzADAwP8Af39/AAAAAAAAAAAAAAAAAAAAAAAAAAAAIQAAABgAAAAUAAAAkAYAAAgFAABwRAAAGwkAABAAAAAmAAAACAAAAH1w////////"/>
              </a:ext>
            </a:extLst>
          </p:cNvSpPr>
          <p:nvPr>
            <p:ph type="title"/>
          </p:nvPr>
        </p:nvSpPr>
        <p:spPr>
          <a:xfrm>
            <a:off x="1066800" y="817880"/>
            <a:ext cx="10058400" cy="662305"/>
          </a:xfrm>
          <a:noFill/>
          <a:ln>
            <a:noFill/>
          </a:ln>
          <a:effectLst/>
        </p:spPr>
        <p:txBody>
          <a:bodyPr vert="horz" wrap="square" lIns="91440" tIns="45720" rIns="91440" bIns="45720" numCol="1" spcCol="215900" anchor="ctr">
            <a:prstTxWarp prst="textNoShape">
              <a:avLst/>
            </a:prstTxWarp>
          </a:bodyPr>
          <a:lstStyle/>
          <a:p>
            <a:pPr>
              <a:spcBef>
                <a:spcPts val="0"/>
              </a:spcBef>
              <a:defRPr sz="3960" cap="none"/>
            </a:pPr>
            <a:r>
              <a:rPr b="1" cap="none"/>
              <a:t>Project Operation</a:t>
            </a:r>
          </a:p>
        </p:txBody>
      </p:sp>
      <p:sp>
        <p:nvSpPr>
          <p:cNvPr id="3" name="Content Placeholder 2"/>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gfw5ZxMAAAAlAAAAZAAAAA0AAAAAkAAAAEgAAACQAAAAS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RHLEBf///wEAAAAAAAAAAAAAAAAAAAAAAAAAAAAAAAAAAAAAAAAAAAAAAAJ/f38A5+bmA8zMzADAwP8Af39/AAAAAAAAAAAAAAAAAAAAAAAAAAAAIQAAABgAAAAUAAAAkAYAAPMKAAAEJgAAkicAABAAAAAmAAAACAAAAH1w////////"/>
              </a:ext>
            </a:extLst>
          </p:cNvSpPr>
          <p:nvPr>
            <p:ph type="body" idx="1"/>
          </p:nvPr>
        </p:nvSpPr>
        <p:spPr>
          <a:xfrm>
            <a:off x="1066800" y="1779905"/>
            <a:ext cx="5113020" cy="4652645"/>
          </a:xfrm>
          <a:noFill/>
          <a:ln>
            <a:noFill/>
          </a:ln>
          <a:effectLst/>
        </p:spPr>
        <p:txBody>
          <a:bodyPr vert="horz" wrap="square" lIns="91440" tIns="45720" rIns="91440" bIns="45720" numCol="1" spcCol="215900" anchor="t">
            <a:prstTxWarp prst="textNoShape">
              <a:avLst/>
            </a:prstTxWarp>
          </a:bodyPr>
          <a:lstStyle/>
          <a:p>
            <a:pPr defTabSz="914400">
              <a:tabLst>
                <a:tab pos="3257550" algn="ctr"/>
              </a:tabLst>
            </a:pPr>
            <a:r>
              <a:rPr sz="2200" cap="none">
                <a:solidFill>
                  <a:srgbClr val="3F3F3F"/>
                </a:solidFill>
              </a:rPr>
              <a:t>Example: eliminate the </a:t>
            </a:r>
            <a:r>
              <a:rPr sz="2200" i="1" cap="none">
                <a:solidFill>
                  <a:srgbClr val="3F3F3F"/>
                </a:solidFill>
              </a:rPr>
              <a:t>dept_name</a:t>
            </a:r>
            <a:r>
              <a:rPr sz="2200" cap="none">
                <a:solidFill>
                  <a:srgbClr val="3F3F3F"/>
                </a:solidFill>
              </a:rPr>
              <a:t> attribute of </a:t>
            </a:r>
            <a:r>
              <a:rPr sz="2200" i="1" cap="none">
                <a:solidFill>
                  <a:srgbClr val="3F3F3F"/>
                </a:solidFill>
              </a:rPr>
              <a:t>instructor</a:t>
            </a:r>
          </a:p>
          <a:p>
            <a:pPr defTabSz="914400">
              <a:tabLst>
                <a:tab pos="3257550" algn="ctr"/>
              </a:tabLst>
            </a:pPr>
            <a:r>
              <a:rPr sz="2200" cap="none">
                <a:solidFill>
                  <a:srgbClr val="3F3F3F"/>
                </a:solidFill>
              </a:rPr>
              <a:t>Query</a:t>
            </a:r>
            <a:r>
              <a:rPr sz="2200" i="1" cap="none">
                <a:solidFill>
                  <a:srgbClr val="3F3F3F"/>
                </a:solidFill>
              </a:rPr>
              <a:t>:</a:t>
            </a:r>
            <a:br/>
            <a:r>
              <a:rPr sz="2200" cap="none">
                <a:solidFill>
                  <a:srgbClr val="3F3F3F"/>
                </a:solidFill>
              </a:rPr>
              <a:t>         	 </a:t>
            </a:r>
            <a:r>
              <a:rPr sz="2200" cap="none">
                <a:solidFill>
                  <a:srgbClr val="3F3F3F"/>
                </a:solidFill>
                <a:latin typeface="Symbol" pitchFamily="1" charset="0"/>
                <a:ea typeface="Calibri" pitchFamily="2" charset="0"/>
                <a:cs typeface="Calibri" pitchFamily="2" charset="0"/>
              </a:rPr>
              <a:t></a:t>
            </a:r>
            <a:r>
              <a:rPr sz="2200" i="1" cap="none" baseline="-24000">
                <a:solidFill>
                  <a:srgbClr val="3F3F3F"/>
                </a:solidFill>
              </a:rPr>
              <a:t>ID, name, salary</a:t>
            </a:r>
            <a:r>
              <a:rPr sz="2200" cap="none">
                <a:solidFill>
                  <a:srgbClr val="3F3F3F"/>
                </a:solidFill>
              </a:rPr>
              <a:t> (</a:t>
            </a:r>
            <a:r>
              <a:rPr sz="2200" i="1" cap="none">
                <a:solidFill>
                  <a:srgbClr val="3F3F3F"/>
                </a:solidFill>
              </a:rPr>
              <a:t>instructor</a:t>
            </a:r>
            <a:r>
              <a:rPr sz="2200" cap="none">
                <a:solidFill>
                  <a:srgbClr val="3F3F3F"/>
                </a:solidFill>
              </a:rPr>
              <a:t>) </a:t>
            </a:r>
          </a:p>
        </p:txBody>
      </p:sp>
      <p:pic>
        <p:nvPicPr>
          <p:cNvPr id="4" name="Graphic 3"/>
          <p:cNvPicPr>
            <a:picLocks noChangeAspect="1"/>
            <a:extLst>
              <a:ext uri="smNativeData">
                <pr:smNativeData xmlns="smNativeData" xmlns:pr="smNativeData" xmlns:p15="http://schemas.microsoft.com/office/powerpoint/2012/main" xmlns:p14="http://schemas.microsoft.com/office/powerpoint/2010/main" xmlns:mc="http://schemas.openxmlformats.org/markup-compatibility/2006" val="SMDATA_17_gfw5ZxMAAAAlAAAAEQAAAC0AAAAAkAAAAEgAAACQAAAAS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AcAAAA4AAAAAAAAAAAAAAAAAAAA////AAAAAAAAAAAAlQUAAAAAAACgBAAA1gMAAAAAAABkAAAAZAAAAAAAAAAjAAAABAAAAGQAAAAXAAAAFAAAAAAAAAAAAAAA/38AAP9/AAAAAAAACQAAAAQAAAAidmlzHgAAAGgAAAAAAAAAAAAAAAAAAAAAAAAAAAAAABAnAAAQJwAAAAAAAAAAAAAAAAAAAAAAAAAAAAAAAAAAAAAAAAAAAAAUAAAAAAAAAMDA/wAAAAAAZAAAADIAAAAAAAAAZAAAAAAAAAB/f38ACgAAACIAAAAYAAAAAAAAAAAAAAAAAAAAAAAAAAAAAAAAAAAAJAAAACQAAAAAAAAABwAAAAAAAAAAAAAAAAAAAAAAAAAAAAAAAAAAAH9/fwAlAAAAWAAAAAAAAAAAAAAAAAAAAAAAAAAAAAAAAAAAAAAAAAAAAAAAAAAAAAAAAAAAAAAAPwAAAAAAAACghgEAAAAAAAAAAAAAAAAADAAAAAEAAAAAAAAAAAAAAAAAAAAfAAAAVAAAAERyxAX///8BAAAAAAAAAAAAAAAAAAAAAAAAAAAAAAAAAAAAAAAAAAAAAAACf39/AOfm5gPMzMwAwMD/AH9/fwAAAAAAAAAAAAAAAAD///8AAAAAACEAAAAYAAAAFAAAAHMqAAAbCQAAxEIAAGImAAAQAAAAJgAAAAgAAAD//////////w=="/>
              </a:ext>
            </a:extLst>
          </p:cNvPicPr>
          <p:nvPr/>
        </p:nvPicPr>
        <p:blipFill>
          <a:blip r:embed="rId2"/>
          <a:srcRect l="14290" r="11840" b="9820"/>
          <a:stretch>
            <a:fillRect/>
          </a:stretch>
        </p:blipFill>
        <p:spPr>
          <a:xfrm>
            <a:off x="6900545" y="1480185"/>
            <a:ext cx="3952875" cy="4759325"/>
          </a:xfrm>
          <a:prstGeom prst="rect">
            <a:avLst/>
          </a:prstGeom>
          <a:noFill/>
          <a:ln>
            <a:noFill/>
          </a:ln>
          <a:effectLst/>
        </p:spPr>
      </p:pic>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gfw5ZxMAAAAlAAAAZAAAAA0AAAAAkAAAAEgAAACQAAAAS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kW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RHLEBf///wEAAAAAAAAAAAAAAAAAAAAAAAAAAAAAAAAAAAAAAAAAAAAAAAJ/f38A5+bmA8zMzADAwP8Af39/AAAAAAAAAAAAAAAAAAAAAAAAAAAAIQAAABgAAAAUAAAAkAYAAAgFAABwRAAAGwkAABAAAAAmAAAACAAAAH1w////////"/>
              </a:ext>
            </a:extLst>
          </p:cNvSpPr>
          <p:nvPr>
            <p:ph type="title"/>
          </p:nvPr>
        </p:nvSpPr>
        <p:spPr>
          <a:xfrm>
            <a:off x="1066800" y="817880"/>
            <a:ext cx="10058400" cy="662305"/>
          </a:xfrm>
          <a:noFill/>
          <a:ln>
            <a:noFill/>
          </a:ln>
          <a:effectLst/>
        </p:spPr>
        <p:txBody>
          <a:bodyPr vert="horz" wrap="square" lIns="91440" tIns="45720" rIns="91440" bIns="45720" numCol="1" spcCol="215900" anchor="ctr">
            <a:prstTxWarp prst="textNoShape">
              <a:avLst/>
            </a:prstTxWarp>
          </a:bodyPr>
          <a:lstStyle/>
          <a:p>
            <a:pPr>
              <a:spcBef>
                <a:spcPts val="0"/>
              </a:spcBef>
              <a:defRPr sz="3960" cap="none"/>
            </a:pPr>
            <a:r>
              <a:rPr b="1" cap="none"/>
              <a:t>Composition of Relational Operations</a:t>
            </a:r>
          </a:p>
        </p:txBody>
      </p:sp>
      <p:sp>
        <p:nvSpPr>
          <p:cNvPr id="3" name="Content Placeholder 2"/>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gfw5ZxMAAAAlAAAAZAAAAA0AAAAAkAAAAEgAAACQAAAAS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RHLEBf///wEAAAAAAAAAAAAAAAAAAAAAAAAAAAAAAAAAAAAAAAAAAAAAAAJ/f38A5+bmA8zMzADAwP8Af39/AAAAAAAAAAAAAAAAAAAAAAAAAAAAIQAAABgAAAAUAAAAkAYAAPMKAABwRAAAkicAABAAAAAmAAAACAAAAH1w////////"/>
              </a:ext>
            </a:extLst>
          </p:cNvSpPr>
          <p:nvPr>
            <p:ph type="body" idx="1"/>
          </p:nvPr>
        </p:nvSpPr>
        <p:spPr>
          <a:xfrm>
            <a:off x="1066800" y="1779905"/>
            <a:ext cx="10058400" cy="4652645"/>
          </a:xfrm>
          <a:noFill/>
          <a:ln>
            <a:noFill/>
          </a:ln>
          <a:effectLst/>
        </p:spPr>
        <p:txBody>
          <a:bodyPr vert="horz" wrap="square" lIns="91440" tIns="45720" rIns="91440" bIns="45720" numCol="1" spcCol="215900" anchor="t">
            <a:prstTxWarp prst="textNoShape">
              <a:avLst/>
            </a:prstTxWarp>
          </a:bodyPr>
          <a:lstStyle/>
          <a:p>
            <a:r>
              <a:rPr sz="2200" cap="none">
                <a:solidFill>
                  <a:srgbClr val="3F3F3F"/>
                </a:solidFill>
              </a:rPr>
              <a:t>The result of a relational-algebra operation is relation  and therefore of relational-algebra operations can be composed together into a </a:t>
            </a:r>
            <a:r>
              <a:rPr sz="2200" b="1" cap="none">
                <a:solidFill>
                  <a:srgbClr val="3F3F3F"/>
                </a:solidFill>
              </a:rPr>
              <a:t>relational-algebra expression</a:t>
            </a:r>
            <a:r>
              <a:rPr sz="2200" cap="none">
                <a:solidFill>
                  <a:srgbClr val="3F3F3F"/>
                </a:solidFill>
              </a:rPr>
              <a:t>.</a:t>
            </a:r>
          </a:p>
          <a:p>
            <a:r>
              <a:rPr sz="2200" cap="none">
                <a:solidFill>
                  <a:srgbClr val="3F3F3F"/>
                </a:solidFill>
              </a:rPr>
              <a:t>Consider  the query -- Find the names of all instructors in the Physics department.</a:t>
            </a:r>
          </a:p>
          <a:p>
            <a:pPr>
              <a:buNone/>
            </a:pPr>
            <a:r>
              <a:rPr sz="2200" cap="none">
                <a:solidFill>
                  <a:srgbClr val="3F3F3F"/>
                </a:solidFill>
              </a:rPr>
              <a:t> </a:t>
            </a:r>
          </a:p>
          <a:p>
            <a:pPr>
              <a:buNone/>
            </a:pPr>
            <a:r>
              <a:rPr sz="2200" cap="none">
                <a:solidFill>
                  <a:srgbClr val="3F3F3F"/>
                </a:solidFill>
              </a:rPr>
              <a:t>             </a:t>
            </a:r>
            <a:r>
              <a:rPr sz="2200" cap="none">
                <a:solidFill>
                  <a:srgbClr val="3F3F3F"/>
                </a:solidFill>
                <a:latin typeface="Symbol" pitchFamily="1" charset="0"/>
                <a:ea typeface="Calibri" pitchFamily="2" charset="0"/>
                <a:cs typeface="Calibri" pitchFamily="2" charset="0"/>
              </a:rPr>
              <a:t></a:t>
            </a:r>
            <a:r>
              <a:rPr sz="2200" i="1" cap="none" baseline="-24000">
                <a:solidFill>
                  <a:srgbClr val="3F3F3F"/>
                </a:solidFill>
              </a:rPr>
              <a:t>name</a:t>
            </a:r>
            <a:r>
              <a:rPr sz="2200" cap="none">
                <a:solidFill>
                  <a:srgbClr val="3F3F3F"/>
                </a:solidFill>
              </a:rPr>
              <a:t>(</a:t>
            </a:r>
            <a:r>
              <a:rPr sz="2200" i="1" cap="none">
                <a:solidFill>
                  <a:srgbClr val="3F3F3F"/>
                </a:solidFill>
                <a:latin typeface="Symbol" pitchFamily="1" charset="0"/>
                <a:ea typeface="Calibri" pitchFamily="2" charset="0"/>
                <a:cs typeface="Calibri" pitchFamily="2" charset="0"/>
              </a:rPr>
              <a:t></a:t>
            </a:r>
            <a:r>
              <a:rPr sz="2200" cap="none">
                <a:solidFill>
                  <a:srgbClr val="3F3F3F"/>
                </a:solidFill>
              </a:rPr>
              <a:t> </a:t>
            </a:r>
            <a:r>
              <a:rPr sz="2200" i="1" cap="none" baseline="-24000">
                <a:solidFill>
                  <a:srgbClr val="3F3F3F"/>
                </a:solidFill>
              </a:rPr>
              <a:t>dept_name</a:t>
            </a:r>
            <a:r>
              <a:rPr sz="2200" i="1" cap="none">
                <a:solidFill>
                  <a:srgbClr val="3F3F3F"/>
                </a:solidFill>
              </a:rPr>
              <a:t> </a:t>
            </a:r>
            <a:r>
              <a:rPr sz="2200" i="1" cap="none" baseline="-24000">
                <a:solidFill>
                  <a:srgbClr val="3F3F3F"/>
                </a:solidFill>
              </a:rPr>
              <a:t>=“Physics” </a:t>
            </a:r>
            <a:r>
              <a:rPr sz="2200" i="1" cap="none">
                <a:solidFill>
                  <a:srgbClr val="3F3F3F"/>
                </a:solidFill>
              </a:rPr>
              <a:t> </a:t>
            </a:r>
            <a:r>
              <a:rPr sz="2200" cap="none">
                <a:solidFill>
                  <a:srgbClr val="3F3F3F"/>
                </a:solidFill>
              </a:rPr>
              <a:t>(</a:t>
            </a:r>
            <a:r>
              <a:rPr sz="2200" i="1" cap="none">
                <a:solidFill>
                  <a:srgbClr val="3F3F3F"/>
                </a:solidFill>
              </a:rPr>
              <a:t>instructor</a:t>
            </a:r>
            <a:r>
              <a:rPr sz="2200" cap="none">
                <a:solidFill>
                  <a:srgbClr val="3F3F3F"/>
                </a:solidFill>
              </a:rPr>
              <a:t>))</a:t>
            </a:r>
          </a:p>
          <a:p>
            <a:pPr>
              <a:buNone/>
            </a:pPr>
            <a:r>
              <a:rPr sz="2200" cap="none">
                <a:solidFill>
                  <a:srgbClr val="3F3F3F"/>
                </a:solidFill>
              </a:rPr>
              <a:t> </a:t>
            </a:r>
          </a:p>
          <a:p>
            <a:pPr defTabSz="914400">
              <a:lnSpc>
                <a:spcPct val="90000"/>
              </a:lnSpc>
              <a:tabLst>
                <a:tab pos="1659255" algn="l"/>
                <a:tab pos="3149600" algn="ctr"/>
                <a:tab pos="3425825" algn="l"/>
              </a:tabLst>
            </a:pPr>
            <a:r>
              <a:rPr sz="2200" cap="none">
                <a:solidFill>
                  <a:srgbClr val="3F3F3F"/>
                </a:solidFill>
              </a:rPr>
              <a:t>Instead of giving the name of a relation as the argument of the projection operation, we give an expression that evaluates to a relation.</a:t>
            </a:r>
          </a:p>
          <a:p>
            <a:pPr defTabSz="914400">
              <a:lnSpc>
                <a:spcPct val="90000"/>
              </a:lnSpc>
              <a:tabLst>
                <a:tab pos="1659255" algn="l"/>
                <a:tab pos="3149600" algn="ctr"/>
                <a:tab pos="3425825" algn="l"/>
              </a:tabLst>
            </a:pPr>
            <a:endParaRPr sz="1600" cap="none"/>
          </a:p>
          <a:p>
            <a:pPr defTabSz="914400">
              <a:lnSpc>
                <a:spcPct val="90000"/>
              </a:lnSpc>
              <a:tabLst>
                <a:tab pos="1659255" algn="l"/>
                <a:tab pos="3149600" algn="ctr"/>
                <a:tab pos="3425825" algn="l"/>
              </a:tabLst>
            </a:pPr>
            <a:endParaRPr sz="1600" cap="none"/>
          </a:p>
          <a:p>
            <a:pPr defTabSz="914400">
              <a:lnSpc>
                <a:spcPct val="120000"/>
              </a:lnSpc>
              <a:tabLst>
                <a:tab pos="3257550" algn="ctr"/>
              </a:tabLst>
            </a:pPr>
            <a:endParaRPr sz="2200" cap="none">
              <a:solidFill>
                <a:srgbClr val="3F3F3F"/>
              </a:solidFill>
            </a:endParaRP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gfw5ZxMAAAAlAAAAZAAAAA0AAAAAkAAAAEgAAACQAAAAS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ehCPg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RHLEBf///wEAAAAAAAAAAAAAAAAAAAAAAAAAAAAAAAAAAAAAAAAAAAAAAAJ/f38A5+bmA8zMzADAwP8Af39/AAAAAAAAAAAAAAAAAAAAAAAAAAAAIQAAABgAAAAUAAAAkAYAAAgFAABwRAAAGwkAABAAAAAmAAAACAAAAH1w////////"/>
              </a:ext>
            </a:extLst>
          </p:cNvSpPr>
          <p:nvPr>
            <p:ph type="title"/>
          </p:nvPr>
        </p:nvSpPr>
        <p:spPr>
          <a:xfrm>
            <a:off x="1066800" y="817880"/>
            <a:ext cx="10058400" cy="662305"/>
          </a:xfrm>
          <a:noFill/>
          <a:ln>
            <a:noFill/>
          </a:ln>
          <a:effectLst/>
        </p:spPr>
        <p:txBody>
          <a:bodyPr vert="horz" wrap="square" lIns="91440" tIns="45720" rIns="91440" bIns="45720" numCol="1" spcCol="215900" anchor="ctr">
            <a:prstTxWarp prst="textNoShape">
              <a:avLst/>
            </a:prstTxWarp>
          </a:bodyPr>
          <a:lstStyle/>
          <a:p>
            <a:pPr>
              <a:spcBef>
                <a:spcPts val="0"/>
              </a:spcBef>
              <a:defRPr sz="3960" cap="none"/>
            </a:pPr>
            <a:r>
              <a:rPr b="1" cap="none"/>
              <a:t>Questions</a:t>
            </a:r>
          </a:p>
        </p:txBody>
      </p:sp>
      <p:sp>
        <p:nvSpPr>
          <p:cNvPr id="3" name="Content Placeholder 2"/>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gfw5ZxMAAAAlAAAAZAAAAA0AAAAAkAAAAEgAAACQAAAAS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RHLEBf///wEAAAAAAAAAAAAAAAAAAAAAAAAAAAAAAAAAAAAAAAAAAAAAAAJ/f38A5+bmA8zMzADAwP8Af39/AAAAAAAAAAAAAAAAAAAAAAAAAAAAIQAAABgAAAAUAAAAkAYAAPMKAABwRAAAkicAABAAAAAmAAAACAAAAH1w////////"/>
              </a:ext>
            </a:extLst>
          </p:cNvSpPr>
          <p:nvPr>
            <p:ph type="body" idx="1"/>
          </p:nvPr>
        </p:nvSpPr>
        <p:spPr>
          <a:xfrm>
            <a:off x="1066800" y="1779905"/>
            <a:ext cx="10058400" cy="4652645"/>
          </a:xfrm>
          <a:noFill/>
          <a:ln>
            <a:noFill/>
          </a:ln>
          <a:effectLst/>
        </p:spPr>
        <p:txBody>
          <a:bodyPr vert="horz" wrap="square" lIns="91440" tIns="45720" rIns="91440" bIns="45720" numCol="1" spcCol="215900" anchor="t">
            <a:prstTxWarp prst="textNoShape">
              <a:avLst/>
            </a:prstTxWarp>
          </a:bodyPr>
          <a:lstStyle/>
          <a:p>
            <a:pPr marL="0" indent="0">
              <a:buNone/>
            </a:pPr>
            <a:r>
              <a:rPr sz="2200" b="1" cap="none">
                <a:solidFill>
                  <a:srgbClr val="3F3F3F"/>
                </a:solidFill>
              </a:rPr>
              <a:t>Q: </a:t>
            </a:r>
            <a:r>
              <a:rPr sz="2200" cap="none">
                <a:solidFill>
                  <a:srgbClr val="3F3F3F"/>
                </a:solidFill>
              </a:rPr>
              <a:t>Suppose we have the following relation:</a:t>
            </a:r>
          </a:p>
          <a:p>
            <a:pPr marL="0" indent="0">
              <a:buNone/>
            </a:pPr>
            <a:r>
              <a:rPr sz="2200" cap="none">
                <a:solidFill>
                  <a:srgbClr val="3F3F3F"/>
                </a:solidFill>
              </a:rPr>
              <a:t>Employee(person_name, city, salary, company_name)</a:t>
            </a:r>
          </a:p>
          <a:p>
            <a:pPr marL="0" indent="0">
              <a:buNone/>
            </a:pPr>
            <a:r>
              <a:rPr sz="2200" b="1" cap="none">
                <a:solidFill>
                  <a:srgbClr val="3F3F3F"/>
                </a:solidFill>
              </a:rPr>
              <a:t>Write relational algebra expression for following queries:</a:t>
            </a:r>
          </a:p>
          <a:p>
            <a:pPr marL="514350" indent="-514350">
              <a:buFontTx/>
              <a:buAutoNum type="romanLcPeriod"/>
            </a:pPr>
            <a:r>
              <a:rPr sz="2200" cap="none">
                <a:solidFill>
                  <a:srgbClr val="3F3F3F"/>
                </a:solidFill>
              </a:rPr>
              <a:t>Find the name of all the employee who live in ‘Butwal’ and whose salary is less than Rs. 50,000.</a:t>
            </a:r>
          </a:p>
          <a:p>
            <a:pPr marL="514350" indent="-514350">
              <a:buFontTx/>
              <a:buAutoNum type="romanLcPeriod"/>
            </a:pPr>
            <a:r>
              <a:rPr sz="2200" cap="none">
                <a:solidFill>
                  <a:srgbClr val="3F3F3F"/>
                </a:solidFill>
              </a:rPr>
              <a:t>Find the names and cities of residence of all employees who work for “Global bank”</a:t>
            </a:r>
          </a:p>
          <a:p>
            <a:pPr marL="514350" indent="-514350">
              <a:buFontTx/>
              <a:buAutoNum type="romanLcPeriod"/>
            </a:pPr>
            <a:r>
              <a:rPr sz="2200" cap="none">
                <a:solidFill>
                  <a:srgbClr val="3F3F3F"/>
                </a:solidFill>
              </a:rPr>
              <a:t>Find the name of all the employees who works for “Nabil Bank Limited”</a:t>
            </a:r>
            <a:endParaRPr sz="1600" cap="none"/>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gfw5ZxMAAAAlAAAAZAAAAA0AAAAAkAAAAEgAAACQAAAAS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TGBMc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RHLEBf///wEAAAAAAAAAAAAAAAAAAAAAAAAAAAAAAAAAAAAAAAAAAAAAAAJ/f38A5+bmA8zMzADAwP8Af39/AAAAAAAAAAAAAAAAAAAAAAAAAAAAIQAAABgAAAAUAAAAkAYAAAgFAABwRAAAGwkAABAAAAAmAAAACAAAAH1w////////"/>
              </a:ext>
            </a:extLst>
          </p:cNvSpPr>
          <p:nvPr>
            <p:ph type="title"/>
          </p:nvPr>
        </p:nvSpPr>
        <p:spPr>
          <a:xfrm>
            <a:off x="1066800" y="817880"/>
            <a:ext cx="10058400" cy="662305"/>
          </a:xfrm>
          <a:noFill/>
          <a:ln>
            <a:noFill/>
          </a:ln>
          <a:effectLst/>
        </p:spPr>
        <p:txBody>
          <a:bodyPr vert="horz" wrap="square" lIns="91440" tIns="45720" rIns="91440" bIns="45720" numCol="1" spcCol="215900" anchor="ctr">
            <a:prstTxWarp prst="textNoShape">
              <a:avLst/>
            </a:prstTxWarp>
          </a:bodyPr>
          <a:lstStyle/>
          <a:p>
            <a:pPr>
              <a:spcBef>
                <a:spcPts val="0"/>
              </a:spcBef>
              <a:defRPr sz="3960" cap="none"/>
            </a:pPr>
            <a:r>
              <a:rPr b="1" cap="none"/>
              <a:t>Cartesian-Product Operation</a:t>
            </a:r>
          </a:p>
        </p:txBody>
      </p:sp>
      <p:sp>
        <p:nvSpPr>
          <p:cNvPr id="3" name="Content Placeholder 2"/>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gfw5ZxMAAAAlAAAAZAAAAA0AAAAAkAAAAEgAAACQAAAAS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DVi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RHLEBf///wEAAAAAAAAAAAAAAAAAAAAAAAAAAAAAAAAAAAAAAAAAAAAAAAJ/f38A5+bmA8zMzADAwP8Af39/AAAAAAAAAAAAAAAAAAAAAAAAAAAAIQAAABgAAAAUAAAAkAYAAPMKAABwRAAAkicAABAAAAAmAAAACAAAAH1w////////"/>
              </a:ext>
            </a:extLst>
          </p:cNvSpPr>
          <p:nvPr>
            <p:ph type="body" idx="1"/>
          </p:nvPr>
        </p:nvSpPr>
        <p:spPr>
          <a:xfrm>
            <a:off x="1066800" y="1779905"/>
            <a:ext cx="10058400" cy="4652645"/>
          </a:xfrm>
          <a:noFill/>
          <a:ln>
            <a:noFill/>
          </a:ln>
          <a:effectLst/>
        </p:spPr>
        <p:txBody>
          <a:bodyPr vert="horz" wrap="square" lIns="91440" tIns="45720" rIns="91440" bIns="45720" numCol="1" spcCol="215900" anchor="t">
            <a:prstTxWarp prst="textNoShape">
              <a:avLst/>
            </a:prstTxWarp>
          </a:bodyPr>
          <a:lstStyle/>
          <a:p>
            <a:pPr defTabSz="914400">
              <a:tabLst>
                <a:tab pos="3149600" algn="ctr"/>
              </a:tabLst>
            </a:pPr>
            <a:r>
              <a:rPr sz="2200" cap="none">
                <a:solidFill>
                  <a:srgbClr val="3F3F3F"/>
                </a:solidFill>
              </a:rPr>
              <a:t>The Cartesian-product operation (denoted by X)  allows us to combine information from any two relations.  </a:t>
            </a:r>
          </a:p>
          <a:p>
            <a:pPr defTabSz="914400">
              <a:tabLst>
                <a:tab pos="3149600" algn="ctr"/>
              </a:tabLst>
            </a:pPr>
            <a:r>
              <a:rPr sz="2200" cap="none">
                <a:solidFill>
                  <a:srgbClr val="3F3F3F"/>
                </a:solidFill>
              </a:rPr>
              <a:t>Example: the Cartesian product of the relations </a:t>
            </a:r>
            <a:r>
              <a:rPr sz="2200" i="1" cap="none">
                <a:solidFill>
                  <a:srgbClr val="3F3F3F"/>
                </a:solidFill>
              </a:rPr>
              <a:t>instructor</a:t>
            </a:r>
            <a:r>
              <a:rPr sz="2200" cap="none">
                <a:solidFill>
                  <a:srgbClr val="3F3F3F"/>
                </a:solidFill>
              </a:rPr>
              <a:t> and t</a:t>
            </a:r>
            <a:r>
              <a:rPr sz="2200" i="1" cap="none">
                <a:solidFill>
                  <a:srgbClr val="3F3F3F"/>
                </a:solidFill>
              </a:rPr>
              <a:t>eaches</a:t>
            </a:r>
            <a:r>
              <a:rPr sz="2200" cap="none">
                <a:solidFill>
                  <a:srgbClr val="3F3F3F"/>
                </a:solidFill>
              </a:rPr>
              <a:t> is written  as:</a:t>
            </a:r>
          </a:p>
          <a:p>
            <a:pPr defTabSz="914400">
              <a:buNone/>
              <a:tabLst>
                <a:tab pos="3149600" algn="ctr"/>
              </a:tabLst>
            </a:pPr>
            <a:r>
              <a:rPr sz="2200" i="1" cap="none">
                <a:solidFill>
                  <a:srgbClr val="3F3F3F"/>
                </a:solidFill>
              </a:rPr>
              <a:t>                instructor</a:t>
            </a:r>
            <a:r>
              <a:rPr sz="2200" cap="none">
                <a:solidFill>
                  <a:srgbClr val="3F3F3F"/>
                </a:solidFill>
              </a:rPr>
              <a:t>  X  </a:t>
            </a:r>
            <a:r>
              <a:rPr sz="2200" i="1" cap="none">
                <a:solidFill>
                  <a:srgbClr val="3F3F3F"/>
                </a:solidFill>
              </a:rPr>
              <a:t>teaches</a:t>
            </a:r>
          </a:p>
          <a:p>
            <a:pPr defTabSz="914400">
              <a:tabLst>
                <a:tab pos="3149600" algn="ctr"/>
              </a:tabLst>
            </a:pPr>
            <a:r>
              <a:rPr sz="2200" cap="none">
                <a:solidFill>
                  <a:srgbClr val="3F3F3F"/>
                </a:solidFill>
              </a:rPr>
              <a:t>We construct a tuple of the result out of each possible pair of tuples: one from the </a:t>
            </a:r>
            <a:r>
              <a:rPr sz="2200" i="1" cap="none">
                <a:solidFill>
                  <a:srgbClr val="3F3F3F"/>
                </a:solidFill>
              </a:rPr>
              <a:t>instructor</a:t>
            </a:r>
            <a:r>
              <a:rPr sz="2200" cap="none">
                <a:solidFill>
                  <a:srgbClr val="3F3F3F"/>
                </a:solidFill>
              </a:rPr>
              <a:t> relation and one from the </a:t>
            </a:r>
            <a:r>
              <a:rPr sz="2200" i="1" cap="none">
                <a:solidFill>
                  <a:srgbClr val="3F3F3F"/>
                </a:solidFill>
              </a:rPr>
              <a:t>teaches</a:t>
            </a:r>
            <a:r>
              <a:rPr sz="2200" cap="none">
                <a:solidFill>
                  <a:srgbClr val="3F3F3F"/>
                </a:solidFill>
              </a:rPr>
              <a:t> relation (see next slide)</a:t>
            </a:r>
          </a:p>
          <a:p>
            <a:pPr defTabSz="914400">
              <a:tabLst>
                <a:tab pos="3149600" algn="ctr"/>
              </a:tabLst>
            </a:pPr>
            <a:r>
              <a:rPr sz="2200" cap="none">
                <a:solidFill>
                  <a:srgbClr val="3F3F3F"/>
                </a:solidFill>
              </a:rPr>
              <a:t>Since the instructor</a:t>
            </a:r>
            <a:r>
              <a:rPr sz="2200" i="1" cap="none">
                <a:solidFill>
                  <a:srgbClr val="3F3F3F"/>
                </a:solidFill>
              </a:rPr>
              <a:t> ID </a:t>
            </a:r>
            <a:r>
              <a:rPr sz="2200" cap="none">
                <a:solidFill>
                  <a:srgbClr val="3F3F3F"/>
                </a:solidFill>
              </a:rPr>
              <a:t>appears in both relations we distinguish between these attribute by attaching to the attribute the name of the relation from which the attribute originally came.</a:t>
            </a:r>
          </a:p>
          <a:p>
            <a:pPr lvl="1" defTabSz="914400">
              <a:buFont typeface="Courier New" pitchFamily="3" charset="0"/>
              <a:buChar char="o"/>
              <a:tabLst>
                <a:tab pos="3149600" algn="ctr"/>
              </a:tabLst>
            </a:pPr>
            <a:r>
              <a:rPr sz="2000" i="1" cap="none">
                <a:solidFill>
                  <a:srgbClr val="3F3F3F"/>
                </a:solidFill>
              </a:rPr>
              <a:t>instructor.ID</a:t>
            </a:r>
          </a:p>
          <a:p>
            <a:pPr lvl="1" defTabSz="914400">
              <a:buFont typeface="Courier New" pitchFamily="3" charset="0"/>
              <a:buChar char="o"/>
              <a:tabLst>
                <a:tab pos="3149600" algn="ctr"/>
              </a:tabLst>
            </a:pPr>
            <a:r>
              <a:rPr sz="2000" i="1" cap="none">
                <a:solidFill>
                  <a:srgbClr val="3F3F3F"/>
                </a:solidFill>
              </a:rPr>
              <a:t>teaches.ID</a:t>
            </a:r>
            <a:endParaRPr sz="1600" cap="none">
              <a:solidFill>
                <a:srgbClr val="3F3F3F"/>
              </a:solidFill>
            </a:endParaRPr>
          </a:p>
          <a:p>
            <a:pPr defTabSz="914400">
              <a:lnSpc>
                <a:spcPct val="120000"/>
              </a:lnSpc>
              <a:tabLst>
                <a:tab pos="3257550" algn="ctr"/>
              </a:tabLst>
            </a:pPr>
            <a:endParaRPr sz="2200" cap="none">
              <a:solidFill>
                <a:srgbClr val="3F3F3F"/>
              </a:solidFill>
            </a:endParaRP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Graphic 7"/>
          <p:cNvPicPr>
            <a:picLocks noChangeAspect="1"/>
            <a:extLst>
              <a:ext uri="smNativeData">
                <pr:smNativeData xmlns="smNativeData" xmlns:pr="smNativeData" xmlns:p15="http://schemas.microsoft.com/office/powerpoint/2012/main" xmlns:p14="http://schemas.microsoft.com/office/powerpoint/2010/main" xmlns:mc="http://schemas.openxmlformats.org/markup-compatibility/2006" val="SMDATA_17_gfw5ZxMAAAAlAAAAEQAAAC0AAAAAkAAAAEgAAACQAAAAS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AcAAAA4AAAAAAAAAAAAAAAAAAAA////AAAAAAAAAAAAAAAAAAAAAAAAAAAAjwIAAAAAAABkAAAAZAAAAAAAAAAjAAAABAAAAGQAAAAXAAAAFAAAAAAAAAAAAAAA/38AAP9/AAAAAAAACQAAAAQAAAAuOTA2HgAAAGgAAAAAAAAAAAAAAAAAAAAAAAAAAAAAABAnAAAQJwAAAAAAAAAAAAAAAAAAAAAAAAAAAAAAAAAAAAAAAAAAAAAUAAAAAAAAAMDA/wAAAAAAZAAAADIAAAAAAAAAZAAAAAAAAAB/f38ACgAAACIAAAAYAAAAAAAAAAAAAAAAAAAAAAAAAAAAAAAAAAAAJAAAACQAAAAAAAAABwAAAAAAAAAAAAAAAAAAAAAAAAAAAAAAAAAAAH9/fwAlAAAAWAAAAAAAAAAAAAAAAAAAAAAAAAAAAAAAAAAAAAAAAAAAAAAAAAAAAAAAAAAAAAAAPwAAAAAAAACghgEAAAAAAAAAAAAAAAAADAAAAAEAAAAAAAAAAAAAAAAAAAAfAAAAVAAAAERyxAX///8BAAAAAAAAAAAAAAAAAAAAAAAAAAAAAAAAAAAAAAAAAAAAAAACf39/AOfm5gPMzMwAwMD/AH9/fwAAAAAAAAAAAAAAAAD///8AAAAAACEAAAAYAAAAFAAAAGMkAAAAAAAAAEsAADAqAAAQAAAAJgAAAAgAAAD//////////w=="/>
              </a:ext>
            </a:extLst>
          </p:cNvPicPr>
          <p:nvPr/>
        </p:nvPicPr>
        <p:blipFill>
          <a:blip r:embed="rId2"/>
          <a:srcRect b="6550"/>
          <a:stretch>
            <a:fillRect/>
          </a:stretch>
        </p:blipFill>
        <p:spPr>
          <a:xfrm>
            <a:off x="5915025" y="0"/>
            <a:ext cx="6276975" cy="6858000"/>
          </a:xfrm>
          <a:prstGeom prst="rect">
            <a:avLst/>
          </a:prstGeom>
          <a:noFill/>
          <a:ln>
            <a:noFill/>
          </a:ln>
          <a:effectLst/>
        </p:spPr>
      </p:pic>
      <p:sp>
        <p:nvSpPr>
          <p:cNvPr id="3" name="Title 1"/>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gfw5ZxMAAAAlAAAAZAAAAA0AAAAAkAAAAEgAAACQAAAAS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DY0MDY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RHLEBf///wEAAAAAAAAAAAAAAAAAAAAAAAAAAAAAAAAAAAAAAAAAAAAAAAJ/f38A5+bmA8zMzADAwP8Af39/AAAAAAAAAAAAAAAAAAAAAAAAAAAAIQAAABgAAAAUAAAAkAYAAAURAABjJAAAGBUAABAAAAAmAAAACAAAAH1w////////"/>
              </a:ext>
            </a:extLst>
          </p:cNvSpPr>
          <p:nvPr>
            <p:ph type="title"/>
          </p:nvPr>
        </p:nvSpPr>
        <p:spPr>
          <a:xfrm>
            <a:off x="1066800" y="2766695"/>
            <a:ext cx="4848225" cy="662305"/>
          </a:xfrm>
          <a:noFill/>
          <a:ln>
            <a:noFill/>
          </a:ln>
          <a:effectLst/>
        </p:spPr>
        <p:txBody>
          <a:bodyPr vert="horz" wrap="square" lIns="91440" tIns="45720" rIns="91440" bIns="45720" numCol="1" spcCol="215900" anchor="ctr">
            <a:prstTxWarp prst="textNoShape">
              <a:avLst/>
            </a:prstTxWarp>
          </a:bodyPr>
          <a:lstStyle/>
          <a:p>
            <a:r>
              <a:rPr sz="2200" b="1" cap="none">
                <a:solidFill>
                  <a:srgbClr val="3F3F3F"/>
                </a:solidFill>
              </a:rPr>
              <a:t>The  instructor  X  teaches  table</a:t>
            </a: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gfw5ZxMAAAAlAAAAZAAAAA0AAAAAkAAAAEgAAACQAAAAS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BClzho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RHLEBf///wEAAAAAAAAAAAAAAAAAAAAAAAAAAAAAAAAAAAAAAAAAAAAAAAJ/f38A5+bmA8zMzADAwP8Af39/AAAAAAAAAAAAAAAAAAAAAAAAAAAAIQAAABgAAAAUAAAAkAYAAAgFAABwRAAAGwkAABAAAAAmAAAACAAAAH1w////////"/>
              </a:ext>
            </a:extLst>
          </p:cNvSpPr>
          <p:nvPr>
            <p:ph type="title"/>
          </p:nvPr>
        </p:nvSpPr>
        <p:spPr>
          <a:xfrm>
            <a:off x="1066800" y="817880"/>
            <a:ext cx="10058400" cy="662305"/>
          </a:xfrm>
          <a:noFill/>
          <a:ln>
            <a:noFill/>
          </a:ln>
          <a:effectLst/>
        </p:spPr>
        <p:txBody>
          <a:bodyPr vert="horz" wrap="square" lIns="91440" tIns="45720" rIns="91440" bIns="45720" numCol="1" spcCol="215900" anchor="ctr">
            <a:prstTxWarp prst="textNoShape">
              <a:avLst/>
            </a:prstTxWarp>
          </a:bodyPr>
          <a:lstStyle/>
          <a:p>
            <a:pPr>
              <a:spcBef>
                <a:spcPts val="0"/>
              </a:spcBef>
              <a:defRPr sz="3960" cap="none"/>
            </a:pPr>
            <a:r>
              <a:rPr b="1" cap="none"/>
              <a:t>Join Operation</a:t>
            </a:r>
          </a:p>
        </p:txBody>
      </p:sp>
      <p:sp>
        <p:nvSpPr>
          <p:cNvPr id="3" name="Content Placeholder 2"/>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gfw5ZxMAAAAlAAAAZAAAAA0AAAAAkAAAAEgAAACQAAAAS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NkK2Ro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RHLEBf///wEAAAAAAAAAAAAAAAAAAAAAAAAAAAAAAAAAAAAAAAAAAAAAAAJ/f38A5+bmA8zMzADAwP8Af39/AAAAAAAAAAAAAAAAAAAAAAAAAAAAIQAAABgAAAAUAAAAkAYAAPMKAABwRAAAkicAABAAAAAmAAAACAAAAH1w////////"/>
              </a:ext>
            </a:extLst>
          </p:cNvSpPr>
          <p:nvPr>
            <p:ph type="body" idx="1"/>
          </p:nvPr>
        </p:nvSpPr>
        <p:spPr>
          <a:xfrm>
            <a:off x="1066800" y="1779905"/>
            <a:ext cx="10058400" cy="4652645"/>
          </a:xfrm>
          <a:noFill/>
          <a:ln>
            <a:noFill/>
          </a:ln>
          <a:effectLst/>
        </p:spPr>
        <p:txBody>
          <a:bodyPr vert="horz" wrap="square" lIns="91440" tIns="45720" rIns="91440" bIns="45720" numCol="1" spcCol="215900" anchor="t">
            <a:prstTxWarp prst="textNoShape">
              <a:avLst/>
            </a:prstTxWarp>
          </a:bodyPr>
          <a:lstStyle/>
          <a:p>
            <a:pPr defTabSz="914400">
              <a:tabLst>
                <a:tab pos="3149600" algn="ctr"/>
              </a:tabLst>
            </a:pPr>
            <a:r>
              <a:rPr sz="2200" cap="none">
                <a:solidFill>
                  <a:srgbClr val="3F3F3F"/>
                </a:solidFill>
              </a:rPr>
              <a:t>The Cartesian-Product </a:t>
            </a:r>
          </a:p>
          <a:p>
            <a:pPr defTabSz="914400">
              <a:buNone/>
              <a:tabLst>
                <a:tab pos="3149600" algn="ctr"/>
              </a:tabLst>
            </a:pPr>
            <a:r>
              <a:rPr sz="2200" i="1" cap="none">
                <a:solidFill>
                  <a:srgbClr val="3F3F3F"/>
                </a:solidFill>
              </a:rPr>
              <a:t>                    instructor</a:t>
            </a:r>
            <a:r>
              <a:rPr sz="2200" cap="none">
                <a:solidFill>
                  <a:srgbClr val="3F3F3F"/>
                </a:solidFill>
              </a:rPr>
              <a:t>  X  </a:t>
            </a:r>
            <a:r>
              <a:rPr sz="2200" i="1" cap="none">
                <a:solidFill>
                  <a:srgbClr val="3F3F3F"/>
                </a:solidFill>
              </a:rPr>
              <a:t>teaches</a:t>
            </a:r>
            <a:endParaRPr sz="2200" cap="none">
              <a:solidFill>
                <a:srgbClr val="3F3F3F"/>
              </a:solidFill>
            </a:endParaRPr>
          </a:p>
          <a:p>
            <a:pPr defTabSz="914400">
              <a:buNone/>
              <a:tabLst>
                <a:tab pos="3149600" algn="ctr"/>
              </a:tabLst>
            </a:pPr>
            <a:r>
              <a:rPr sz="2200" cap="none">
                <a:solidFill>
                  <a:srgbClr val="3F3F3F"/>
                </a:solidFill>
              </a:rPr>
              <a:t>      associates every  tuple of  instructor with every tuple of teaches.</a:t>
            </a:r>
          </a:p>
          <a:p>
            <a:pPr lvl="1">
              <a:buFont typeface="Courier New" pitchFamily="3" charset="0"/>
              <a:buChar char="o"/>
            </a:pPr>
            <a:r>
              <a:rPr sz="2000" cap="none">
                <a:solidFill>
                  <a:srgbClr val="3F3F3F"/>
                </a:solidFill>
              </a:rPr>
              <a:t>Most of the resulting rows have information about instructors who did NOT teach a particular course. </a:t>
            </a:r>
          </a:p>
          <a:p>
            <a:r>
              <a:rPr sz="2200" cap="none">
                <a:solidFill>
                  <a:srgbClr val="3F3F3F"/>
                </a:solidFill>
              </a:rPr>
              <a:t>To get only those tuples of  “</a:t>
            </a:r>
            <a:r>
              <a:rPr sz="2200" i="1" cap="none">
                <a:solidFill>
                  <a:srgbClr val="3F3F3F"/>
                </a:solidFill>
              </a:rPr>
              <a:t>instructor</a:t>
            </a:r>
            <a:r>
              <a:rPr sz="2200" cap="none">
                <a:solidFill>
                  <a:srgbClr val="3F3F3F"/>
                </a:solidFill>
              </a:rPr>
              <a:t>  X  </a:t>
            </a:r>
            <a:r>
              <a:rPr sz="2200" i="1" cap="none">
                <a:solidFill>
                  <a:srgbClr val="3F3F3F"/>
                </a:solidFill>
              </a:rPr>
              <a:t>teaches</a:t>
            </a:r>
            <a:r>
              <a:rPr sz="2200" cap="none">
                <a:solidFill>
                  <a:srgbClr val="3F3F3F"/>
                </a:solidFill>
              </a:rPr>
              <a:t> “ that pertain to instructors and the courses that they taught, we write:</a:t>
            </a:r>
          </a:p>
          <a:p>
            <a:pPr>
              <a:buNone/>
            </a:pPr>
            <a:r>
              <a:rPr sz="2200" cap="none">
                <a:solidFill>
                  <a:srgbClr val="3F3F3F"/>
                </a:solidFill>
              </a:rPr>
              <a:t>            </a:t>
            </a:r>
            <a:r>
              <a:rPr sz="2200" i="1" cap="none">
                <a:solidFill>
                  <a:srgbClr val="3F3F3F"/>
                </a:solidFill>
                <a:latin typeface="Symbol" pitchFamily="1" charset="0"/>
                <a:ea typeface="Calibri" pitchFamily="2" charset="0"/>
                <a:cs typeface="Calibri" pitchFamily="2" charset="0"/>
              </a:rPr>
              <a:t></a:t>
            </a:r>
            <a:r>
              <a:rPr sz="2200" cap="none">
                <a:solidFill>
                  <a:srgbClr val="3F3F3F"/>
                </a:solidFill>
              </a:rPr>
              <a:t> </a:t>
            </a:r>
            <a:r>
              <a:rPr sz="2200" i="1" cap="none" baseline="-24000">
                <a:solidFill>
                  <a:srgbClr val="3F3F3F"/>
                </a:solidFill>
              </a:rPr>
              <a:t>instructor.id =  teaches.id </a:t>
            </a:r>
            <a:r>
              <a:rPr sz="2200" i="1" cap="none">
                <a:solidFill>
                  <a:srgbClr val="3F3F3F"/>
                </a:solidFill>
              </a:rPr>
              <a:t> </a:t>
            </a:r>
            <a:r>
              <a:rPr sz="2200" cap="none">
                <a:solidFill>
                  <a:srgbClr val="3F3F3F"/>
                </a:solidFill>
              </a:rPr>
              <a:t>(</a:t>
            </a:r>
            <a:r>
              <a:rPr sz="2200" i="1" cap="none">
                <a:solidFill>
                  <a:srgbClr val="3F3F3F"/>
                </a:solidFill>
              </a:rPr>
              <a:t>instructor  </a:t>
            </a:r>
            <a:r>
              <a:rPr sz="2200" cap="none">
                <a:solidFill>
                  <a:srgbClr val="3F3F3F"/>
                </a:solidFill>
              </a:rPr>
              <a:t>x</a:t>
            </a:r>
            <a:r>
              <a:rPr sz="2200" i="1" cap="none">
                <a:solidFill>
                  <a:srgbClr val="3F3F3F"/>
                </a:solidFill>
              </a:rPr>
              <a:t> teaches </a:t>
            </a:r>
            <a:r>
              <a:rPr sz="2200" cap="none">
                <a:solidFill>
                  <a:srgbClr val="3F3F3F"/>
                </a:solidFill>
              </a:rPr>
              <a:t>))</a:t>
            </a:r>
          </a:p>
          <a:p>
            <a:pPr>
              <a:buNone/>
            </a:pPr>
            <a:r>
              <a:rPr sz="2200" cap="none">
                <a:solidFill>
                  <a:srgbClr val="3F3F3F"/>
                </a:solidFill>
              </a:rPr>
              <a:t> </a:t>
            </a:r>
          </a:p>
          <a:p>
            <a:pPr lvl="1">
              <a:buFont typeface="Courier New" pitchFamily="3" charset="0"/>
              <a:buChar char="o"/>
            </a:pPr>
            <a:r>
              <a:rPr sz="2000" cap="none">
                <a:solidFill>
                  <a:srgbClr val="3F3F3F"/>
                </a:solidFill>
              </a:rPr>
              <a:t>We get only those tuples of “</a:t>
            </a:r>
            <a:r>
              <a:rPr sz="2000" i="1" cap="none">
                <a:solidFill>
                  <a:srgbClr val="3F3F3F"/>
                </a:solidFill>
              </a:rPr>
              <a:t>instructor</a:t>
            </a:r>
            <a:r>
              <a:rPr sz="2000" cap="none">
                <a:solidFill>
                  <a:srgbClr val="3F3F3F"/>
                </a:solidFill>
              </a:rPr>
              <a:t>  X  </a:t>
            </a:r>
            <a:r>
              <a:rPr sz="2000" i="1" cap="none">
                <a:solidFill>
                  <a:srgbClr val="3F3F3F"/>
                </a:solidFill>
              </a:rPr>
              <a:t>teaches” </a:t>
            </a:r>
            <a:r>
              <a:rPr sz="2000" cap="none">
                <a:solidFill>
                  <a:srgbClr val="3F3F3F"/>
                </a:solidFill>
              </a:rPr>
              <a:t>that pertain to instructors and the courses that they taught.</a:t>
            </a:r>
          </a:p>
          <a:p>
            <a:r>
              <a:rPr sz="2200" cap="none">
                <a:solidFill>
                  <a:srgbClr val="3F3F3F"/>
                </a:solidFill>
              </a:rPr>
              <a:t>The result of this expression, shown in the next slide</a:t>
            </a:r>
          </a:p>
          <a:p>
            <a:pPr defTabSz="914400">
              <a:lnSpc>
                <a:spcPct val="120000"/>
              </a:lnSpc>
              <a:tabLst>
                <a:tab pos="3257550" algn="ctr"/>
              </a:tabLst>
            </a:pPr>
            <a:endParaRPr sz="2200" cap="none">
              <a:solidFill>
                <a:srgbClr val="3F3F3F"/>
              </a:solidFill>
            </a:endParaRP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gfw5ZxMAAAAlAAAAZAAAAA0AAAAAkAAAAEgAAACQAAAAS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RHLEBf///wEAAAAAAAAAAAAAAAAAAAAAAAAAAAAAAAAAAAAAAAAAAAAAAAJ/f38A5+bmA8zMzADAwP8Af39/AAAAAAAAAAAAAAAAAAAAAAAAAAAAIQAAABgAAAAUAAAAkAYAAAgFAABwRAAAGwkAABAAAAAmAAAACAAAAH1w////////"/>
              </a:ext>
            </a:extLst>
          </p:cNvSpPr>
          <p:nvPr>
            <p:ph type="title"/>
          </p:nvPr>
        </p:nvSpPr>
        <p:spPr>
          <a:xfrm>
            <a:off x="1066800" y="817880"/>
            <a:ext cx="10058400" cy="662305"/>
          </a:xfrm>
          <a:noFill/>
          <a:ln>
            <a:noFill/>
          </a:ln>
          <a:effectLst/>
        </p:spPr>
        <p:txBody>
          <a:bodyPr vert="horz" wrap="square" lIns="91440" tIns="45720" rIns="91440" bIns="45720" numCol="1" spcCol="215900" anchor="ctr">
            <a:prstTxWarp prst="textNoShape">
              <a:avLst/>
            </a:prstTxWarp>
          </a:bodyPr>
          <a:lstStyle/>
          <a:p>
            <a:pPr>
              <a:spcBef>
                <a:spcPts val="0"/>
              </a:spcBef>
              <a:defRPr sz="3960" cap="none"/>
            </a:pPr>
            <a:r>
              <a:rPr b="1" cap="none"/>
              <a:t>Join Operation</a:t>
            </a:r>
          </a:p>
        </p:txBody>
      </p:sp>
      <p:sp>
        <p:nvSpPr>
          <p:cNvPr id="3" name="Content Placeholder 2"/>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gfw5ZxMAAAAlAAAAZAAAAA0AAAAAkAAAAEgAAACQAAAAS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RHLEBf///wEAAAAAAAAAAAAAAAAAAAAAAAAAAAAAAAAAAAAAAAAAAAAAAAJ/f38A5+bmA8zMzADAwP8Af39/AAAAAAAAAAAAAAAAAAAAAAAAAAAAIQAAABgAAAAUAAAAkAYAAPMKAABwRAAAkicAABAAAAAmAAAACAAAAH1w////////"/>
              </a:ext>
            </a:extLst>
          </p:cNvSpPr>
          <p:nvPr>
            <p:ph type="body" idx="1"/>
          </p:nvPr>
        </p:nvSpPr>
        <p:spPr>
          <a:xfrm>
            <a:off x="1066800" y="1779905"/>
            <a:ext cx="10058400" cy="4652645"/>
          </a:xfrm>
          <a:noFill/>
          <a:ln>
            <a:noFill/>
          </a:ln>
          <a:effectLst/>
        </p:spPr>
        <p:txBody>
          <a:bodyPr vert="horz" wrap="square" lIns="91440" tIns="45720" rIns="91440" bIns="45720" numCol="1" spcCol="215900" anchor="t">
            <a:prstTxWarp prst="textNoShape">
              <a:avLst/>
            </a:prstTxWarp>
          </a:bodyPr>
          <a:lstStyle/>
          <a:p>
            <a:pPr marL="0" indent="0" defTabSz="914400">
              <a:buNone/>
              <a:tabLst>
                <a:tab pos="3149600" algn="ctr"/>
              </a:tabLst>
            </a:pPr>
            <a:r>
              <a:rPr sz="2200" i="1" cap="none">
                <a:solidFill>
                  <a:srgbClr val="3F3F3F"/>
                </a:solidFill>
                <a:latin typeface="Symbol" pitchFamily="1" charset="0"/>
                <a:ea typeface="Calibri" pitchFamily="2" charset="0"/>
                <a:cs typeface="Calibri" pitchFamily="2" charset="0"/>
              </a:rPr>
              <a:t></a:t>
            </a:r>
            <a:r>
              <a:rPr sz="2200" cap="none">
                <a:solidFill>
                  <a:srgbClr val="3F3F3F"/>
                </a:solidFill>
              </a:rPr>
              <a:t> </a:t>
            </a:r>
            <a:r>
              <a:rPr sz="2200" i="1" cap="none" baseline="-24000">
                <a:solidFill>
                  <a:srgbClr val="3F3F3F"/>
                </a:solidFill>
              </a:rPr>
              <a:t>instructor.id =  teaches.id </a:t>
            </a:r>
            <a:r>
              <a:rPr sz="2200" i="1" cap="none">
                <a:solidFill>
                  <a:srgbClr val="3F3F3F"/>
                </a:solidFill>
              </a:rPr>
              <a:t> </a:t>
            </a:r>
            <a:r>
              <a:rPr sz="2200" cap="none">
                <a:solidFill>
                  <a:srgbClr val="3F3F3F"/>
                </a:solidFill>
              </a:rPr>
              <a:t>(</a:t>
            </a:r>
            <a:r>
              <a:rPr sz="2200" i="1" cap="none">
                <a:solidFill>
                  <a:srgbClr val="3F3F3F"/>
                </a:solidFill>
              </a:rPr>
              <a:t>instructor  </a:t>
            </a:r>
            <a:r>
              <a:rPr sz="2200" cap="none">
                <a:solidFill>
                  <a:srgbClr val="3F3F3F"/>
                </a:solidFill>
              </a:rPr>
              <a:t>x</a:t>
            </a:r>
            <a:r>
              <a:rPr sz="2200" i="1" cap="none">
                <a:solidFill>
                  <a:srgbClr val="3F3F3F"/>
                </a:solidFill>
              </a:rPr>
              <a:t> teaches </a:t>
            </a:r>
            <a:r>
              <a:rPr sz="2200" cap="none">
                <a:solidFill>
                  <a:srgbClr val="3F3F3F"/>
                </a:solidFill>
              </a:rPr>
              <a:t>))</a:t>
            </a:r>
          </a:p>
          <a:p>
            <a:pPr>
              <a:buNone/>
            </a:pPr>
            <a:r>
              <a:rPr sz="2200" cap="none">
                <a:solidFill>
                  <a:srgbClr val="3F3F3F"/>
                </a:solidFill>
              </a:rPr>
              <a:t> </a:t>
            </a:r>
          </a:p>
          <a:p>
            <a:pPr defTabSz="914400">
              <a:lnSpc>
                <a:spcPct val="120000"/>
              </a:lnSpc>
              <a:tabLst>
                <a:tab pos="3257550" algn="ctr"/>
              </a:tabLst>
            </a:pPr>
            <a:endParaRPr sz="2200" cap="none">
              <a:solidFill>
                <a:srgbClr val="3F3F3F"/>
              </a:solidFill>
            </a:endParaRPr>
          </a:p>
        </p:txBody>
      </p:sp>
      <p:pic>
        <p:nvPicPr>
          <p:cNvPr id="4" name="Graphic 3"/>
          <p:cNvPicPr>
            <a:picLocks noChangeAspect="1"/>
            <a:extLst>
              <a:ext uri="smNativeData">
                <pr:smNativeData xmlns="smNativeData" xmlns:pr="smNativeData" xmlns:p15="http://schemas.microsoft.com/office/powerpoint/2012/main" xmlns:p14="http://schemas.microsoft.com/office/powerpoint/2010/main" xmlns:mc="http://schemas.openxmlformats.org/markup-compatibility/2006" val="SMDATA_17_gfw5ZxMAAAAlAAAAEQAAAC0AAAAAkAAAAEgAAACQAAAAS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AcAAAA4AAAAAAAAAAAAAAAAAAAA////AAAAAAAAAAAAAAAAAAAAAAAAAAAACAUAAAAAAABkAAAAZAAAAAAAAAAjAAAABAAAAGQAAAAXAAAAFAAAAAAAAAAAAAAA/38AAP9/AAAAAAAACQAAAAQAAAA4LTAuHgAAAGgAAAAAAAAAAAAAAAAAAAAAAAAAAAAAABAnAAAQJwAAAAAAAAAAAAAAAAAAAAAAAAAAAAAAAAAAAAAAAAAAAAAUAAAAAAAAAMDA/wAAAAAAZAAAADIAAAAAAAAAZAAAAAAAAAB/f38ACgAAACIAAAAYAAAAAAAAAAAAAAAAAAAAAAAAAAAAAAAAAAAAJAAAACQAAAAAAAAABwAAAAAAAAAAAAAAAAAAAAAAAAAAAAAAAAAAAH9/fwAlAAAAWAAAAAAAAAAAAAAAAAAAAAAAAAAAAAAAAAAAAAAAAAAAAAAAAAAAAAAAAAAAAAAAPwAAAAAAAACghgEAAAAAAAAAAAAAAAAADAAAAAEAAAAAAAAAAAAAAAAAAAAfAAAAVAAAAERyxAX///8BAAAAAAAAAAAAAAAAAAAAAAAAAAAAAAAAAAAAAAAAAAAAAAACf39/AOfm5gPMzMwAwMD/AH9/fwAAAAAAAAAAAAAAAAD///8AAAAAACEAAAAYAAAAFAAAAJAGAAAiDgAALzQAAJInAAAQAAAAJgAAAAgAAAD//////////w=="/>
              </a:ext>
            </a:extLst>
          </p:cNvPicPr>
          <p:nvPr/>
        </p:nvPicPr>
        <p:blipFill>
          <a:blip r:embed="rId2"/>
          <a:srcRect b="12880"/>
          <a:stretch>
            <a:fillRect/>
          </a:stretch>
        </p:blipFill>
        <p:spPr>
          <a:xfrm>
            <a:off x="1066800" y="2297430"/>
            <a:ext cx="7416165" cy="4135120"/>
          </a:xfrm>
          <a:prstGeom prst="rect">
            <a:avLst/>
          </a:prstGeom>
          <a:noFill/>
          <a:ln>
            <a:noFill/>
          </a:ln>
          <a:effectLst/>
        </p:spPr>
      </p:pic>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gfw5ZxMAAAAlAAAAZAAAAA0AAAAAkAAAAEgAAACQAAAAS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u0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RHLEBf///wEAAAAAAAAAAAAAAAAAAAAAAAAAAAAAAAAAAAAAAAAAAAAAAAJ/f38A5+bmA8zMzADAwP8Af39/AAAAAAAAAAAAAAAAAAAAAAAAAAAAIQAAABgAAAAUAAAAkAYAAAgFAABwRAAAGwkAABAAAAAmAAAACAAAAH1w////////"/>
              </a:ext>
            </a:extLst>
          </p:cNvSpPr>
          <p:nvPr>
            <p:ph type="title"/>
          </p:nvPr>
        </p:nvSpPr>
        <p:spPr>
          <a:xfrm>
            <a:off x="1066800" y="817880"/>
            <a:ext cx="10058400" cy="662305"/>
          </a:xfrm>
          <a:noFill/>
          <a:ln>
            <a:noFill/>
          </a:ln>
          <a:effectLst/>
        </p:spPr>
        <p:txBody>
          <a:bodyPr vert="horz" wrap="square" lIns="91440" tIns="45720" rIns="91440" bIns="45720" numCol="1" spcCol="215900" anchor="ctr">
            <a:prstTxWarp prst="textNoShape">
              <a:avLst/>
            </a:prstTxWarp>
          </a:bodyPr>
          <a:lstStyle/>
          <a:p>
            <a:pPr>
              <a:spcBef>
                <a:spcPts val="0"/>
              </a:spcBef>
              <a:defRPr sz="3960" cap="none"/>
            </a:pPr>
            <a:r>
              <a:rPr b="1" cap="none"/>
              <a:t>Join Operation</a:t>
            </a:r>
          </a:p>
        </p:txBody>
      </p:sp>
      <p:sp>
        <p:nvSpPr>
          <p:cNvPr id="3" name="Content Placeholder 2"/>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gfw5ZxMAAAAlAAAAZAAAAK0AAAAAkAAAAEgAAACQAAAASAAAAAAAAAAAAAAAAAAAAAEAAABQAAAAAAAAAAAA4D8AAAAAAADgPwAAAAAAAOA/AAAAAAAA4D8AAAAAAADgPwAAAAAAAOA/AAAAAAAA4D8AAAAAAADgPwAAAAAAAOA/AAAAAAAA4D8CAAAAjAAAAAEAAAACAAAARHLEDP///wgAAAAAAAAAADZE0Xs508Vd/Y2oPcTJ7ikBAAAAZAAAAAEAAABAAAAAAAAAAAAAAAAAAAAAAAAAAAAAAAAAAAAAAAAAAAAAAAAAAAAAAAAAAAAAAAAAAAAAAAAAAAAAAAAAAAAAAAAAAAAAAAAAAAAAAAAAAAAAAAAAAAAAFAAAADwAAAAAAAAAAAAAAAAAAAAA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eG0eAAAAaAAAAAAAAAC1////8P7//2n///8AAAAAECcAABAnAAAAAAAAAAAAAAAAAAAAAAAAAAAAAAAAAAAAAAAAAAAAABQAAAAAAAAAwMD/AAAAAABkAAAAMgAAAAAAAABkAAAAAAAAAH9/fwAKAAAAIgAAABgAAAAAAAAAAAAAAAAAAAAAAAAAAAAAAAAAAAAkAAAAJAAAAAAAAAAHAAAAAAAAAAAAAAAAAAAAAAAAAAAAAAAAAAAAAAAAACUAAABYAAAAAAAAAAAAAAAAAAAAAAAAAAAAAAAAAAAAAAAAAAAAAAAAAAAAAAAAAAAAAAA/AAAAAAAAAKCGAQAAAAAAAAAAAAAAAAAMAAAAAQAAAAAAAAAAAAAAAAAAAB8AAABUAAAARHLEBf///wEAAAAAAAAAAAAAAAAAAAAAAAAAAAAAAAAAAAAAAAAAAAAAAAB/f38A5+bmA8zMzADAwP8Af39/AAAAAAAAAAAAAAAAAAAAAAAAAAAAIQAAABgAAAAUAAAAkAYAAPMKAABwRAAAkicAABAAAAAmAAAACAAAAH1w////////"/>
              </a:ext>
            </a:extLst>
          </p:cNvSpPr>
          <p:nvPr>
            <p:ph type="body" idx="1"/>
          </p:nvPr>
        </p:nvSpPr>
        <p:spPr>
          <a:xfrm>
            <a:off x="1066800" y="1779905"/>
            <a:ext cx="10058400" cy="4652645"/>
          </a:xfrm>
          <a:blipFill>
            <a:blip r:embed="rId2"/>
            <a:srcRect/>
            <a:stretch>
              <a:fillRect l="-750" t="-2720" r="-1510"/>
            </a:stretch>
          </a:blipFill>
          <a:ln>
            <a:noFill/>
          </a:ln>
          <a:effectLst/>
        </p:spPr>
        <p:txBody>
          <a:bodyPr vert="horz" wrap="square" lIns="91440" tIns="45720" rIns="91440" bIns="45720" numCol="1" spcCol="215900" anchor="t">
            <a:prstTxWarp prst="textNoShape">
              <a:avLst/>
            </a:prstTxWarp>
          </a:bodyPr>
          <a:lstStyle/>
          <a:p>
            <a:endParaRP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gfw5ZxMAAAAlAAAAZAAAAA0AAAAAkAAAAEgAAACQAAAAS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RHLEBf///wEAAAAAAAAAAAAAAAAAAAAAAAAAAAAAAAAAAAAAAAAAAAAAAAJ/f38A5+bmA8zMzADAwP8Af39/AAAAAAAAAAAAAAAAAAAAAAAAAAAAIQAAABgAAAAUAAAAkAYAAAgFAABwRAAAGwkAABAAAAAmAAAACAAAAH1w////////"/>
              </a:ext>
            </a:extLst>
          </p:cNvSpPr>
          <p:nvPr>
            <p:ph type="title"/>
          </p:nvPr>
        </p:nvSpPr>
        <p:spPr>
          <a:xfrm>
            <a:off x="1066800" y="817880"/>
            <a:ext cx="10058400" cy="662305"/>
          </a:xfrm>
          <a:noFill/>
          <a:ln>
            <a:noFill/>
          </a:ln>
          <a:effectLst/>
        </p:spPr>
        <p:txBody>
          <a:bodyPr vert="horz" wrap="square" lIns="91440" tIns="45720" rIns="91440" bIns="45720" numCol="1" spcCol="215900" anchor="ctr">
            <a:prstTxWarp prst="textNoShape">
              <a:avLst/>
            </a:prstTxWarp>
          </a:bodyPr>
          <a:lstStyle/>
          <a:p>
            <a:pPr>
              <a:spcBef>
                <a:spcPts val="0"/>
              </a:spcBef>
              <a:defRPr sz="3960" cap="none"/>
            </a:pPr>
            <a:r>
              <a:rPr b="1" cap="none"/>
              <a:t>Union Operation</a:t>
            </a:r>
          </a:p>
        </p:txBody>
      </p:sp>
      <p:sp>
        <p:nvSpPr>
          <p:cNvPr id="3" name="Content Placeholder 2"/>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gfw5ZxMAAAAlAAAAZAAAAA0AAAAAkAAAAEgAAACQAAAAS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JDCohY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RHLEBf///wEAAAAAAAAAAAAAAAAAAAAAAAAAAAAAAAAAAAAAAAAAAAAAAAJ/f38A5+bmA8zMzADAwP8Af39/AAAAAAAAAAAAAAAAAAAAAAAAAAAAIQAAABgAAAAUAAAAkAYAAPMKAABwRAAAkicAABAAAAAmAAAACAAAAH1w////////"/>
              </a:ext>
            </a:extLst>
          </p:cNvSpPr>
          <p:nvPr>
            <p:ph type="body" idx="1"/>
          </p:nvPr>
        </p:nvSpPr>
        <p:spPr>
          <a:xfrm>
            <a:off x="1066800" y="1779905"/>
            <a:ext cx="10058400" cy="4652645"/>
          </a:xfrm>
          <a:noFill/>
          <a:ln>
            <a:noFill/>
          </a:ln>
          <a:effectLst/>
        </p:spPr>
        <p:txBody>
          <a:bodyPr vert="horz" wrap="square" lIns="91440" tIns="45720" rIns="91440" bIns="45720" numCol="1" spcCol="215900" anchor="t">
            <a:prstTxWarp prst="textNoShape">
              <a:avLst/>
            </a:prstTxWarp>
          </a:bodyPr>
          <a:lstStyle/>
          <a:p>
            <a:pPr defTabSz="914400">
              <a:tabLst>
                <a:tab pos="2965450" algn="ctr"/>
              </a:tabLst>
            </a:pPr>
            <a:r>
              <a:rPr sz="2200" cap="none">
                <a:solidFill>
                  <a:srgbClr val="3F3F3F"/>
                </a:solidFill>
              </a:rPr>
              <a:t>The union operation allows us to combine two relations </a:t>
            </a:r>
          </a:p>
          <a:p>
            <a:pPr defTabSz="914400">
              <a:tabLst>
                <a:tab pos="2965450" algn="ctr"/>
              </a:tabLst>
            </a:pPr>
            <a:r>
              <a:rPr sz="2200" cap="none">
                <a:solidFill>
                  <a:srgbClr val="3F3F3F"/>
                </a:solidFill>
              </a:rPr>
              <a:t>Notation:  </a:t>
            </a:r>
            <a:r>
              <a:rPr sz="2200" i="1" cap="none">
                <a:solidFill>
                  <a:srgbClr val="3F3F3F"/>
                </a:solidFill>
              </a:rPr>
              <a:t>r </a:t>
            </a:r>
            <a:r>
              <a:rPr sz="2200" cap="none">
                <a:solidFill>
                  <a:srgbClr val="3F3F3F"/>
                </a:solidFill>
              </a:rPr>
              <a:t> </a:t>
            </a:r>
            <a:r>
              <a:rPr sz="2200" cap="none">
                <a:solidFill>
                  <a:srgbClr val="3F3F3F"/>
                </a:solidFill>
                <a:latin typeface="Symbol" pitchFamily="1" charset="0"/>
                <a:ea typeface="Calibri" pitchFamily="2" charset="0"/>
                <a:cs typeface="Calibri" pitchFamily="2" charset="0"/>
              </a:rPr>
              <a:t></a:t>
            </a:r>
            <a:r>
              <a:rPr sz="2200" cap="none">
                <a:solidFill>
                  <a:srgbClr val="3F3F3F"/>
                </a:solidFill>
              </a:rPr>
              <a:t> </a:t>
            </a:r>
            <a:r>
              <a:rPr sz="2200" i="1" cap="none">
                <a:solidFill>
                  <a:srgbClr val="3F3F3F"/>
                </a:solidFill>
              </a:rPr>
              <a:t>s</a:t>
            </a:r>
            <a:endParaRPr sz="2200" cap="none">
              <a:solidFill>
                <a:srgbClr val="3F3F3F"/>
              </a:solidFill>
            </a:endParaRPr>
          </a:p>
          <a:p>
            <a:pPr defTabSz="914400">
              <a:tabLst>
                <a:tab pos="2965450" algn="ctr"/>
              </a:tabLst>
            </a:pPr>
            <a:r>
              <a:rPr sz="2200" cap="none">
                <a:solidFill>
                  <a:srgbClr val="3F3F3F"/>
                </a:solidFill>
              </a:rPr>
              <a:t>For </a:t>
            </a:r>
            <a:r>
              <a:rPr sz="2200" i="1" cap="none">
                <a:solidFill>
                  <a:srgbClr val="3F3F3F"/>
                </a:solidFill>
              </a:rPr>
              <a:t>r</a:t>
            </a:r>
            <a:r>
              <a:rPr sz="2200" cap="none">
                <a:solidFill>
                  <a:srgbClr val="3F3F3F"/>
                </a:solidFill>
              </a:rPr>
              <a:t>  </a:t>
            </a:r>
            <a:r>
              <a:rPr sz="2200" cap="none">
                <a:solidFill>
                  <a:srgbClr val="3F3F3F"/>
                </a:solidFill>
                <a:latin typeface="Symbol" pitchFamily="1" charset="0"/>
                <a:ea typeface="Calibri" pitchFamily="2" charset="0"/>
                <a:cs typeface="Calibri" pitchFamily="2" charset="0"/>
              </a:rPr>
              <a:t></a:t>
            </a:r>
            <a:r>
              <a:rPr sz="2200" cap="none">
                <a:solidFill>
                  <a:srgbClr val="3F3F3F"/>
                </a:solidFill>
              </a:rPr>
              <a:t> </a:t>
            </a:r>
            <a:r>
              <a:rPr sz="2200" i="1" cap="none">
                <a:solidFill>
                  <a:srgbClr val="3F3F3F"/>
                </a:solidFill>
              </a:rPr>
              <a:t>s</a:t>
            </a:r>
            <a:r>
              <a:rPr sz="2200" cap="none">
                <a:solidFill>
                  <a:srgbClr val="3F3F3F"/>
                </a:solidFill>
              </a:rPr>
              <a:t> to be valid.</a:t>
            </a:r>
          </a:p>
          <a:p>
            <a:pPr marL="914400" lvl="1" indent="-457200" defTabSz="914400">
              <a:buFontTx/>
              <a:buAutoNum type="arabicPlain"/>
              <a:tabLst>
                <a:tab pos="2965450" algn="ctr"/>
              </a:tabLst>
            </a:pPr>
            <a:r>
              <a:rPr sz="2000" i="1" cap="none">
                <a:solidFill>
                  <a:srgbClr val="3F3F3F"/>
                </a:solidFill>
              </a:rPr>
              <a:t>r,</a:t>
            </a:r>
            <a:r>
              <a:rPr sz="2000" cap="none">
                <a:solidFill>
                  <a:srgbClr val="3F3F3F"/>
                </a:solidFill>
              </a:rPr>
              <a:t> </a:t>
            </a:r>
            <a:r>
              <a:rPr sz="2000" i="1" cap="none">
                <a:solidFill>
                  <a:srgbClr val="3F3F3F"/>
                </a:solidFill>
              </a:rPr>
              <a:t>s</a:t>
            </a:r>
            <a:r>
              <a:rPr sz="2000" cap="none">
                <a:solidFill>
                  <a:srgbClr val="3F3F3F"/>
                </a:solidFill>
              </a:rPr>
              <a:t> must have the </a:t>
            </a:r>
            <a:r>
              <a:rPr sz="2000" i="1" cap="none">
                <a:solidFill>
                  <a:srgbClr val="3F3F3F"/>
                </a:solidFill>
              </a:rPr>
              <a:t>same </a:t>
            </a:r>
            <a:r>
              <a:rPr sz="2000" b="1" cap="none">
                <a:solidFill>
                  <a:srgbClr val="3F3F3F"/>
                </a:solidFill>
              </a:rPr>
              <a:t>arity</a:t>
            </a:r>
            <a:r>
              <a:rPr sz="2000" cap="none">
                <a:solidFill>
                  <a:srgbClr val="3F3F3F"/>
                </a:solidFill>
              </a:rPr>
              <a:t> (same number of attributes)</a:t>
            </a:r>
          </a:p>
          <a:p>
            <a:pPr marL="914400" lvl="1" indent="-457200" defTabSz="914400">
              <a:spcBef>
                <a:spcPts val="0"/>
              </a:spcBef>
              <a:buFontTx/>
              <a:buAutoNum type="arabicPlain"/>
              <a:tabLst>
                <a:tab pos="2965450" algn="ctr"/>
              </a:tabLst>
            </a:pPr>
            <a:r>
              <a:rPr sz="2000" cap="none">
                <a:solidFill>
                  <a:srgbClr val="3F3F3F"/>
                </a:solidFill>
              </a:rPr>
              <a:t>The attribute domains must be </a:t>
            </a:r>
            <a:r>
              <a:rPr sz="2000" b="1" cap="none">
                <a:solidFill>
                  <a:srgbClr val="3F3F3F"/>
                </a:solidFill>
              </a:rPr>
              <a:t>compatible</a:t>
            </a:r>
            <a:r>
              <a:rPr sz="2000" cap="none">
                <a:solidFill>
                  <a:srgbClr val="3F3F3F"/>
                </a:solidFill>
              </a:rPr>
              <a:t> (example: 2</a:t>
            </a:r>
            <a:r>
              <a:rPr sz="2000" cap="none" baseline="30000">
                <a:solidFill>
                  <a:srgbClr val="3F3F3F"/>
                </a:solidFill>
              </a:rPr>
              <a:t>nd</a:t>
            </a:r>
            <a:r>
              <a:rPr sz="2000" cap="none">
                <a:solidFill>
                  <a:srgbClr val="3F3F3F"/>
                </a:solidFill>
              </a:rPr>
              <a:t> column of </a:t>
            </a:r>
            <a:r>
              <a:rPr sz="2000" i="1" cap="none">
                <a:solidFill>
                  <a:srgbClr val="3F3F3F"/>
                </a:solidFill>
              </a:rPr>
              <a:t>r</a:t>
            </a:r>
            <a:r>
              <a:rPr sz="2000" cap="none">
                <a:solidFill>
                  <a:srgbClr val="3F3F3F"/>
                </a:solidFill>
              </a:rPr>
              <a:t> deals with the same type of values as does the 2</a:t>
            </a:r>
            <a:r>
              <a:rPr sz="2000" cap="none" baseline="30000">
                <a:solidFill>
                  <a:srgbClr val="3F3F3F"/>
                </a:solidFill>
              </a:rPr>
              <a:t>nd </a:t>
            </a:r>
            <a:r>
              <a:rPr sz="2000" cap="none">
                <a:solidFill>
                  <a:srgbClr val="3F3F3F"/>
                </a:solidFill>
              </a:rPr>
              <a:t>column of </a:t>
            </a:r>
            <a:r>
              <a:rPr sz="2000" i="1" cap="none">
                <a:solidFill>
                  <a:srgbClr val="3F3F3F"/>
                </a:solidFill>
              </a:rPr>
              <a:t>s</a:t>
            </a:r>
            <a:r>
              <a:rPr sz="2000" cap="none">
                <a:solidFill>
                  <a:srgbClr val="3F3F3F"/>
                </a:solidFill>
              </a:rPr>
              <a:t>)</a:t>
            </a:r>
          </a:p>
          <a:p>
            <a:pPr defTabSz="914400">
              <a:lnSpc>
                <a:spcPct val="140000"/>
              </a:lnSpc>
              <a:tabLst>
                <a:tab pos="2965450" algn="ctr"/>
              </a:tabLst>
            </a:pPr>
            <a:r>
              <a:rPr sz="2200" cap="none">
                <a:solidFill>
                  <a:srgbClr val="3F3F3F"/>
                </a:solidFill>
              </a:rPr>
              <a:t>Example: to find all courses taught in the Fall 2017 semester, or in the Spring 2018 semester, or in both</a:t>
            </a:r>
            <a:br/>
            <a:r>
              <a:rPr sz="2200" cap="none">
                <a:solidFill>
                  <a:srgbClr val="3F3F3F"/>
                </a:solidFill>
              </a:rPr>
              <a:t>   </a:t>
            </a:r>
            <a:r>
              <a:rPr sz="2200" cap="none">
                <a:solidFill>
                  <a:srgbClr val="3F3F3F"/>
                </a:solidFill>
                <a:latin typeface="Symbol" pitchFamily="1" charset="0"/>
                <a:ea typeface="Calibri" pitchFamily="2" charset="0"/>
                <a:cs typeface="Calibri" pitchFamily="2" charset="0"/>
              </a:rPr>
              <a:t></a:t>
            </a:r>
            <a:r>
              <a:rPr sz="2200" i="1" cap="none" baseline="-24000">
                <a:solidFill>
                  <a:srgbClr val="3F3F3F"/>
                </a:solidFill>
              </a:rPr>
              <a:t>course_id</a:t>
            </a:r>
            <a:r>
              <a:rPr sz="2200" cap="none">
                <a:solidFill>
                  <a:srgbClr val="3F3F3F"/>
                </a:solidFill>
              </a:rPr>
              <a:t> (</a:t>
            </a:r>
            <a:r>
              <a:rPr sz="2200" i="1" cap="none">
                <a:solidFill>
                  <a:srgbClr val="3F3F3F"/>
                </a:solidFill>
                <a:latin typeface="Symbol" pitchFamily="1" charset="0"/>
                <a:ea typeface="Calibri" pitchFamily="2" charset="0"/>
                <a:cs typeface="Calibri" pitchFamily="2" charset="0"/>
              </a:rPr>
              <a:t></a:t>
            </a:r>
            <a:r>
              <a:rPr sz="2200" cap="none">
                <a:solidFill>
                  <a:srgbClr val="3F3F3F"/>
                </a:solidFill>
              </a:rPr>
              <a:t> </a:t>
            </a:r>
            <a:r>
              <a:rPr sz="2200" i="1" cap="none" baseline="-24000">
                <a:solidFill>
                  <a:srgbClr val="3F3F3F"/>
                </a:solidFill>
              </a:rPr>
              <a:t>semester=“Fall”  Λ year=2017 </a:t>
            </a:r>
            <a:r>
              <a:rPr sz="2200" cap="none">
                <a:solidFill>
                  <a:srgbClr val="3F3F3F"/>
                </a:solidFill>
              </a:rPr>
              <a:t>(</a:t>
            </a:r>
            <a:r>
              <a:rPr sz="2200" i="1" cap="none">
                <a:solidFill>
                  <a:srgbClr val="3F3F3F"/>
                </a:solidFill>
              </a:rPr>
              <a:t>section</a:t>
            </a:r>
            <a:r>
              <a:rPr sz="2200" cap="none">
                <a:solidFill>
                  <a:srgbClr val="3F3F3F"/>
                </a:solidFill>
              </a:rPr>
              <a:t>))  </a:t>
            </a:r>
            <a:r>
              <a:rPr sz="2200" cap="none">
                <a:solidFill>
                  <a:srgbClr val="3F3F3F"/>
                </a:solidFill>
                <a:latin typeface="Symbol" pitchFamily="1" charset="0"/>
                <a:ea typeface="Calibri" pitchFamily="2" charset="0"/>
                <a:cs typeface="Calibri" pitchFamily="2" charset="0"/>
              </a:rPr>
              <a:t></a:t>
            </a:r>
            <a:r>
              <a:rPr sz="2200" cap="none">
                <a:solidFill>
                  <a:srgbClr val="3F3F3F"/>
                </a:solidFill>
              </a:rPr>
              <a:t>  </a:t>
            </a:r>
            <a:br/>
            <a:r>
              <a:rPr sz="2200" cap="none">
                <a:solidFill>
                  <a:srgbClr val="3F3F3F"/>
                </a:solidFill>
              </a:rPr>
              <a:t>   </a:t>
            </a:r>
            <a:r>
              <a:rPr sz="2200" cap="none">
                <a:solidFill>
                  <a:srgbClr val="3F3F3F"/>
                </a:solidFill>
                <a:latin typeface="Symbol" pitchFamily="1" charset="0"/>
                <a:ea typeface="Calibri" pitchFamily="2" charset="0"/>
                <a:cs typeface="Calibri" pitchFamily="2" charset="0"/>
              </a:rPr>
              <a:t></a:t>
            </a:r>
            <a:r>
              <a:rPr sz="2200" i="1" cap="none" baseline="-24000">
                <a:solidFill>
                  <a:srgbClr val="3F3F3F"/>
                </a:solidFill>
              </a:rPr>
              <a:t>course_id</a:t>
            </a:r>
            <a:r>
              <a:rPr sz="2200" cap="none">
                <a:solidFill>
                  <a:srgbClr val="3F3F3F"/>
                </a:solidFill>
              </a:rPr>
              <a:t> (</a:t>
            </a:r>
            <a:r>
              <a:rPr sz="2200" i="1" cap="none">
                <a:solidFill>
                  <a:srgbClr val="3F3F3F"/>
                </a:solidFill>
                <a:latin typeface="Symbol" pitchFamily="1" charset="0"/>
                <a:ea typeface="Calibri" pitchFamily="2" charset="0"/>
                <a:cs typeface="Calibri" pitchFamily="2" charset="0"/>
              </a:rPr>
              <a:t></a:t>
            </a:r>
            <a:r>
              <a:rPr sz="2200" cap="none">
                <a:solidFill>
                  <a:srgbClr val="3F3F3F"/>
                </a:solidFill>
              </a:rPr>
              <a:t> </a:t>
            </a:r>
            <a:r>
              <a:rPr sz="2200" i="1" cap="none" baseline="-24000">
                <a:solidFill>
                  <a:srgbClr val="3F3F3F"/>
                </a:solidFill>
              </a:rPr>
              <a:t>semester=“Spring”  Λ year=2018 </a:t>
            </a:r>
            <a:r>
              <a:rPr sz="2200" cap="none">
                <a:solidFill>
                  <a:srgbClr val="3F3F3F"/>
                </a:solidFill>
              </a:rPr>
              <a:t>(</a:t>
            </a:r>
            <a:r>
              <a:rPr sz="2200" i="1" cap="none">
                <a:solidFill>
                  <a:srgbClr val="3F3F3F"/>
                </a:solidFill>
              </a:rPr>
              <a:t>section</a:t>
            </a:r>
            <a:r>
              <a:rPr sz="2200" cap="none">
                <a:solidFill>
                  <a:srgbClr val="3F3F3F"/>
                </a:solidFill>
              </a:rPr>
              <a:t>))</a:t>
            </a:r>
          </a:p>
          <a:p>
            <a:pPr>
              <a:buNone/>
            </a:pPr>
            <a:r>
              <a:rPr sz="2200" cap="none">
                <a:solidFill>
                  <a:srgbClr val="3F3F3F"/>
                </a:solidFill>
              </a:rPr>
              <a:t> </a:t>
            </a:r>
          </a:p>
          <a:p>
            <a:pPr defTabSz="914400">
              <a:lnSpc>
                <a:spcPct val="120000"/>
              </a:lnSpc>
              <a:tabLst>
                <a:tab pos="3257550" algn="ctr"/>
              </a:tabLst>
            </a:pPr>
            <a:endParaRPr sz="2200" cap="none">
              <a:solidFill>
                <a:srgbClr val="3F3F3F"/>
              </a:solidFill>
            </a:endParaRP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gfw5ZxMAAAAlAAAAZAAAAA0AAAAAkAAAAEgAAACQAAAAS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RHLEBf///wEAAAAAAAAAAAAAAAAAAAAAAAAAAAAAAAAAAAAAAAAAAAAAAAJ/f38A5+bmA8zMzADAwP8Af39/AAAAAAAAAAAAAAAAAAAAAAAAAAAAIQAAABgAAAAUAAAAkAYAAAgFAABwRAAAGwkAABAAAAAmAAAACAAAAH1w////////"/>
              </a:ext>
            </a:extLst>
          </p:cNvSpPr>
          <p:nvPr>
            <p:ph type="title"/>
          </p:nvPr>
        </p:nvSpPr>
        <p:spPr>
          <a:xfrm>
            <a:off x="1066800" y="817880"/>
            <a:ext cx="10058400" cy="662305"/>
          </a:xfrm>
          <a:noFill/>
          <a:ln>
            <a:noFill/>
          </a:ln>
          <a:effectLst/>
        </p:spPr>
        <p:txBody>
          <a:bodyPr vert="horz" wrap="square" lIns="91440" tIns="45720" rIns="91440" bIns="45720" numCol="1" spcCol="215900" anchor="ctr">
            <a:prstTxWarp prst="textNoShape">
              <a:avLst/>
            </a:prstTxWarp>
          </a:bodyPr>
          <a:lstStyle/>
          <a:p>
            <a:pPr>
              <a:spcBef>
                <a:spcPts val="0"/>
              </a:spcBef>
              <a:defRPr sz="3960" cap="none"/>
            </a:pPr>
            <a:r>
              <a:rPr b="1" cap="none"/>
              <a:t>Union Operation</a:t>
            </a:r>
          </a:p>
        </p:txBody>
      </p:sp>
      <p:sp>
        <p:nvSpPr>
          <p:cNvPr id="3" name="Content Placeholder 2"/>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gfw5ZxMAAAAlAAAAZAAAAA0AAAAAkAAAAEgAAACQAAAAS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RHLEBf///wEAAAAAAAAAAAAAAAAAAAAAAAAAAAAAAAAAAAAAAAAAAAAAAAJ/f38A5+bmA8zMzADAwP8Af39/AAAAAAAAAAAAAAAAAAAAAAAAAAAAIQAAABgAAAAUAAAAkAYAAPMKAABwRAAAkicAABAAAAAmAAAACAAAAH1w////////"/>
              </a:ext>
            </a:extLst>
          </p:cNvSpPr>
          <p:nvPr>
            <p:ph type="body" idx="1"/>
          </p:nvPr>
        </p:nvSpPr>
        <p:spPr>
          <a:xfrm>
            <a:off x="1066800" y="1779905"/>
            <a:ext cx="10058400" cy="4652645"/>
          </a:xfrm>
          <a:noFill/>
          <a:ln>
            <a:noFill/>
          </a:ln>
          <a:effectLst/>
        </p:spPr>
        <p:txBody>
          <a:bodyPr vert="horz" wrap="square" lIns="91440" tIns="45720" rIns="91440" bIns="45720" numCol="1" spcCol="215900" anchor="t">
            <a:prstTxWarp prst="textNoShape">
              <a:avLst/>
            </a:prstTxWarp>
          </a:bodyPr>
          <a:lstStyle/>
          <a:p>
            <a:pPr marL="0" indent="0" defTabSz="914400">
              <a:lnSpc>
                <a:spcPct val="140000"/>
              </a:lnSpc>
              <a:buNone/>
              <a:tabLst>
                <a:tab pos="2965450" algn="ctr"/>
              </a:tabLst>
            </a:pPr>
            <a:r>
              <a:rPr sz="2200" cap="none">
                <a:solidFill>
                  <a:srgbClr val="3F3F3F"/>
                </a:solidFill>
                <a:latin typeface="Symbol" pitchFamily="1" charset="0"/>
                <a:ea typeface="Calibri" pitchFamily="2" charset="0"/>
                <a:cs typeface="Calibri" pitchFamily="2" charset="0"/>
              </a:rPr>
              <a:t></a:t>
            </a:r>
            <a:r>
              <a:rPr sz="2200" i="1" cap="none" baseline="-24000">
                <a:solidFill>
                  <a:srgbClr val="3F3F3F"/>
                </a:solidFill>
              </a:rPr>
              <a:t>course_id</a:t>
            </a:r>
            <a:r>
              <a:rPr sz="2200" cap="none">
                <a:solidFill>
                  <a:srgbClr val="3F3F3F"/>
                </a:solidFill>
              </a:rPr>
              <a:t> (</a:t>
            </a:r>
            <a:r>
              <a:rPr sz="2200" i="1" cap="none">
                <a:solidFill>
                  <a:srgbClr val="3F3F3F"/>
                </a:solidFill>
                <a:latin typeface="Symbol" pitchFamily="1" charset="0"/>
                <a:ea typeface="Calibri" pitchFamily="2" charset="0"/>
                <a:cs typeface="Calibri" pitchFamily="2" charset="0"/>
              </a:rPr>
              <a:t></a:t>
            </a:r>
            <a:r>
              <a:rPr sz="2200" cap="none">
                <a:solidFill>
                  <a:srgbClr val="3F3F3F"/>
                </a:solidFill>
              </a:rPr>
              <a:t> </a:t>
            </a:r>
            <a:r>
              <a:rPr sz="2200" i="1" cap="none" baseline="-24000">
                <a:solidFill>
                  <a:srgbClr val="3F3F3F"/>
                </a:solidFill>
              </a:rPr>
              <a:t>semester=“Fall”  Λ year=2017 </a:t>
            </a:r>
            <a:r>
              <a:rPr sz="2200" cap="none">
                <a:solidFill>
                  <a:srgbClr val="3F3F3F"/>
                </a:solidFill>
              </a:rPr>
              <a:t>(</a:t>
            </a:r>
            <a:r>
              <a:rPr sz="2200" i="1" cap="none">
                <a:solidFill>
                  <a:srgbClr val="3F3F3F"/>
                </a:solidFill>
              </a:rPr>
              <a:t>section</a:t>
            </a:r>
            <a:r>
              <a:rPr sz="2200" cap="none">
                <a:solidFill>
                  <a:srgbClr val="3F3F3F"/>
                </a:solidFill>
              </a:rPr>
              <a:t>))  </a:t>
            </a:r>
            <a:r>
              <a:rPr sz="2200" cap="none">
                <a:solidFill>
                  <a:srgbClr val="3F3F3F"/>
                </a:solidFill>
                <a:latin typeface="Symbol" pitchFamily="1" charset="0"/>
                <a:ea typeface="Calibri" pitchFamily="2" charset="0"/>
                <a:cs typeface="Calibri" pitchFamily="2" charset="0"/>
              </a:rPr>
              <a:t></a:t>
            </a:r>
            <a:r>
              <a:rPr sz="2200" cap="none">
                <a:solidFill>
                  <a:srgbClr val="3F3F3F"/>
                </a:solidFill>
              </a:rPr>
              <a:t>  </a:t>
            </a:r>
            <a:br/>
            <a:r>
              <a:rPr sz="2200" cap="none">
                <a:solidFill>
                  <a:srgbClr val="3F3F3F"/>
                </a:solidFill>
              </a:rPr>
              <a:t> </a:t>
            </a:r>
            <a:r>
              <a:rPr sz="2200" cap="none">
                <a:solidFill>
                  <a:srgbClr val="3F3F3F"/>
                </a:solidFill>
                <a:latin typeface="Symbol" pitchFamily="1" charset="0"/>
                <a:ea typeface="Calibri" pitchFamily="2" charset="0"/>
                <a:cs typeface="Calibri" pitchFamily="2" charset="0"/>
              </a:rPr>
              <a:t></a:t>
            </a:r>
            <a:r>
              <a:rPr sz="2200" i="1" cap="none" baseline="-24000">
                <a:solidFill>
                  <a:srgbClr val="3F3F3F"/>
                </a:solidFill>
              </a:rPr>
              <a:t>course_id</a:t>
            </a:r>
            <a:r>
              <a:rPr sz="2200" cap="none">
                <a:solidFill>
                  <a:srgbClr val="3F3F3F"/>
                </a:solidFill>
              </a:rPr>
              <a:t> (</a:t>
            </a:r>
            <a:r>
              <a:rPr sz="2200" i="1" cap="none">
                <a:solidFill>
                  <a:srgbClr val="3F3F3F"/>
                </a:solidFill>
                <a:latin typeface="Symbol" pitchFamily="1" charset="0"/>
                <a:ea typeface="Calibri" pitchFamily="2" charset="0"/>
                <a:cs typeface="Calibri" pitchFamily="2" charset="0"/>
              </a:rPr>
              <a:t></a:t>
            </a:r>
            <a:r>
              <a:rPr sz="2200" cap="none">
                <a:solidFill>
                  <a:srgbClr val="3F3F3F"/>
                </a:solidFill>
              </a:rPr>
              <a:t> </a:t>
            </a:r>
            <a:r>
              <a:rPr sz="2200" i="1" cap="none" baseline="-24000">
                <a:solidFill>
                  <a:srgbClr val="3F3F3F"/>
                </a:solidFill>
              </a:rPr>
              <a:t>semester=“Spring”  Λ year=2018 </a:t>
            </a:r>
            <a:r>
              <a:rPr sz="2200" cap="none">
                <a:solidFill>
                  <a:srgbClr val="3F3F3F"/>
                </a:solidFill>
              </a:rPr>
              <a:t>(</a:t>
            </a:r>
            <a:r>
              <a:rPr sz="2200" i="1" cap="none">
                <a:solidFill>
                  <a:srgbClr val="3F3F3F"/>
                </a:solidFill>
              </a:rPr>
              <a:t>section</a:t>
            </a:r>
            <a:r>
              <a:rPr sz="2200" cap="none">
                <a:solidFill>
                  <a:srgbClr val="3F3F3F"/>
                </a:solidFill>
              </a:rPr>
              <a:t>))</a:t>
            </a:r>
          </a:p>
          <a:p>
            <a:pPr>
              <a:buNone/>
            </a:pPr>
            <a:r>
              <a:rPr sz="2200" cap="none">
                <a:solidFill>
                  <a:srgbClr val="3F3F3F"/>
                </a:solidFill>
              </a:rPr>
              <a:t> </a:t>
            </a:r>
          </a:p>
          <a:p>
            <a:pPr defTabSz="914400">
              <a:lnSpc>
                <a:spcPct val="120000"/>
              </a:lnSpc>
              <a:tabLst>
                <a:tab pos="3257550" algn="ctr"/>
              </a:tabLst>
            </a:pPr>
            <a:endParaRPr sz="2200" cap="none">
              <a:solidFill>
                <a:srgbClr val="3F3F3F"/>
              </a:solidFill>
            </a:endParaRPr>
          </a:p>
        </p:txBody>
      </p:sp>
      <p:pic>
        <p:nvPicPr>
          <p:cNvPr id="4" name="Graphic 3"/>
          <p:cNvPicPr>
            <a:picLocks noChangeAspect="1"/>
            <a:extLst>
              <a:ext uri="smNativeData">
                <pr:smNativeData xmlns="smNativeData" xmlns:pr="smNativeData" xmlns:p15="http://schemas.microsoft.com/office/powerpoint/2012/main" xmlns:p14="http://schemas.microsoft.com/office/powerpoint/2010/main" xmlns:mc="http://schemas.openxmlformats.org/markup-compatibility/2006" val="SMDATA_17_gfw5ZxMAAAAlAAAAEQAAAC0AAAAAkAAAAEgAAACQAAAAS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AcAAAA4AAAAAAAAAAAAAAAAAAAA////AAAAAAAAAAAAoQ4AAAAAAADCDgAAagUAAAAAAABkAAAAZAAAAAAAAAAjAAAABAAAAGQAAAAXAAAAFAAAAAAAAAAAAAAA/38AAP9/AAAAAAAACQAAAAQAAAA5NTMxHgAAAGgAAAAAAAAAAAAAAAAAAAAAAAAAAAAAABAnAAAQJwAAAAAAAAAAAAAAAAAAAAAAAAAAAAAAAAAAAAAAAAAAAAAUAAAAAAAAAMDA/wAAAAAAZAAAADIAAAAAAAAAZAAAAAAAAAB/f38ACgAAACIAAAAYAAAAAAAAAAAAAAAAAAAAAAAAAAAAAAAAAAAAJAAAACQAAAAAAAAABwAAAAAAAAAAAAAAAAAAAAAAAAAAAAAAAAAAAH9/fwAlAAAAWAAAAAAAAAAAAAAAAAAAAAAAAAAAAAAAAAAAAAAAAAAAAAAAAAAAAAAAAAAAAAAAPwAAAAAAAACghgEAAAAAAAAAAAAAAAAADAAAAAEAAAAAAAAAAAAAAAAAAAAfAAAAVAAAAERyxAX///8BAAAAAAAAAAAAAAAAAAAAAAAAAAAAAAAAAAAAAAAAAAAAAAACf39/AOfm5gPMzMwAwMD/AH9/fwAAAAAAAAAAAAAAAAD///8AAAAAACEAAAAYAAAAFAAAAEceAABcEwAAuSwAADAqAAAQAAAAJgAAAAgAAAD//////////w=="/>
              </a:ext>
            </a:extLst>
          </p:cNvPicPr>
          <p:nvPr/>
        </p:nvPicPr>
        <p:blipFill>
          <a:blip r:embed="rId2"/>
          <a:srcRect l="37450" r="37780" b="13860"/>
          <a:stretch>
            <a:fillRect/>
          </a:stretch>
        </p:blipFill>
        <p:spPr>
          <a:xfrm>
            <a:off x="4921885" y="3147060"/>
            <a:ext cx="2348230" cy="3710940"/>
          </a:xfrm>
          <a:prstGeom prst="rect">
            <a:avLst/>
          </a:prstGeom>
          <a:noFill/>
          <a:ln>
            <a:noFill/>
          </a:ln>
          <a:effectLst/>
        </p:spPr>
      </p:pic>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gfw5ZxMAAAAlAAAAZAAAAA0AAAAAkAAAAEgAAACQAAAAS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RHLEBf///wEAAAAAAAAAAAAAAAAAAAAAAAAAAAAAAAAAAAAAAAAAAAAAAAJ/f38A5+bmA8zMzADAwP8Af39/AAAAAAAAAAAAAAAAAAAAAAAAAAAAIQAAABgAAAAUAAAAkAYAAAgFAABwRAAAGwkAABAAAAAmAAAACAAAAH1w////////"/>
              </a:ext>
            </a:extLst>
          </p:cNvSpPr>
          <p:nvPr>
            <p:ph type="title"/>
          </p:nvPr>
        </p:nvSpPr>
        <p:spPr>
          <a:xfrm>
            <a:off x="1066800" y="817880"/>
            <a:ext cx="10058400" cy="662305"/>
          </a:xfrm>
          <a:noFill/>
          <a:ln>
            <a:noFill/>
          </a:ln>
          <a:effectLst/>
        </p:spPr>
        <p:txBody>
          <a:bodyPr vert="horz" wrap="square" lIns="91440" tIns="45720" rIns="91440" bIns="45720" numCol="1" spcCol="215900" anchor="ctr">
            <a:prstTxWarp prst="textNoShape">
              <a:avLst/>
            </a:prstTxWarp>
          </a:bodyPr>
          <a:lstStyle/>
          <a:p>
            <a:pPr>
              <a:spcBef>
                <a:spcPts val="0"/>
              </a:spcBef>
              <a:defRPr sz="3960" cap="none"/>
            </a:pPr>
            <a:r>
              <a:rPr b="1" cap="none"/>
              <a:t>Set - Intersection Operation</a:t>
            </a:r>
          </a:p>
        </p:txBody>
      </p:sp>
      <p:sp>
        <p:nvSpPr>
          <p:cNvPr id="3" name="Content Placeholder 2"/>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gfw5ZxMAAAAlAAAAZAAAAA0AAAAAkAAAAEgAAACQAAAAS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HBoNS0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RHLEBf///wEAAAAAAAAAAAAAAAAAAAAAAAAAAAAAAAAAAAAAAAAAAAAAAAJ/f38A5+bmA8zMzADAwP8Af39/AAAAAAAAAAAAAAAAAAAAAAAAAAAAIQAAABgAAAAUAAAAkAYAAPMKAABwRAAAkicAABAAAAAmAAAACAAAAH1w////////"/>
              </a:ext>
            </a:extLst>
          </p:cNvSpPr>
          <p:nvPr>
            <p:ph type="body" idx="1"/>
          </p:nvPr>
        </p:nvSpPr>
        <p:spPr>
          <a:xfrm>
            <a:off x="1066800" y="1779905"/>
            <a:ext cx="10058400" cy="4652645"/>
          </a:xfrm>
          <a:noFill/>
          <a:ln>
            <a:noFill/>
          </a:ln>
          <a:effectLst/>
        </p:spPr>
        <p:txBody>
          <a:bodyPr vert="horz" wrap="square" lIns="91440" tIns="45720" rIns="91440" bIns="45720" numCol="1" spcCol="215900" anchor="t">
            <a:prstTxWarp prst="textNoShape">
              <a:avLst/>
            </a:prstTxWarp>
          </a:bodyPr>
          <a:lstStyle/>
          <a:p>
            <a:r>
              <a:rPr sz="2200" cap="none">
                <a:solidFill>
                  <a:srgbClr val="3F3F3F"/>
                </a:solidFill>
              </a:rPr>
              <a:t>The  set-intersection  operation  allows us to find tuples that are in both the input relations.</a:t>
            </a:r>
          </a:p>
          <a:p>
            <a:r>
              <a:rPr sz="2200" cap="none">
                <a:solidFill>
                  <a:srgbClr val="3F3F3F"/>
                </a:solidFill>
              </a:rPr>
              <a:t>Notation: </a:t>
            </a:r>
            <a:r>
              <a:rPr sz="2200" i="1" cap="none">
                <a:solidFill>
                  <a:srgbClr val="3F3F3F"/>
                </a:solidFill>
              </a:rPr>
              <a:t>r</a:t>
            </a:r>
            <a:r>
              <a:rPr sz="2200" cap="none">
                <a:solidFill>
                  <a:srgbClr val="3F3F3F"/>
                </a:solidFill>
              </a:rPr>
              <a:t> </a:t>
            </a:r>
            <a:r>
              <a:rPr sz="2200" cap="none">
                <a:solidFill>
                  <a:srgbClr val="3F3F3F"/>
                </a:solidFill>
                <a:latin typeface="Symbol" pitchFamily="1" charset="0"/>
                <a:ea typeface="Calibri" pitchFamily="2" charset="0"/>
                <a:cs typeface="Calibri" pitchFamily="2" charset="0"/>
              </a:rPr>
              <a:t></a:t>
            </a:r>
            <a:r>
              <a:rPr sz="2200" cap="none">
                <a:solidFill>
                  <a:srgbClr val="3F3F3F"/>
                </a:solidFill>
              </a:rPr>
              <a:t> </a:t>
            </a:r>
            <a:r>
              <a:rPr sz="2200" i="1" cap="none">
                <a:solidFill>
                  <a:srgbClr val="3F3F3F"/>
                </a:solidFill>
              </a:rPr>
              <a:t>s</a:t>
            </a:r>
            <a:endParaRPr sz="2200" cap="none">
              <a:solidFill>
                <a:srgbClr val="3F3F3F"/>
              </a:solidFill>
            </a:endParaRPr>
          </a:p>
          <a:p>
            <a:r>
              <a:rPr sz="2200" cap="none">
                <a:solidFill>
                  <a:srgbClr val="3F3F3F"/>
                </a:solidFill>
              </a:rPr>
              <a:t>Assume: </a:t>
            </a:r>
          </a:p>
          <a:p>
            <a:pPr lvl="1">
              <a:buFont typeface="Courier New" pitchFamily="3" charset="0"/>
              <a:buChar char="o"/>
            </a:pPr>
            <a:r>
              <a:rPr sz="2000" i="1" cap="none">
                <a:solidFill>
                  <a:srgbClr val="3F3F3F"/>
                </a:solidFill>
              </a:rPr>
              <a:t>r</a:t>
            </a:r>
            <a:r>
              <a:rPr sz="2000" cap="none">
                <a:solidFill>
                  <a:srgbClr val="3F3F3F"/>
                </a:solidFill>
              </a:rPr>
              <a:t>, </a:t>
            </a:r>
            <a:r>
              <a:rPr sz="2000" i="1" cap="none">
                <a:solidFill>
                  <a:srgbClr val="3F3F3F"/>
                </a:solidFill>
              </a:rPr>
              <a:t>s</a:t>
            </a:r>
            <a:r>
              <a:rPr sz="2000" cap="none">
                <a:solidFill>
                  <a:srgbClr val="3F3F3F"/>
                </a:solidFill>
              </a:rPr>
              <a:t> have the </a:t>
            </a:r>
            <a:r>
              <a:rPr sz="2000" i="1" cap="none">
                <a:solidFill>
                  <a:srgbClr val="3F3F3F"/>
                </a:solidFill>
              </a:rPr>
              <a:t>same arity</a:t>
            </a:r>
            <a:r>
              <a:rPr sz="2000" cap="none">
                <a:solidFill>
                  <a:srgbClr val="3F3F3F"/>
                </a:solidFill>
              </a:rPr>
              <a:t> </a:t>
            </a:r>
          </a:p>
          <a:p>
            <a:pPr lvl="1">
              <a:buFont typeface="Courier New" pitchFamily="3" charset="0"/>
              <a:buChar char="o"/>
            </a:pPr>
            <a:r>
              <a:rPr sz="2000" cap="none">
                <a:solidFill>
                  <a:srgbClr val="3F3F3F"/>
                </a:solidFill>
              </a:rPr>
              <a:t>attributes of </a:t>
            </a:r>
            <a:r>
              <a:rPr sz="2000" i="1" cap="none">
                <a:solidFill>
                  <a:srgbClr val="3F3F3F"/>
                </a:solidFill>
              </a:rPr>
              <a:t>r</a:t>
            </a:r>
            <a:r>
              <a:rPr sz="2000" cap="none">
                <a:solidFill>
                  <a:srgbClr val="3F3F3F"/>
                </a:solidFill>
              </a:rPr>
              <a:t> and </a:t>
            </a:r>
            <a:r>
              <a:rPr sz="2000" i="1" cap="none">
                <a:solidFill>
                  <a:srgbClr val="3F3F3F"/>
                </a:solidFill>
              </a:rPr>
              <a:t>s</a:t>
            </a:r>
            <a:r>
              <a:rPr sz="2000" cap="none">
                <a:solidFill>
                  <a:srgbClr val="3F3F3F"/>
                </a:solidFill>
              </a:rPr>
              <a:t> are compatible</a:t>
            </a:r>
          </a:p>
          <a:p>
            <a:r>
              <a:rPr sz="2200" cap="none">
                <a:solidFill>
                  <a:srgbClr val="3F3F3F"/>
                </a:solidFill>
              </a:rPr>
              <a:t>Example: Find the set of all courses taught in both the Fall 2017 and the Spring 2018 semesters.</a:t>
            </a:r>
          </a:p>
          <a:p>
            <a:pPr>
              <a:buNone/>
            </a:pPr>
            <a:r>
              <a:rPr sz="2000" cap="none">
                <a:solidFill>
                  <a:srgbClr val="3F3F3F"/>
                </a:solidFill>
              </a:rPr>
              <a:t>           </a:t>
            </a:r>
            <a:r>
              <a:rPr sz="2000" cap="none">
                <a:solidFill>
                  <a:srgbClr val="3F3F3F"/>
                </a:solidFill>
                <a:latin typeface="Symbol" pitchFamily="1" charset="0"/>
                <a:ea typeface="Calibri" pitchFamily="2" charset="0"/>
                <a:cs typeface="Calibri" pitchFamily="2" charset="0"/>
              </a:rPr>
              <a:t></a:t>
            </a:r>
            <a:r>
              <a:rPr sz="2000" i="1" cap="none" baseline="-24000">
                <a:solidFill>
                  <a:srgbClr val="3F3F3F"/>
                </a:solidFill>
              </a:rPr>
              <a:t>course_id</a:t>
            </a:r>
            <a:r>
              <a:rPr sz="2000" cap="none">
                <a:solidFill>
                  <a:srgbClr val="3F3F3F"/>
                </a:solidFill>
              </a:rPr>
              <a:t> (</a:t>
            </a:r>
            <a:r>
              <a:rPr sz="2000" i="1" cap="none">
                <a:solidFill>
                  <a:srgbClr val="3F3F3F"/>
                </a:solidFill>
                <a:latin typeface="Symbol" pitchFamily="1" charset="0"/>
                <a:ea typeface="Calibri" pitchFamily="2" charset="0"/>
                <a:cs typeface="Calibri" pitchFamily="2" charset="0"/>
              </a:rPr>
              <a:t></a:t>
            </a:r>
            <a:r>
              <a:rPr sz="2000" cap="none">
                <a:solidFill>
                  <a:srgbClr val="3F3F3F"/>
                </a:solidFill>
              </a:rPr>
              <a:t> </a:t>
            </a:r>
            <a:r>
              <a:rPr sz="2000" i="1" cap="none" baseline="-24000">
                <a:solidFill>
                  <a:srgbClr val="3F3F3F"/>
                </a:solidFill>
              </a:rPr>
              <a:t>semester=“Fall”  Λ year=2017 </a:t>
            </a:r>
            <a:r>
              <a:rPr sz="2000" cap="none">
                <a:solidFill>
                  <a:srgbClr val="3F3F3F"/>
                </a:solidFill>
              </a:rPr>
              <a:t>(</a:t>
            </a:r>
            <a:r>
              <a:rPr sz="2000" i="1" cap="none">
                <a:solidFill>
                  <a:srgbClr val="3F3F3F"/>
                </a:solidFill>
              </a:rPr>
              <a:t>section</a:t>
            </a:r>
            <a:r>
              <a:rPr sz="2000" cap="none">
                <a:solidFill>
                  <a:srgbClr val="3F3F3F"/>
                </a:solidFill>
              </a:rPr>
              <a:t>)) </a:t>
            </a:r>
            <a:r>
              <a:rPr sz="2000" cap="none">
                <a:solidFill>
                  <a:srgbClr val="3F3F3F"/>
                </a:solidFill>
                <a:latin typeface="Symbol" pitchFamily="1" charset="0"/>
                <a:ea typeface="Calibri" pitchFamily="2" charset="0"/>
                <a:cs typeface="Calibri" pitchFamily="2" charset="0"/>
              </a:rPr>
              <a:t></a:t>
            </a:r>
            <a:r>
              <a:rPr sz="2000" cap="none">
                <a:solidFill>
                  <a:srgbClr val="3F3F3F"/>
                </a:solidFill>
              </a:rPr>
              <a:t> </a:t>
            </a:r>
            <a:br/>
            <a:r>
              <a:rPr sz="2000" cap="none">
                <a:solidFill>
                  <a:srgbClr val="3F3F3F"/>
                </a:solidFill>
              </a:rPr>
              <a:t>     </a:t>
            </a:r>
            <a:r>
              <a:rPr sz="2000" cap="none">
                <a:solidFill>
                  <a:srgbClr val="3F3F3F"/>
                </a:solidFill>
                <a:latin typeface="Symbol" pitchFamily="1" charset="0"/>
                <a:ea typeface="Calibri" pitchFamily="2" charset="0"/>
                <a:cs typeface="Calibri" pitchFamily="2" charset="0"/>
              </a:rPr>
              <a:t></a:t>
            </a:r>
            <a:r>
              <a:rPr sz="2000" i="1" cap="none" baseline="-24000">
                <a:solidFill>
                  <a:srgbClr val="3F3F3F"/>
                </a:solidFill>
              </a:rPr>
              <a:t>course_id</a:t>
            </a:r>
            <a:r>
              <a:rPr sz="2000" cap="none">
                <a:solidFill>
                  <a:srgbClr val="3F3F3F"/>
                </a:solidFill>
              </a:rPr>
              <a:t> (</a:t>
            </a:r>
            <a:r>
              <a:rPr sz="2000" i="1" cap="none">
                <a:solidFill>
                  <a:srgbClr val="3F3F3F"/>
                </a:solidFill>
                <a:latin typeface="Symbol" pitchFamily="1" charset="0"/>
                <a:ea typeface="Calibri" pitchFamily="2" charset="0"/>
                <a:cs typeface="Calibri" pitchFamily="2" charset="0"/>
              </a:rPr>
              <a:t></a:t>
            </a:r>
            <a:r>
              <a:rPr sz="2000" cap="none">
                <a:solidFill>
                  <a:srgbClr val="3F3F3F"/>
                </a:solidFill>
              </a:rPr>
              <a:t> </a:t>
            </a:r>
            <a:r>
              <a:rPr sz="2000" i="1" cap="none" baseline="-24000">
                <a:solidFill>
                  <a:srgbClr val="3F3F3F"/>
                </a:solidFill>
              </a:rPr>
              <a:t>semester=“Spring”  Λ year=2018 </a:t>
            </a:r>
            <a:r>
              <a:rPr sz="2000" cap="none">
                <a:solidFill>
                  <a:srgbClr val="3F3F3F"/>
                </a:solidFill>
              </a:rPr>
              <a:t>(</a:t>
            </a:r>
            <a:r>
              <a:rPr sz="2000" i="1" cap="none">
                <a:solidFill>
                  <a:srgbClr val="3F3F3F"/>
                </a:solidFill>
              </a:rPr>
              <a:t>section</a:t>
            </a:r>
            <a:r>
              <a:rPr sz="2000" cap="none">
                <a:solidFill>
                  <a:srgbClr val="3F3F3F"/>
                </a:solidFill>
              </a:rPr>
              <a:t>))</a:t>
            </a:r>
          </a:p>
        </p:txBody>
      </p:sp>
      <p:pic>
        <p:nvPicPr>
          <p:cNvPr id="4" name="Graphic 3"/>
          <p:cNvPicPr>
            <a:picLocks noChangeAspect="1"/>
            <a:extLst>
              <a:ext uri="smNativeData">
                <pr:smNativeData xmlns="smNativeData" xmlns:pr="smNativeData" xmlns:p15="http://schemas.microsoft.com/office/powerpoint/2012/main" xmlns:p14="http://schemas.microsoft.com/office/powerpoint/2010/main" xmlns:mc="http://schemas.openxmlformats.org/markup-compatibility/2006" val="SMDATA_17_gfw5ZxMAAAAlAAAAEQAAAC0AAAAAkAAAAEgAAACQAAAAS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AcAAAA4AAAAAAAAAAAAAAAAAAAA////AAAAAAAAAAAAKg8AAAAAAAD2DwAAAg0AAAAAAABkAAAAZAAAAAAAAAAjAAAABAAAAGQAAAAXAAAAFAAAAAAAAAAAAAAA/38AAP9/AAAAAAAACQAAAAQAAAAtMC41HgAAAGgAAAAAAAAAAAAAAAAAAAAAAAAAAAAAABAnAAAQJwAAAAAAAAAAAAAAAAAAAAAAAAAAAAAAAAAAAAAAAAAAAAAUAAAAAAAAAMDA/wAAAAAAZAAAADIAAAAAAAAAZAAAAAAAAAB/f38ACgAAACIAAAAYAAAAAAAAAAAAAAAAAAAAAAAAAAAAAAAAAAAAJAAAACQAAAAAAAAABwAAAAAAAAAAAAAAAAAAAAAAAAAAAAAAAAAAAH9/fwAlAAAAWAAAAAAAAAAAAAAAAAAAAAAAAAAAAAAAAAAAAAAAAAAAAAAAAAAAAAAAAAAAAAAAPwAAAAAAAACghgEAAAAAAAAAAAAAAAAADAAAAAEAAAAAAAAAAAAAAAAAAAAfAAAAVAAAAERyxAX///8BAAAAAAAAAAAAAAAAAAAAAAAAAAAAAAAAAAAAAAAAAAAAAAACf39/AOfm5gPMzMwAwMD/AH9/fwAAAAAAAAAAAAAAAAD///8AAAAAACEAAAAYAAAAFAAAAJAGAAAEIgAACBEAAEwoAAAQAAAAJgAAAAgAAAD//////////w=="/>
              </a:ext>
            </a:extLst>
          </p:cNvPicPr>
          <p:nvPr/>
        </p:nvPicPr>
        <p:blipFill>
          <a:blip r:embed="rId2"/>
          <a:srcRect l="38820" r="40860" b="33300"/>
          <a:stretch>
            <a:fillRect/>
          </a:stretch>
        </p:blipFill>
        <p:spPr>
          <a:xfrm>
            <a:off x="1066800" y="5529580"/>
            <a:ext cx="1701800" cy="1021080"/>
          </a:xfrm>
          <a:prstGeom prst="rect">
            <a:avLst/>
          </a:prstGeom>
          <a:noFill/>
          <a:ln>
            <a:noFill/>
          </a:ln>
          <a:effectLst/>
        </p:spPr>
      </p:pic>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gfw5ZxMAAAAlAAAAZAAAAA0AAAAAkAAAAEgAAACQAAAAS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H8B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RHLEBf///wEAAAAAAAAAAAAAAAAAAAAAAAAAAAAAAAAAAAAAAAAAAAAAAAJ/f38A5+bmA8zMzADAwP8Af39/AAAAAAAAAAAAAAAAAAAAAAAAAAAAIQAAABgAAAAUAAAAkAYAAAgFAABwRAAAGwkAABAAAAAmAAAACAAAAH1w////////"/>
              </a:ext>
            </a:extLst>
          </p:cNvSpPr>
          <p:nvPr>
            <p:ph type="title"/>
          </p:nvPr>
        </p:nvSpPr>
        <p:spPr>
          <a:xfrm>
            <a:off x="1066800" y="817880"/>
            <a:ext cx="10058400" cy="662305"/>
          </a:xfrm>
          <a:noFill/>
          <a:ln>
            <a:noFill/>
          </a:ln>
          <a:effectLst/>
        </p:spPr>
        <p:txBody>
          <a:bodyPr vert="horz" wrap="square" lIns="91440" tIns="45720" rIns="91440" bIns="45720" numCol="1" spcCol="215900" anchor="ctr">
            <a:prstTxWarp prst="textNoShape">
              <a:avLst/>
            </a:prstTxWarp>
          </a:bodyPr>
          <a:lstStyle/>
          <a:p>
            <a:pPr>
              <a:spcBef>
                <a:spcPts val="0"/>
              </a:spcBef>
              <a:defRPr sz="3960" cap="none"/>
            </a:pPr>
            <a:r>
              <a:rPr b="1" cap="none"/>
              <a:t>Set Difference Operation</a:t>
            </a:r>
          </a:p>
        </p:txBody>
      </p:sp>
      <p:sp>
        <p:nvSpPr>
          <p:cNvPr id="3" name="Content Placeholder 2"/>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gfw5ZxMAAAAlAAAAZAAAAA0AAAAAkAAAAEgAAACQAAAAS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D7o2aw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RHLEBf///wEAAAAAAAAAAAAAAAAAAAAAAAAAAAAAAAAAAAAAAAAAAAAAAAJ/f38A5+bmA8zMzADAwP8Af39/AAAAAAAAAAAAAAAAAAAAAAAAAAAAIQAAABgAAAAUAAAAkAYAAPMKAABwRAAAkicAABAAAAAmAAAACAAAAH1w////////"/>
              </a:ext>
            </a:extLst>
          </p:cNvSpPr>
          <p:nvPr>
            <p:ph type="body" idx="1"/>
          </p:nvPr>
        </p:nvSpPr>
        <p:spPr>
          <a:xfrm>
            <a:off x="1066800" y="1779905"/>
            <a:ext cx="10058400" cy="4652645"/>
          </a:xfrm>
          <a:noFill/>
          <a:ln>
            <a:noFill/>
          </a:ln>
          <a:effectLst/>
        </p:spPr>
        <p:txBody>
          <a:bodyPr vert="horz" wrap="square" lIns="91440" tIns="45720" rIns="91440" bIns="45720" numCol="1" spcCol="215900" anchor="t">
            <a:prstTxWarp prst="textNoShape">
              <a:avLst/>
            </a:prstTxWarp>
          </a:bodyPr>
          <a:lstStyle/>
          <a:p>
            <a:pPr>
              <a:spcBef>
                <a:spcPts val="1580"/>
              </a:spcBef>
            </a:pPr>
            <a:r>
              <a:rPr sz="2200" cap="none">
                <a:solidFill>
                  <a:srgbClr val="3F3F3F"/>
                </a:solidFill>
              </a:rPr>
              <a:t>The set-difference operation allows us to find tuples that are in one relation but are not in another. </a:t>
            </a:r>
          </a:p>
          <a:p>
            <a:pPr>
              <a:spcBef>
                <a:spcPts val="1580"/>
              </a:spcBef>
            </a:pPr>
            <a:r>
              <a:rPr sz="2200" cap="none">
                <a:solidFill>
                  <a:srgbClr val="3F3F3F"/>
                </a:solidFill>
              </a:rPr>
              <a:t>Notation </a:t>
            </a:r>
            <a:r>
              <a:rPr sz="2200" i="1" cap="none">
                <a:solidFill>
                  <a:srgbClr val="3F3F3F"/>
                </a:solidFill>
              </a:rPr>
              <a:t>r – s</a:t>
            </a:r>
          </a:p>
          <a:p>
            <a:r>
              <a:rPr sz="2200" cap="none">
                <a:solidFill>
                  <a:srgbClr val="3F3F3F"/>
                </a:solidFill>
              </a:rPr>
              <a:t>Set differences must be taken between </a:t>
            </a:r>
            <a:r>
              <a:rPr sz="2200" b="1" cap="none">
                <a:solidFill>
                  <a:srgbClr val="3F3F3F"/>
                </a:solidFill>
              </a:rPr>
              <a:t>compatible</a:t>
            </a:r>
            <a:r>
              <a:rPr sz="2200" cap="none">
                <a:solidFill>
                  <a:srgbClr val="3F3F3F"/>
                </a:solidFill>
              </a:rPr>
              <a:t> relations.</a:t>
            </a:r>
          </a:p>
          <a:p>
            <a:pPr lvl="1">
              <a:buFont typeface="Courier New" pitchFamily="3" charset="0"/>
              <a:buChar char="o"/>
            </a:pPr>
            <a:r>
              <a:rPr sz="2000" i="1" cap="none">
                <a:solidFill>
                  <a:srgbClr val="3F3F3F"/>
                </a:solidFill>
              </a:rPr>
              <a:t>r</a:t>
            </a:r>
            <a:r>
              <a:rPr sz="2000" cap="none">
                <a:solidFill>
                  <a:srgbClr val="3F3F3F"/>
                </a:solidFill>
              </a:rPr>
              <a:t> and </a:t>
            </a:r>
            <a:r>
              <a:rPr sz="2000" i="1" cap="none">
                <a:solidFill>
                  <a:srgbClr val="3F3F3F"/>
                </a:solidFill>
              </a:rPr>
              <a:t>s</a:t>
            </a:r>
            <a:r>
              <a:rPr sz="2000" cap="none">
                <a:solidFill>
                  <a:srgbClr val="3F3F3F"/>
                </a:solidFill>
              </a:rPr>
              <a:t> must have the same arity</a:t>
            </a:r>
          </a:p>
          <a:p>
            <a:pPr lvl="1">
              <a:buFont typeface="Courier New" pitchFamily="3" charset="0"/>
              <a:buChar char="o"/>
            </a:pPr>
            <a:r>
              <a:rPr sz="2000" cap="none">
                <a:solidFill>
                  <a:srgbClr val="3F3F3F"/>
                </a:solidFill>
              </a:rPr>
              <a:t>attribute domains of </a:t>
            </a:r>
            <a:r>
              <a:rPr sz="2000" i="1" cap="none">
                <a:solidFill>
                  <a:srgbClr val="3F3F3F"/>
                </a:solidFill>
              </a:rPr>
              <a:t>r </a:t>
            </a:r>
            <a:r>
              <a:rPr sz="2000" cap="none">
                <a:solidFill>
                  <a:srgbClr val="3F3F3F"/>
                </a:solidFill>
              </a:rPr>
              <a:t>and </a:t>
            </a:r>
            <a:r>
              <a:rPr sz="2000" i="1" cap="none">
                <a:solidFill>
                  <a:srgbClr val="3F3F3F"/>
                </a:solidFill>
              </a:rPr>
              <a:t>s </a:t>
            </a:r>
            <a:r>
              <a:rPr sz="2000" cap="none">
                <a:solidFill>
                  <a:srgbClr val="3F3F3F"/>
                </a:solidFill>
              </a:rPr>
              <a:t>must be compatible</a:t>
            </a:r>
          </a:p>
          <a:p>
            <a:pPr>
              <a:lnSpc>
                <a:spcPct val="140000"/>
              </a:lnSpc>
            </a:pPr>
            <a:r>
              <a:rPr sz="2200" cap="none">
                <a:solidFill>
                  <a:srgbClr val="3F3F3F"/>
                </a:solidFill>
              </a:rPr>
              <a:t>Example: to find all courses taught in the Fall 2017 semester, but not in the Spring 2018 semester</a:t>
            </a:r>
            <a:br/>
            <a:r>
              <a:rPr sz="2200" cap="none">
                <a:solidFill>
                  <a:srgbClr val="3F3F3F"/>
                </a:solidFill>
              </a:rPr>
              <a:t>   </a:t>
            </a:r>
            <a:r>
              <a:rPr sz="2200" cap="none">
                <a:solidFill>
                  <a:srgbClr val="3F3F3F"/>
                </a:solidFill>
                <a:latin typeface="Symbol" pitchFamily="1" charset="0"/>
                <a:ea typeface="Calibri" pitchFamily="2" charset="0"/>
                <a:cs typeface="Calibri" pitchFamily="2" charset="0"/>
              </a:rPr>
              <a:t></a:t>
            </a:r>
            <a:r>
              <a:rPr sz="2200" i="1" cap="none" baseline="-24000">
                <a:solidFill>
                  <a:srgbClr val="3F3F3F"/>
                </a:solidFill>
              </a:rPr>
              <a:t>course_id</a:t>
            </a:r>
            <a:r>
              <a:rPr sz="2200" cap="none">
                <a:solidFill>
                  <a:srgbClr val="3F3F3F"/>
                </a:solidFill>
              </a:rPr>
              <a:t> (</a:t>
            </a:r>
            <a:r>
              <a:rPr sz="2200" i="1" cap="none">
                <a:solidFill>
                  <a:srgbClr val="3F3F3F"/>
                </a:solidFill>
                <a:latin typeface="Symbol" pitchFamily="1" charset="0"/>
                <a:ea typeface="Calibri" pitchFamily="2" charset="0"/>
                <a:cs typeface="Calibri" pitchFamily="2" charset="0"/>
              </a:rPr>
              <a:t></a:t>
            </a:r>
            <a:r>
              <a:rPr sz="2200" cap="none">
                <a:solidFill>
                  <a:srgbClr val="3F3F3F"/>
                </a:solidFill>
              </a:rPr>
              <a:t> </a:t>
            </a:r>
            <a:r>
              <a:rPr sz="2200" i="1" cap="none" baseline="-24000">
                <a:solidFill>
                  <a:srgbClr val="3F3F3F"/>
                </a:solidFill>
              </a:rPr>
              <a:t>semester=“Fall”  Λ year=2017 </a:t>
            </a:r>
            <a:r>
              <a:rPr sz="2200" cap="none">
                <a:solidFill>
                  <a:srgbClr val="3F3F3F"/>
                </a:solidFill>
              </a:rPr>
              <a:t>(</a:t>
            </a:r>
            <a:r>
              <a:rPr sz="2200" i="1" cap="none">
                <a:solidFill>
                  <a:srgbClr val="3F3F3F"/>
                </a:solidFill>
              </a:rPr>
              <a:t>section</a:t>
            </a:r>
            <a:r>
              <a:rPr sz="2200" cap="none">
                <a:solidFill>
                  <a:srgbClr val="3F3F3F"/>
                </a:solidFill>
              </a:rPr>
              <a:t>))  −  </a:t>
            </a:r>
            <a:br/>
            <a:r>
              <a:rPr sz="2200" cap="none">
                <a:solidFill>
                  <a:srgbClr val="3F3F3F"/>
                </a:solidFill>
              </a:rPr>
              <a:t>   </a:t>
            </a:r>
            <a:r>
              <a:rPr sz="2200" cap="none">
                <a:solidFill>
                  <a:srgbClr val="3F3F3F"/>
                </a:solidFill>
                <a:latin typeface="Symbol" pitchFamily="1" charset="0"/>
                <a:ea typeface="Calibri" pitchFamily="2" charset="0"/>
                <a:cs typeface="Calibri" pitchFamily="2" charset="0"/>
              </a:rPr>
              <a:t></a:t>
            </a:r>
            <a:r>
              <a:rPr sz="2200" i="1" cap="none" baseline="-24000">
                <a:solidFill>
                  <a:srgbClr val="3F3F3F"/>
                </a:solidFill>
              </a:rPr>
              <a:t>course_id</a:t>
            </a:r>
            <a:r>
              <a:rPr sz="2200" cap="none">
                <a:solidFill>
                  <a:srgbClr val="3F3F3F"/>
                </a:solidFill>
              </a:rPr>
              <a:t> (</a:t>
            </a:r>
            <a:r>
              <a:rPr sz="2200" i="1" cap="none">
                <a:solidFill>
                  <a:srgbClr val="3F3F3F"/>
                </a:solidFill>
                <a:latin typeface="Symbol" pitchFamily="1" charset="0"/>
                <a:ea typeface="Calibri" pitchFamily="2" charset="0"/>
                <a:cs typeface="Calibri" pitchFamily="2" charset="0"/>
              </a:rPr>
              <a:t></a:t>
            </a:r>
            <a:r>
              <a:rPr sz="2200" cap="none">
                <a:solidFill>
                  <a:srgbClr val="3F3F3F"/>
                </a:solidFill>
              </a:rPr>
              <a:t> </a:t>
            </a:r>
            <a:r>
              <a:rPr sz="2200" i="1" cap="none" baseline="-24000">
                <a:solidFill>
                  <a:srgbClr val="3F3F3F"/>
                </a:solidFill>
              </a:rPr>
              <a:t>semester=“Spring”  Λ year=2018 </a:t>
            </a:r>
            <a:r>
              <a:rPr sz="2200" cap="none">
                <a:solidFill>
                  <a:srgbClr val="3F3F3F"/>
                </a:solidFill>
              </a:rPr>
              <a:t>(</a:t>
            </a:r>
            <a:r>
              <a:rPr sz="2200" i="1" cap="none">
                <a:solidFill>
                  <a:srgbClr val="3F3F3F"/>
                </a:solidFill>
              </a:rPr>
              <a:t>section</a:t>
            </a:r>
            <a:r>
              <a:rPr sz="2200" cap="none">
                <a:solidFill>
                  <a:srgbClr val="3F3F3F"/>
                </a:solidFill>
              </a:rPr>
              <a:t>))</a:t>
            </a:r>
          </a:p>
        </p:txBody>
      </p:sp>
      <p:pic>
        <p:nvPicPr>
          <p:cNvPr id="4" name="Graphic 4"/>
          <p:cNvPicPr>
            <a:picLocks noChangeAspect="1"/>
            <a:extLst>
              <a:ext uri="smNativeData">
                <pr:smNativeData xmlns="smNativeData" xmlns:pr="smNativeData" xmlns:p15="http://schemas.microsoft.com/office/powerpoint/2012/main" xmlns:p14="http://schemas.microsoft.com/office/powerpoint/2010/main" xmlns:mc="http://schemas.openxmlformats.org/markup-compatibility/2006" val="SMDATA_17_gfw5ZxMAAAAlAAAAEQAAAC0AAAAAkAAAAEgAAACQAAAAS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AcAAAA4AAAAAAAAAAAAAAAAAAAA////AAAAAAAAAAAA5w8AAAAAAAAhEAAAJxAAAAAAAABkAAAAZAAAAAAAAAAjAAAABAAAAGQAAAAXAAAAFAAAAAAAAAAAAAAA/38AAP9/AAAAAAAACQAAAAQAAAAzLTAuHgAAAGgAAAAAAAAAAAAAAAAAAAAAAAAAAAAAABAnAAAQJwAAAAAAAAAAAAAAAAAAAAAAAAAAAAAAAAAAAAAAAAAAAAAUAAAAAAAAAMDA/wAAAAAAZAAAADIAAAAAAAAAZAAAAAAAAAB/f38ACgAAACIAAAAYAAAAAAAAAAAAAAAAAAAAAAAAAAAAAAAAAAAAJAAAACQAAAAAAAAABwAAAAAAAAAAAAAAAAAAAAAAAAAAAAAAAAAAAH9/fwAlAAAAWAAAAAAAAAAAAAAAAAAAAAAAAAAAAAAAAAAAAAAAAAAAAAAAAAAAAAAAAAAAAAAAPwAAAAAAAACghgEAAAAAAAAAAAAAAAAADAAAAAEAAAAAAAAAAAAAAAAAAAAfAAAAVAAAAERyxAX///8BAAAAAAAAAAAAAAAAAAAAAAAAAAAAAAAAAAAAAAAAAAAAAAACf39/AOfm5gPMzMwAwMD/AH9/fwAAAAAAAAAAAAAAAAD///8AAAAAACEAAAAYAAAAFAAAAJQuAADYHgAAuTcAAFQmAAAQAAAAJgAAAAgAAAD//////////w=="/>
              </a:ext>
            </a:extLst>
          </p:cNvPicPr>
          <p:nvPr/>
        </p:nvPicPr>
        <p:blipFill>
          <a:blip r:embed="rId2"/>
          <a:srcRect l="40710" r="41290" b="41350"/>
          <a:stretch>
            <a:fillRect/>
          </a:stretch>
        </p:blipFill>
        <p:spPr>
          <a:xfrm>
            <a:off x="7571740" y="5013960"/>
            <a:ext cx="1486535" cy="1216660"/>
          </a:xfrm>
          <a:prstGeom prst="rect">
            <a:avLst/>
          </a:prstGeom>
          <a:noFill/>
          <a:ln>
            <a:noFill/>
          </a:ln>
          <a:effectLst/>
        </p:spPr>
      </p:pic>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gfw5ZxMAAAAlAAAAZAAAAA0AAAAAkAAAAEgAAACQAAAAS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Dk1MzE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RHLEBf///wEAAAAAAAAAAAAAAAAAAAAAAAAAAAAAAAAAAAAAAAAAAAAAAAJ/f38A5+bmA8zMzADAwP8Af39/AAAAAAAAAAAAAAAAAAAAAAAAAAAAIQAAABgAAAAUAAAAkAYAAAgFAABwRAAAGwkAABAAAAAmAAAACAAAAH1w////////"/>
              </a:ext>
            </a:extLst>
          </p:cNvSpPr>
          <p:nvPr>
            <p:ph type="title"/>
          </p:nvPr>
        </p:nvSpPr>
        <p:spPr>
          <a:xfrm>
            <a:off x="1066800" y="817880"/>
            <a:ext cx="10058400" cy="662305"/>
          </a:xfrm>
          <a:noFill/>
          <a:ln>
            <a:noFill/>
          </a:ln>
          <a:effectLst/>
        </p:spPr>
        <p:txBody>
          <a:bodyPr vert="horz" wrap="square" lIns="91440" tIns="45720" rIns="91440" bIns="45720" numCol="1" spcCol="215900" anchor="ctr">
            <a:prstTxWarp prst="textNoShape">
              <a:avLst/>
            </a:prstTxWarp>
          </a:bodyPr>
          <a:lstStyle/>
          <a:p>
            <a:pPr>
              <a:spcBef>
                <a:spcPts val="0"/>
              </a:spcBef>
              <a:defRPr sz="3960" cap="none"/>
            </a:pPr>
            <a:r>
              <a:rPr b="1" cap="none"/>
              <a:t>The Assignment Operation</a:t>
            </a:r>
          </a:p>
        </p:txBody>
      </p:sp>
      <p:sp>
        <p:nvSpPr>
          <p:cNvPr id="3" name="Content Placeholder 2"/>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gfw5ZxMAAAAlAAAAZAAAAA0AAAAAkAAAAEgAAACQAAAAS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C0wLjU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RHLEBf///wEAAAAAAAAAAAAAAAAAAAAAAAAAAAAAAAAAAAAAAAAAAAAAAAJ/f38A5+bmA8zMzADAwP8Af39/AAAAAAAAAAAAAAAAAAAAAAAAAAAAIQAAABgAAAAUAAAAkAYAAPMKAABwRAAAkicAABAAAAAmAAAACAAAAH1w////////"/>
              </a:ext>
            </a:extLst>
          </p:cNvSpPr>
          <p:nvPr>
            <p:ph type="body" idx="1"/>
          </p:nvPr>
        </p:nvSpPr>
        <p:spPr>
          <a:xfrm>
            <a:off x="1066800" y="1779905"/>
            <a:ext cx="10058400" cy="4652645"/>
          </a:xfrm>
          <a:noFill/>
          <a:ln>
            <a:noFill/>
          </a:ln>
          <a:effectLst/>
        </p:spPr>
        <p:txBody>
          <a:bodyPr vert="horz" wrap="square" lIns="91440" tIns="45720" rIns="91440" bIns="45720" numCol="1" spcCol="215900" anchor="t">
            <a:prstTxWarp prst="textNoShape">
              <a:avLst/>
            </a:prstTxWarp>
          </a:bodyPr>
          <a:lstStyle/>
          <a:p>
            <a:r>
              <a:rPr sz="2200" cap="none">
                <a:solidFill>
                  <a:srgbClr val="3F3F3F"/>
                </a:solidFill>
              </a:rPr>
              <a:t>It is convenient at times to write a relational-algebra expression by assigning parts of it to temporary relation variables.  </a:t>
            </a:r>
          </a:p>
          <a:p>
            <a:r>
              <a:rPr sz="2200" cap="none">
                <a:solidFill>
                  <a:srgbClr val="3F3F3F"/>
                </a:solidFill>
              </a:rPr>
              <a:t>The assignment  operation is  denoted by </a:t>
            </a:r>
            <a:r>
              <a:rPr sz="2200" cap="none">
                <a:solidFill>
                  <a:srgbClr val="3F3F3F"/>
                </a:solidFill>
                <a:latin typeface="Symbol" pitchFamily="1" charset="0"/>
                <a:ea typeface="Calibri" pitchFamily="2" charset="0"/>
                <a:cs typeface="Calibri" pitchFamily="2" charset="0"/>
              </a:rPr>
              <a:t></a:t>
            </a:r>
            <a:r>
              <a:rPr sz="2200" cap="none">
                <a:solidFill>
                  <a:srgbClr val="3F3F3F"/>
                </a:solidFill>
              </a:rPr>
              <a:t> and works like assignment in a programming language.</a:t>
            </a:r>
          </a:p>
          <a:p>
            <a:pPr defTabSz="914400">
              <a:lnSpc>
                <a:spcPct val="90000"/>
              </a:lnSpc>
              <a:tabLst>
                <a:tab pos="1659255" algn="l"/>
                <a:tab pos="3149600" algn="ctr"/>
                <a:tab pos="3425825" algn="l"/>
              </a:tabLst>
            </a:pPr>
            <a:r>
              <a:rPr sz="2200" cap="none">
                <a:solidFill>
                  <a:srgbClr val="3F3F3F"/>
                </a:solidFill>
              </a:rPr>
              <a:t>Example: Find all instructor in the “Physics” and Music department.</a:t>
            </a:r>
            <a:br/>
            <a:br/>
            <a:r>
              <a:rPr sz="2200" cap="none">
                <a:solidFill>
                  <a:srgbClr val="3F3F3F"/>
                </a:solidFill>
              </a:rPr>
              <a:t>         </a:t>
            </a:r>
            <a:r>
              <a:rPr sz="2200" i="1" cap="none">
                <a:solidFill>
                  <a:srgbClr val="3F3F3F"/>
                </a:solidFill>
              </a:rPr>
              <a:t>Physics</a:t>
            </a:r>
            <a:r>
              <a:rPr sz="2200" cap="none">
                <a:solidFill>
                  <a:srgbClr val="3F3F3F"/>
                </a:solidFill>
              </a:rPr>
              <a:t> </a:t>
            </a:r>
            <a:r>
              <a:rPr sz="2200" cap="none">
                <a:solidFill>
                  <a:srgbClr val="3F3F3F"/>
                </a:solidFill>
                <a:latin typeface="Symbol" pitchFamily="1" charset="0"/>
                <a:ea typeface="Calibri" pitchFamily="2" charset="0"/>
                <a:cs typeface="Calibri" pitchFamily="2" charset="0"/>
              </a:rPr>
              <a:t></a:t>
            </a:r>
            <a:r>
              <a:rPr sz="2200" b="1" cap="none">
                <a:solidFill>
                  <a:srgbClr val="3F3F3F"/>
                </a:solidFill>
              </a:rPr>
              <a:t> </a:t>
            </a:r>
            <a:r>
              <a:rPr sz="2200" i="1" cap="none">
                <a:solidFill>
                  <a:srgbClr val="3F3F3F"/>
                </a:solidFill>
                <a:latin typeface="Symbol" pitchFamily="1" charset="0"/>
                <a:ea typeface="Calibri" pitchFamily="2" charset="0"/>
                <a:cs typeface="Calibri" pitchFamily="2" charset="0"/>
              </a:rPr>
              <a:t></a:t>
            </a:r>
            <a:r>
              <a:rPr sz="2200" cap="none">
                <a:solidFill>
                  <a:srgbClr val="3F3F3F"/>
                </a:solidFill>
              </a:rPr>
              <a:t> </a:t>
            </a:r>
            <a:r>
              <a:rPr sz="2200" i="1" cap="none" baseline="-24000">
                <a:solidFill>
                  <a:srgbClr val="3F3F3F"/>
                </a:solidFill>
              </a:rPr>
              <a:t>dept_name=“Physics” </a:t>
            </a:r>
            <a:r>
              <a:rPr sz="2200" cap="none">
                <a:solidFill>
                  <a:srgbClr val="3F3F3F"/>
                </a:solidFill>
              </a:rPr>
              <a:t>(</a:t>
            </a:r>
            <a:r>
              <a:rPr sz="2200" i="1" cap="none">
                <a:solidFill>
                  <a:srgbClr val="3F3F3F"/>
                </a:solidFill>
              </a:rPr>
              <a:t>instructor</a:t>
            </a:r>
            <a:r>
              <a:rPr sz="2200" cap="none">
                <a:solidFill>
                  <a:srgbClr val="3F3F3F"/>
                </a:solidFill>
              </a:rPr>
              <a:t>)</a:t>
            </a:r>
          </a:p>
          <a:p>
            <a:pPr lvl="1" defTabSz="914400">
              <a:lnSpc>
                <a:spcPct val="90000"/>
              </a:lnSpc>
              <a:buNone/>
              <a:tabLst>
                <a:tab pos="1659255" algn="l"/>
                <a:tab pos="3149600" algn="ctr"/>
                <a:tab pos="3425825" algn="l"/>
              </a:tabLst>
            </a:pPr>
            <a:r>
              <a:rPr sz="2200" cap="none">
                <a:solidFill>
                  <a:srgbClr val="3F3F3F"/>
                </a:solidFill>
              </a:rPr>
              <a:t>       </a:t>
            </a:r>
            <a:r>
              <a:rPr sz="2200" i="1" cap="none">
                <a:solidFill>
                  <a:srgbClr val="3F3F3F"/>
                </a:solidFill>
              </a:rPr>
              <a:t>Music</a:t>
            </a:r>
            <a:r>
              <a:rPr sz="2200" cap="none">
                <a:solidFill>
                  <a:srgbClr val="3F3F3F"/>
                </a:solidFill>
              </a:rPr>
              <a:t> </a:t>
            </a:r>
            <a:r>
              <a:rPr sz="2200" cap="none">
                <a:solidFill>
                  <a:srgbClr val="3F3F3F"/>
                </a:solidFill>
                <a:latin typeface="Symbol" pitchFamily="1" charset="0"/>
                <a:ea typeface="Calibri" pitchFamily="2" charset="0"/>
                <a:cs typeface="Calibri" pitchFamily="2" charset="0"/>
              </a:rPr>
              <a:t></a:t>
            </a:r>
            <a:r>
              <a:rPr sz="2200" b="1" cap="none">
                <a:solidFill>
                  <a:srgbClr val="3F3F3F"/>
                </a:solidFill>
              </a:rPr>
              <a:t> </a:t>
            </a:r>
            <a:r>
              <a:rPr sz="2200" i="1" cap="none">
                <a:solidFill>
                  <a:srgbClr val="3F3F3F"/>
                </a:solidFill>
                <a:latin typeface="Symbol" pitchFamily="1" charset="0"/>
                <a:ea typeface="Calibri" pitchFamily="2" charset="0"/>
                <a:cs typeface="Calibri" pitchFamily="2" charset="0"/>
              </a:rPr>
              <a:t></a:t>
            </a:r>
            <a:r>
              <a:rPr sz="2200" cap="none">
                <a:solidFill>
                  <a:srgbClr val="3F3F3F"/>
                </a:solidFill>
              </a:rPr>
              <a:t> </a:t>
            </a:r>
            <a:r>
              <a:rPr sz="2200" i="1" cap="none" baseline="-24000">
                <a:solidFill>
                  <a:srgbClr val="3F3F3F"/>
                </a:solidFill>
              </a:rPr>
              <a:t>dept_name=“Music” </a:t>
            </a:r>
            <a:r>
              <a:rPr sz="2200" cap="none">
                <a:solidFill>
                  <a:srgbClr val="3F3F3F"/>
                </a:solidFill>
              </a:rPr>
              <a:t>(</a:t>
            </a:r>
            <a:r>
              <a:rPr sz="2200" i="1" cap="none">
                <a:solidFill>
                  <a:srgbClr val="3F3F3F"/>
                </a:solidFill>
              </a:rPr>
              <a:t>instructor</a:t>
            </a:r>
            <a:r>
              <a:rPr sz="2200" cap="none">
                <a:solidFill>
                  <a:srgbClr val="3F3F3F"/>
                </a:solidFill>
              </a:rPr>
              <a:t>)</a:t>
            </a:r>
          </a:p>
          <a:p>
            <a:pPr lvl="1" defTabSz="914400">
              <a:lnSpc>
                <a:spcPct val="90000"/>
              </a:lnSpc>
              <a:buNone/>
              <a:tabLst>
                <a:tab pos="1659255" algn="l"/>
                <a:tab pos="3149600" algn="ctr"/>
                <a:tab pos="3425825" algn="l"/>
              </a:tabLst>
            </a:pPr>
            <a:r>
              <a:rPr sz="2200" cap="none">
                <a:solidFill>
                  <a:srgbClr val="3F3F3F"/>
                </a:solidFill>
              </a:rPr>
              <a:t>       </a:t>
            </a:r>
            <a:r>
              <a:rPr sz="2200" i="1" cap="none">
                <a:solidFill>
                  <a:srgbClr val="3F3F3F"/>
                </a:solidFill>
              </a:rPr>
              <a:t>Physics</a:t>
            </a:r>
            <a:r>
              <a:rPr sz="2200" cap="none">
                <a:solidFill>
                  <a:srgbClr val="3F3F3F"/>
                </a:solidFill>
              </a:rPr>
              <a:t>  </a:t>
            </a:r>
            <a:r>
              <a:rPr sz="2200" cap="none">
                <a:solidFill>
                  <a:srgbClr val="3F3F3F"/>
                </a:solidFill>
                <a:latin typeface="Symbol" pitchFamily="1" charset="0"/>
                <a:ea typeface="Calibri" pitchFamily="2" charset="0"/>
                <a:cs typeface="Calibri" pitchFamily="2" charset="0"/>
              </a:rPr>
              <a:t></a:t>
            </a:r>
            <a:r>
              <a:rPr sz="2200" cap="none">
                <a:solidFill>
                  <a:srgbClr val="3F3F3F"/>
                </a:solidFill>
              </a:rPr>
              <a:t> </a:t>
            </a:r>
            <a:r>
              <a:rPr sz="2200" i="1" cap="none">
                <a:solidFill>
                  <a:srgbClr val="3F3F3F"/>
                </a:solidFill>
              </a:rPr>
              <a:t>Music</a:t>
            </a:r>
          </a:p>
          <a:p>
            <a:pPr lvl="1" defTabSz="914400">
              <a:lnSpc>
                <a:spcPct val="90000"/>
              </a:lnSpc>
              <a:buNone/>
              <a:tabLst>
                <a:tab pos="1659255" algn="l"/>
                <a:tab pos="3149600" algn="ctr"/>
                <a:tab pos="3425825" algn="l"/>
              </a:tabLst>
            </a:pPr>
            <a:r>
              <a:rPr sz="2200" cap="none">
                <a:solidFill>
                  <a:srgbClr val="3F3F3F"/>
                </a:solidFill>
              </a:rPr>
              <a:t> </a:t>
            </a:r>
          </a:p>
          <a:p>
            <a:pPr defTabSz="914400">
              <a:tabLst>
                <a:tab pos="1659255" algn="l"/>
                <a:tab pos="3149600" algn="ctr"/>
                <a:tab pos="3425825" algn="l"/>
              </a:tabLst>
            </a:pPr>
            <a:r>
              <a:rPr sz="2200" cap="none">
                <a:solidFill>
                  <a:srgbClr val="3F3F3F"/>
                </a:solidFill>
              </a:rPr>
              <a:t>With the assignment operation, a query can be written as a sequential program consisting of a series of assignments followed by an expression whose value is displayed as the result of the query. </a:t>
            </a: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gfw5ZxMAAAAlAAAAZAAAAA0AAAAAkAAAAEgAAACQAAAAS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DBk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RHLEBf///wEAAAAAAAAAAAAAAAAAAAAAAAAAAAAAAAAAAAAAAAAAAAAAAAJ/f38A5+bmA8zMzADAwP8Af39/AAAAAAAAAAAAAAAAAAAAAAAAAAAAIQAAABgAAAAUAAAAkAYAAAgFAABwRAAAGwkAABAAAAAmAAAACAAAAH1w////////"/>
              </a:ext>
            </a:extLst>
          </p:cNvSpPr>
          <p:nvPr>
            <p:ph type="title"/>
          </p:nvPr>
        </p:nvSpPr>
        <p:spPr>
          <a:xfrm>
            <a:off x="1066800" y="817880"/>
            <a:ext cx="10058400" cy="662305"/>
          </a:xfrm>
          <a:noFill/>
          <a:ln>
            <a:noFill/>
          </a:ln>
          <a:effectLst/>
        </p:spPr>
        <p:txBody>
          <a:bodyPr vert="horz" wrap="square" lIns="91440" tIns="45720" rIns="91440" bIns="45720" numCol="1" spcCol="215900" anchor="ctr">
            <a:prstTxWarp prst="textNoShape">
              <a:avLst/>
            </a:prstTxWarp>
          </a:bodyPr>
          <a:lstStyle/>
          <a:p>
            <a:pPr>
              <a:spcBef>
                <a:spcPts val="0"/>
              </a:spcBef>
              <a:defRPr sz="3960" cap="none"/>
            </a:pPr>
            <a:r>
              <a:rPr b="1" cap="none"/>
              <a:t>The Rename Operation </a:t>
            </a:r>
          </a:p>
        </p:txBody>
      </p:sp>
      <p:sp>
        <p:nvSpPr>
          <p:cNvPr id="3" name="Content Placeholder 2"/>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gfw5ZxMAAAAlAAAAZAAAAA0AAAAAkAAAAEgAAACQAAAAS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RHLEBf///wEAAAAAAAAAAAAAAAAAAAAAAAAAAAAAAAAAAAAAAAAAAAAAAAJ/f38A5+bmA8zMzADAwP8Af39/AAAAAAAAAAAAAAAAAAAAAAAAAAAAIQAAABgAAAAUAAAAkAYAAPMKAABwRAAAkicAABAAAAAmAAAACAAAAH1w////////"/>
              </a:ext>
            </a:extLst>
          </p:cNvSpPr>
          <p:nvPr>
            <p:ph type="body" idx="1"/>
          </p:nvPr>
        </p:nvSpPr>
        <p:spPr>
          <a:xfrm>
            <a:off x="1066800" y="1779905"/>
            <a:ext cx="10058400" cy="4652645"/>
          </a:xfrm>
          <a:noFill/>
          <a:ln>
            <a:noFill/>
          </a:ln>
          <a:effectLst/>
        </p:spPr>
        <p:txBody>
          <a:bodyPr vert="horz" wrap="square" lIns="91440" tIns="45720" rIns="91440" bIns="45720" numCol="1" spcCol="215900" anchor="t">
            <a:prstTxWarp prst="textNoShape">
              <a:avLst/>
            </a:prstTxWarp>
          </a:bodyPr>
          <a:lstStyle/>
          <a:p>
            <a:r>
              <a:rPr sz="2200" cap="none">
                <a:solidFill>
                  <a:srgbClr val="3F3F3F"/>
                </a:solidFill>
              </a:rPr>
              <a:t>The results of relational-algebra expressions do not have a name that we can use to refer to them.  The  rename operator,  </a:t>
            </a:r>
            <a:r>
              <a:rPr sz="2200" i="1" cap="none">
                <a:solidFill>
                  <a:srgbClr val="3F3F3F"/>
                </a:solidFill>
                <a:latin typeface="Symbol" pitchFamily="1" charset="0"/>
                <a:ea typeface="Calibri" pitchFamily="2" charset="0"/>
                <a:cs typeface="Calibri" pitchFamily="2" charset="0"/>
              </a:rPr>
              <a:t></a:t>
            </a:r>
            <a:r>
              <a:rPr sz="2200" i="1" cap="none">
                <a:solidFill>
                  <a:srgbClr val="3F3F3F"/>
                </a:solidFill>
              </a:rPr>
              <a:t> ,</a:t>
            </a:r>
            <a:r>
              <a:rPr sz="2200" cap="none">
                <a:solidFill>
                  <a:srgbClr val="3F3F3F"/>
                </a:solidFill>
              </a:rPr>
              <a:t>  is provided </a:t>
            </a:r>
            <a:r>
              <a:rPr sz="2200" i="1" cap="none">
                <a:solidFill>
                  <a:srgbClr val="3F3F3F"/>
                </a:solidFill>
              </a:rPr>
              <a:t> </a:t>
            </a:r>
            <a:r>
              <a:rPr sz="2200" cap="none">
                <a:solidFill>
                  <a:srgbClr val="3F3F3F"/>
                </a:solidFill>
              </a:rPr>
              <a:t>for that purpose</a:t>
            </a:r>
          </a:p>
          <a:p>
            <a:r>
              <a:rPr sz="2200" cap="none">
                <a:solidFill>
                  <a:srgbClr val="3F3F3F"/>
                </a:solidFill>
              </a:rPr>
              <a:t>The expression:</a:t>
            </a:r>
          </a:p>
          <a:p>
            <a:pPr>
              <a:buNone/>
            </a:pPr>
            <a:r>
              <a:rPr sz="2200" cap="none">
                <a:solidFill>
                  <a:srgbClr val="3F3F3F"/>
                </a:solidFill>
              </a:rPr>
              <a:t>                  </a:t>
            </a:r>
            <a:r>
              <a:rPr sz="2200" i="1" cap="none">
                <a:solidFill>
                  <a:srgbClr val="3F3F3F"/>
                </a:solidFill>
                <a:latin typeface="Symbol" pitchFamily="1" charset="0"/>
                <a:ea typeface="Calibri" pitchFamily="2" charset="0"/>
                <a:cs typeface="Calibri" pitchFamily="2" charset="0"/>
              </a:rPr>
              <a:t></a:t>
            </a:r>
            <a:r>
              <a:rPr sz="2200" i="1" cap="none" baseline="-24000">
                <a:solidFill>
                  <a:srgbClr val="3F3F3F"/>
                </a:solidFill>
              </a:rPr>
              <a:t>x</a:t>
            </a:r>
            <a:r>
              <a:rPr sz="2200" i="1" cap="none">
                <a:solidFill>
                  <a:srgbClr val="3F3F3F"/>
                </a:solidFill>
              </a:rPr>
              <a:t> </a:t>
            </a:r>
            <a:r>
              <a:rPr sz="2200" cap="none">
                <a:solidFill>
                  <a:srgbClr val="3F3F3F"/>
                </a:solidFill>
              </a:rPr>
              <a:t>(</a:t>
            </a:r>
            <a:r>
              <a:rPr sz="2200" i="1" cap="none">
                <a:solidFill>
                  <a:srgbClr val="3F3F3F"/>
                </a:solidFill>
              </a:rPr>
              <a:t>E</a:t>
            </a:r>
            <a:r>
              <a:rPr sz="2200" cap="none">
                <a:solidFill>
                  <a:srgbClr val="3F3F3F"/>
                </a:solidFill>
              </a:rPr>
              <a:t>)</a:t>
            </a:r>
          </a:p>
          <a:p>
            <a:pPr>
              <a:buNone/>
            </a:pPr>
            <a:r>
              <a:rPr sz="2200" cap="none">
                <a:solidFill>
                  <a:srgbClr val="3F3F3F"/>
                </a:solidFill>
              </a:rPr>
              <a:t>      returns the result of expression </a:t>
            </a:r>
            <a:r>
              <a:rPr sz="2200" i="1" cap="none">
                <a:solidFill>
                  <a:srgbClr val="3F3F3F"/>
                </a:solidFill>
              </a:rPr>
              <a:t>E</a:t>
            </a:r>
            <a:r>
              <a:rPr sz="2200" cap="none">
                <a:solidFill>
                  <a:srgbClr val="3F3F3F"/>
                </a:solidFill>
              </a:rPr>
              <a:t> under the name </a:t>
            </a:r>
            <a:r>
              <a:rPr sz="2200" i="1" cap="none">
                <a:solidFill>
                  <a:srgbClr val="3F3F3F"/>
                </a:solidFill>
              </a:rPr>
              <a:t>x</a:t>
            </a:r>
          </a:p>
          <a:p>
            <a:r>
              <a:rPr sz="2200" cap="none">
                <a:solidFill>
                  <a:srgbClr val="3F3F3F"/>
                </a:solidFill>
              </a:rPr>
              <a:t>Another form of the rename operation:</a:t>
            </a:r>
          </a:p>
          <a:p>
            <a:pPr>
              <a:buNone/>
            </a:pPr>
            <a:r>
              <a:rPr sz="2200" cap="none">
                <a:solidFill>
                  <a:srgbClr val="3F3F3F"/>
                </a:solidFill>
              </a:rPr>
              <a:t>                 </a:t>
            </a:r>
            <a:r>
              <a:rPr sz="2200" i="1" cap="none">
                <a:solidFill>
                  <a:srgbClr val="3F3F3F"/>
                </a:solidFill>
                <a:latin typeface="Symbol" pitchFamily="1" charset="0"/>
                <a:ea typeface="Calibri" pitchFamily="2" charset="0"/>
                <a:cs typeface="Calibri" pitchFamily="2" charset="0"/>
              </a:rPr>
              <a:t></a:t>
            </a:r>
            <a:r>
              <a:rPr sz="2200" i="1" cap="none" baseline="-24000">
                <a:solidFill>
                  <a:srgbClr val="3F3F3F"/>
                </a:solidFill>
              </a:rPr>
              <a:t>x(A1,A2, .. An) </a:t>
            </a:r>
            <a:r>
              <a:rPr sz="2200" cap="none">
                <a:solidFill>
                  <a:srgbClr val="3F3F3F"/>
                </a:solidFill>
              </a:rPr>
              <a:t>(</a:t>
            </a:r>
            <a:r>
              <a:rPr sz="2200" i="1" cap="none">
                <a:solidFill>
                  <a:srgbClr val="3F3F3F"/>
                </a:solidFill>
              </a:rPr>
              <a:t>E</a:t>
            </a:r>
            <a:r>
              <a:rPr sz="2200" cap="none">
                <a:solidFill>
                  <a:srgbClr val="3F3F3F"/>
                </a:solidFill>
              </a:rPr>
              <a:t>)</a:t>
            </a: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gfw5ZxMAAAAlAAAAZAAAAA0AAAAAkAAAAEgAAACQAAAAS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p3g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RHLEBf///wEAAAAAAAAAAAAAAAAAAAAAAAAAAAAAAAAAAAAAAAAAAAAAAAJ/f38A5+bmA8zMzADAwP8Af39/AAAAAAAAAAAAAAAAAAAAAAAAAAAAIQAAABgAAAAUAAAAkAYAAAgFAABwRAAAGwkAABAAAAAmAAAACAAAAH1w////////"/>
              </a:ext>
            </a:extLst>
          </p:cNvSpPr>
          <p:nvPr>
            <p:ph type="title"/>
          </p:nvPr>
        </p:nvSpPr>
        <p:spPr>
          <a:xfrm>
            <a:off x="1066800" y="817880"/>
            <a:ext cx="10058400" cy="662305"/>
          </a:xfrm>
          <a:noFill/>
          <a:ln>
            <a:noFill/>
          </a:ln>
          <a:effectLst/>
        </p:spPr>
        <p:txBody>
          <a:bodyPr vert="horz" wrap="square" lIns="91440" tIns="45720" rIns="91440" bIns="45720" numCol="1" spcCol="215900" anchor="ctr">
            <a:prstTxWarp prst="textNoShape">
              <a:avLst/>
            </a:prstTxWarp>
          </a:bodyPr>
          <a:lstStyle/>
          <a:p>
            <a:pPr>
              <a:spcBef>
                <a:spcPts val="0"/>
              </a:spcBef>
              <a:defRPr sz="3960" cap="none"/>
            </a:pPr>
            <a:r>
              <a:rPr b="1" cap="none"/>
              <a:t>Equivalent Queries</a:t>
            </a:r>
          </a:p>
        </p:txBody>
      </p:sp>
      <p:sp>
        <p:nvSpPr>
          <p:cNvPr id="3" name="Content Placeholder 2"/>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gfw5ZxMAAAAlAAAAZAAAAA0AAAAAkAAAAEgAAACQAAAAS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RHLEBf///wEAAAAAAAAAAAAAAAAAAAAAAAAAAAAAAAAAAAAAAAAAAAAAAAJ/f38A5+bmA8zMzADAwP8Af39/AAAAAAAAAAAAAAAAAAAAAAAAAAAAIQAAABgAAAAUAAAAkAYAAPMKAABwRAAAkicAABAAAAAmAAAACAAAAH1w////////"/>
              </a:ext>
            </a:extLst>
          </p:cNvSpPr>
          <p:nvPr>
            <p:ph type="body" idx="1"/>
          </p:nvPr>
        </p:nvSpPr>
        <p:spPr>
          <a:xfrm>
            <a:off x="1066800" y="1779905"/>
            <a:ext cx="10058400" cy="4652645"/>
          </a:xfrm>
          <a:noFill/>
          <a:ln>
            <a:noFill/>
          </a:ln>
          <a:effectLst/>
        </p:spPr>
        <p:txBody>
          <a:bodyPr vert="horz" wrap="square" lIns="91440" tIns="45720" rIns="91440" bIns="45720" numCol="1" spcCol="215900" anchor="t">
            <a:prstTxWarp prst="textNoShape">
              <a:avLst/>
            </a:prstTxWarp>
          </a:bodyPr>
          <a:lstStyle/>
          <a:p>
            <a:r>
              <a:rPr sz="2200" cap="none">
                <a:solidFill>
                  <a:srgbClr val="3F3F3F"/>
                </a:solidFill>
              </a:rPr>
              <a:t>There is more than one way to write a query in relational algebra. </a:t>
            </a:r>
          </a:p>
          <a:p>
            <a:r>
              <a:rPr sz="2200" cap="none">
                <a:solidFill>
                  <a:srgbClr val="3F3F3F"/>
                </a:solidFill>
              </a:rPr>
              <a:t>Example:  Find information about courses taught by instructors in the Physics department with salary greater than 90,000</a:t>
            </a:r>
          </a:p>
          <a:p>
            <a:r>
              <a:rPr sz="2200" cap="none">
                <a:solidFill>
                  <a:srgbClr val="3F3F3F"/>
                </a:solidFill>
              </a:rPr>
              <a:t>Query 1</a:t>
            </a:r>
          </a:p>
          <a:p>
            <a:pPr>
              <a:buNone/>
            </a:pPr>
            <a:r>
              <a:rPr sz="2200" i="1" cap="none">
                <a:solidFill>
                  <a:srgbClr val="3F3F3F"/>
                </a:solidFill>
              </a:rPr>
              <a:t>           </a:t>
            </a:r>
            <a:r>
              <a:rPr sz="2200" i="1" cap="none">
                <a:solidFill>
                  <a:srgbClr val="3F3F3F"/>
                </a:solidFill>
                <a:latin typeface="Symbol" pitchFamily="1" charset="0"/>
                <a:ea typeface="Calibri" pitchFamily="2" charset="0"/>
                <a:cs typeface="Calibri" pitchFamily="2" charset="0"/>
              </a:rPr>
              <a:t></a:t>
            </a:r>
            <a:r>
              <a:rPr sz="2200" cap="none">
                <a:solidFill>
                  <a:srgbClr val="3F3F3F"/>
                </a:solidFill>
              </a:rPr>
              <a:t> </a:t>
            </a:r>
            <a:r>
              <a:rPr sz="2200" i="1" cap="none" baseline="-24000">
                <a:solidFill>
                  <a:srgbClr val="3F3F3F"/>
                </a:solidFill>
              </a:rPr>
              <a:t>dept_name=“Physics” </a:t>
            </a:r>
            <a:r>
              <a:rPr sz="2200" cap="none">
                <a:solidFill>
                  <a:srgbClr val="3F3F3F"/>
                </a:solidFill>
                <a:latin typeface="Symbol" pitchFamily="1" charset="0"/>
                <a:ea typeface="Calibri" pitchFamily="2" charset="0"/>
                <a:cs typeface="Calibri" pitchFamily="2" charset="0"/>
              </a:rPr>
              <a:t></a:t>
            </a:r>
            <a:r>
              <a:rPr sz="2200" i="1" cap="none" baseline="-24000">
                <a:solidFill>
                  <a:srgbClr val="3F3F3F"/>
                </a:solidFill>
              </a:rPr>
              <a:t> salary &gt; </a:t>
            </a:r>
            <a:r>
              <a:rPr sz="2200" cap="none" baseline="-24000">
                <a:solidFill>
                  <a:srgbClr val="3F3F3F"/>
                </a:solidFill>
              </a:rPr>
              <a:t>90,000</a:t>
            </a:r>
            <a:r>
              <a:rPr sz="2200" cap="none">
                <a:solidFill>
                  <a:srgbClr val="3F3F3F"/>
                </a:solidFill>
              </a:rPr>
              <a:t> (</a:t>
            </a:r>
            <a:r>
              <a:rPr sz="2200" i="1" cap="none">
                <a:solidFill>
                  <a:srgbClr val="3F3F3F"/>
                </a:solidFill>
              </a:rPr>
              <a:t>instructor</a:t>
            </a:r>
            <a:r>
              <a:rPr sz="2200" cap="none">
                <a:solidFill>
                  <a:srgbClr val="3F3F3F"/>
                </a:solidFill>
              </a:rPr>
              <a:t>)</a:t>
            </a:r>
          </a:p>
          <a:p>
            <a:pPr>
              <a:buNone/>
            </a:pPr>
            <a:r>
              <a:rPr sz="2200" cap="none">
                <a:solidFill>
                  <a:srgbClr val="3F3F3F"/>
                </a:solidFill>
              </a:rPr>
              <a:t> </a:t>
            </a:r>
          </a:p>
          <a:p>
            <a:r>
              <a:rPr sz="2200" cap="none">
                <a:solidFill>
                  <a:srgbClr val="3F3F3F"/>
                </a:solidFill>
              </a:rPr>
              <a:t>Query 2</a:t>
            </a:r>
          </a:p>
          <a:p>
            <a:pPr>
              <a:buNone/>
            </a:pPr>
            <a:r>
              <a:rPr sz="2200" i="1" cap="none">
                <a:solidFill>
                  <a:srgbClr val="3F3F3F"/>
                </a:solidFill>
              </a:rPr>
              <a:t>          </a:t>
            </a:r>
            <a:r>
              <a:rPr sz="2200" i="1" cap="none">
                <a:solidFill>
                  <a:srgbClr val="3F3F3F"/>
                </a:solidFill>
                <a:latin typeface="Symbol" pitchFamily="1" charset="0"/>
                <a:ea typeface="Calibri" pitchFamily="2" charset="0"/>
                <a:cs typeface="Calibri" pitchFamily="2" charset="0"/>
              </a:rPr>
              <a:t></a:t>
            </a:r>
            <a:r>
              <a:rPr sz="2200" cap="none">
                <a:solidFill>
                  <a:srgbClr val="3F3F3F"/>
                </a:solidFill>
              </a:rPr>
              <a:t> </a:t>
            </a:r>
            <a:r>
              <a:rPr sz="2200" i="1" cap="none" baseline="-24000">
                <a:solidFill>
                  <a:srgbClr val="3F3F3F"/>
                </a:solidFill>
              </a:rPr>
              <a:t>dept_name=“Physics” </a:t>
            </a:r>
            <a:r>
              <a:rPr sz="2200" cap="none">
                <a:solidFill>
                  <a:srgbClr val="3F3F3F"/>
                </a:solidFill>
              </a:rPr>
              <a:t>(</a:t>
            </a:r>
            <a:r>
              <a:rPr sz="2200" i="1" cap="none">
                <a:solidFill>
                  <a:srgbClr val="3F3F3F"/>
                </a:solidFill>
                <a:latin typeface="Symbol" pitchFamily="1" charset="0"/>
                <a:ea typeface="Calibri" pitchFamily="2" charset="0"/>
                <a:cs typeface="Calibri" pitchFamily="2" charset="0"/>
              </a:rPr>
              <a:t></a:t>
            </a:r>
            <a:r>
              <a:rPr sz="2200" cap="none">
                <a:solidFill>
                  <a:srgbClr val="3F3F3F"/>
                </a:solidFill>
              </a:rPr>
              <a:t> </a:t>
            </a:r>
            <a:r>
              <a:rPr sz="2200" i="1" cap="none" baseline="-24000">
                <a:solidFill>
                  <a:srgbClr val="3F3F3F"/>
                </a:solidFill>
              </a:rPr>
              <a:t>salary &gt; 90.000</a:t>
            </a:r>
            <a:r>
              <a:rPr sz="2200" i="1" cap="none">
                <a:solidFill>
                  <a:srgbClr val="3F3F3F"/>
                </a:solidFill>
              </a:rPr>
              <a:t> </a:t>
            </a:r>
            <a:r>
              <a:rPr sz="2200" cap="none">
                <a:solidFill>
                  <a:srgbClr val="3F3F3F"/>
                </a:solidFill>
              </a:rPr>
              <a:t>(</a:t>
            </a:r>
            <a:r>
              <a:rPr sz="2200" i="1" cap="none">
                <a:solidFill>
                  <a:srgbClr val="3F3F3F"/>
                </a:solidFill>
              </a:rPr>
              <a:t>instructor</a:t>
            </a:r>
            <a:r>
              <a:rPr sz="2200" cap="none">
                <a:solidFill>
                  <a:srgbClr val="3F3F3F"/>
                </a:solidFill>
              </a:rPr>
              <a:t>))</a:t>
            </a:r>
          </a:p>
          <a:p>
            <a:pPr>
              <a:buNone/>
            </a:pPr>
            <a:r>
              <a:rPr sz="2200" cap="none">
                <a:solidFill>
                  <a:srgbClr val="3F3F3F"/>
                </a:solidFill>
              </a:rPr>
              <a:t> </a:t>
            </a:r>
          </a:p>
          <a:p>
            <a:pPr defTabSz="914400">
              <a:lnSpc>
                <a:spcPct val="90000"/>
              </a:lnSpc>
              <a:tabLst>
                <a:tab pos="1659255" algn="l"/>
                <a:tab pos="3149600" algn="ctr"/>
                <a:tab pos="3425825" algn="l"/>
              </a:tabLst>
            </a:pPr>
            <a:r>
              <a:rPr sz="2200" cap="none">
                <a:solidFill>
                  <a:srgbClr val="3F3F3F"/>
                </a:solidFill>
              </a:rPr>
              <a:t>The two queries are not identical; they are, however, equivalent -- they give the same result on any database.</a:t>
            </a: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Title1"/>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gfw5ZxMAAAAlAAAAZAAAAA0AAAAAkAAAAEgAAACQAAAAS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RHLEBf///wEAAAAAAAAAAAAAAAAAAAAAAAAAAAAAAAAAAAAAAAAAAAAAAAJ/f38A5+bmA8zMzADAwP8Af39/AAAAAAAAAAAAAAAAAAAAAAAAAAAAIQAAABgAAAAUAAAAKAUAAD8CAADYRQAAZwoAABAAAAAmAAAACAAAAHxw////////"/>
              </a:ext>
            </a:extLst>
          </p:cNvSpPr>
          <p:nvPr>
            <p:ph type="title"/>
          </p:nvPr>
        </p:nvSpPr>
        <p:spPr>
          <a:noFill/>
          <a:ln>
            <a:noFill/>
          </a:ln>
          <a:effectLst/>
        </p:spPr>
        <p:txBody>
          <a:bodyPr vert="horz" wrap="square" lIns="91440" tIns="45720" rIns="91440" bIns="45720" numCol="1" spcCol="215900" anchor="ctr">
            <a:prstTxWarp prst="textNoShape">
              <a:avLst/>
            </a:prstTxWarp>
          </a:bodyPr>
          <a:lstStyle/>
          <a:p>
            <a:pPr>
              <a:spcBef>
                <a:spcPts val="0"/>
              </a:spcBef>
              <a:defRPr sz="3960" cap="none"/>
            </a:pPr>
            <a:r>
              <a:rPr b="1" cap="none"/>
              <a:t>Equivalent Queries</a:t>
            </a:r>
          </a:p>
        </p:txBody>
      </p:sp>
      <p:sp>
        <p:nvSpPr>
          <p:cNvPr id="3" name="SlideText1"/>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gfw5ZxMAAAAlAAAAZAAAAK0AAAAAkAAAAEgAAACQAAAASAAAAAAAAAAAAAAAAAAAAAEAAABQAAAAAAAAAAAA4D8AAAAAAADgPwAAAAAAAOA/AAAAAAAA4D8AAAAAAADgPwAAAAAAAOA/AAAAAAAA4D8AAAAAAADgPwAAAAAAAOA/AAAAAAAA4D8CAAAAjAAAAAEAAAACAAAARHLEDP///wgAAAAAAAAAANsDG1oeOXx7WfVzZr/xwB4BAAAAZAAAAAEAAABAAAAAAAAAAAAAAAAAAAAAAAAAAAAAAAAAAAAAAAAAAAAAAAAAAAAAAAAAAAAAAAAAAAAAAAAAAAAAAAAAAAAAAAAAAAAAAAAAAAAAAAAAAAAAAAAAAAAAFAAAADwAAAAAAAAAAAAAAAAAAAAA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BiYXMeAAAAaAAAAAAAAAC1////Qv///wAAAAAAAAAAECcAABAnAAAAAAAAAAAAAAAAAAAAAAAAAAAAAAAAAAAAAAAAAAAAABQAAAAAAAAAwMD/AAAAAABkAAAAMgAAAAAAAABkAAAAAAAAAH9/fwAKAAAAIgAAABgAAAAAAAAAAAAAAAAAAAAAAAAAAAAAAAAAAAAkAAAAJAAAAAAAAAAHAAAAAAAAAAAAAAAAAAAAAAAAAAAAAAAAAAAAAAAAACUAAABYAAAAAAAAAAAAAAAAAAAAAAAAAAAAAAAAAAAAAAAAAAAAAAAAAAAAAAAAAAAAAAA/AAAAAAAAAKCGAQAAAAAAAAAAAAAAAAAMAAAAAQAAAAAAAAAAAAAAAAAAAB8AAABUAAAARHLEBf///wEAAAAAAAAAAAAAAAAAAAAAAAAAAAAAAAAAAAAAAAAAAAAAAAB/f38A5+bmA8zMzADAwP8Af39/AAAAAAAAAAAAAAAAAAAAAAAAAAAAIQAAABgAAAAUAAAAKAUAADsLAADYRQAAACYAABAAAAAmAAAACAAAAHxw////////"/>
              </a:ext>
            </a:extLst>
          </p:cNvSpPr>
          <p:nvPr>
            <p:ph type="body" idx="1"/>
          </p:nvPr>
        </p:nvSpPr>
        <p:spPr>
          <a:blipFill>
            <a:blip r:embed="rId2"/>
            <a:srcRect/>
            <a:stretch>
              <a:fillRect l="-750" t="-1900"/>
            </a:stretch>
          </a:blipFill>
          <a:ln>
            <a:noFill/>
          </a:ln>
          <a:effectLst/>
        </p:spPr>
        <p:txBody>
          <a:bodyPr vert="horz" wrap="square" lIns="91440" tIns="45720" rIns="91440" bIns="45720" numCol="1" spcCol="215900" anchor="t">
            <a:prstTxWarp prst="textNoShape">
              <a:avLst/>
            </a:prstTxWarp>
          </a:bodyPr>
          <a:lstStyle/>
          <a:p>
            <a:endParaRP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Title1"/>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gfw5ZxMAAAAlAAAAZAAAAA0AAAAAAAAAAAAAAAAAAAAAA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P////8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5+bmA8zMzADAwP8Af39/AAAAAAAAAAAAAAAAAAAAAAAAAAAAIQAAABgAAAAUAAAAwAMAAK8BAAA/RwAAuggAAAAAAAAmAAAACAAAAAEAAAAAAAAA"/>
              </a:ext>
            </a:extLst>
          </p:cNvSpPr>
          <p:nvPr>
            <p:ph type="title"/>
          </p:nvPr>
        </p:nvSpPr>
        <p:spPr>
          <a:xfrm>
            <a:off x="609600" y="273685"/>
            <a:ext cx="10972165" cy="1144905"/>
          </a:xfrm>
        </p:spPr>
        <p:txBody>
          <a:bodyPr/>
          <a:lstStyle/>
          <a:p>
            <a:r>
              <a:t>More</a:t>
            </a:r>
          </a:p>
        </p:txBody>
      </p:sp>
      <p:sp>
        <p:nvSpPr>
          <p:cNvPr id="3" name="SlideText1"/>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gfw5ZxMAAAAlAAAAZAAAAA0AAAAAAAAAAAAAAAAAAAAAA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D7o2aw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5+bmA8zMzADAwP8Af39/AAAAAAAAAAAAAAAAAAAAAAAAAAAAIQAAABgAAAAUAAAAwAMAAN8JAAA/RwAAViIAAAAAAAAmAAAACAAAAAEAAAAAAAAA"/>
              </a:ext>
            </a:extLst>
          </p:cNvSpPr>
          <p:nvPr>
            <p:ph type="body" idx="1"/>
          </p:nvPr>
        </p:nvSpPr>
        <p:spPr>
          <a:xfrm>
            <a:off x="609600" y="1604645"/>
            <a:ext cx="10972165" cy="3977005"/>
          </a:xfrm>
        </p:spPr>
        <p:txBody>
          <a:bodyPr/>
          <a:lstStyle/>
          <a:p>
            <a:r>
              <a:t>1.Relational Calculus vs Relational algebra</a:t>
            </a:r>
          </a:p>
          <a:p>
            <a:pPr lvl="1">
              <a:defRPr cap="none">
                <a:hlinkClick r:id="rId2"/>
              </a:defRPr>
            </a:pPr>
            <a:r>
              <a:rPr>
                <a:hlinkClick r:id="rId2"/>
              </a:rPr>
              <a:t>https://www.geeksforgeeks.org/difference-between-relational-algebra-and-relational-calculus/</a:t>
            </a:r>
          </a:p>
          <a:p>
            <a:pPr lvl="1"/>
            <a:r>
              <a:t>Tuple Relational Calculus (TRC)</a:t>
            </a:r>
          </a:p>
          <a:p>
            <a:pPr lvl="1"/>
            <a:r>
              <a:t> Domain Relational Calculus (DRC)</a:t>
            </a:r>
          </a:p>
          <a:p>
            <a:r>
              <a:t>2. UML</a:t>
            </a:r>
          </a:p>
          <a:p>
            <a:pPr lvl="1"/>
            <a:r>
              <a:t>https://www.geeksforgeeks.org/unified-modeling-language-uml-introduction/</a:t>
            </a:r>
          </a:p>
        </p:txBody>
      </p:sp>
    </p:spTree>
  </p:cSld>
  <p:clrMapOvr>
    <a:masterClrMapping/>
  </p:clrMapOvr>
</p:sld>
</file>

<file path=ppt/theme/theme1.xml><?xml version="1.0" encoding="utf-8"?>
<a:theme xmlns:a="http://schemas.openxmlformats.org/drawingml/2006/main" name="Presentation">
  <a:themeElements>
    <a:clrScheme name="Presentation 1">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Presentation">
      <a:majorFont>
        <a:latin typeface="Basic Sans"/>
        <a:ea typeface="Basic Roman"/>
        <a:cs typeface="Basic Roman"/>
      </a:majorFont>
      <a:minorFont>
        <a:latin typeface="Basic Sans"/>
        <a:ea typeface="Basic Roman"/>
        <a:cs typeface="Basic Roma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prstTxWarp prst="textNoShape">
          <a:avLst/>
        </a:prstTxWarp>
        <a:noAutofit/>
      </a:bodyPr>
      <a:lstStyle>
        <a:defPPr>
          <a:defRPr/>
        </a:defPPr>
      </a:lstStyle>
      <a:style>
        <a:lnRef idx="0">
          <a:schemeClr val="accent1"/>
        </a:lnRef>
        <a:fillRef idx="0">
          <a:schemeClr val="accent1"/>
        </a:fillRef>
        <a:effectRef idx="0">
          <a:schemeClr val="accent1"/>
        </a:effectRef>
        <a:fontRef idx="minor">
          <a:schemeClr val="lt1"/>
        </a:fontRef>
      </a:style>
    </a:spDef>
  </a:objectDefaults>
  <a:extraClrSchemeLst>
    <a:extraClrScheme>
      <a:clrScheme name="Presentation 1">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clrMap bg1="lt1" tx1="dk1" bg2="lt2" tx2="dk2" accent1="accent1" accent2="accent2" accent3="accent3" accent4="accent4" accent5="accent5" accent6="accent6" hlink="hlink" folHlink="folHlink"/>
    </a:extraClrScheme>
    <a:extraClrScheme>
      <a:clrScheme name="Presentation 2">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clrMap bg1="lt1" tx1="dk1" bg2="lt2" tx2="dk2" accent1="accent1" accent2="accent2" accent3="accent3" accent4="accent4" accent5="accent5" accent6="accent6" hlink="hlink" folHlink="folHlink"/>
    </a:extraClrScheme>
    <a:extraClrScheme>
      <a:clrScheme name="Presentation 3">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Presentation">
  <a:themeElements>
    <a:clrScheme name="Presentation 1">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Presentation">
      <a:majorFont>
        <a:latin typeface="Basic Sans"/>
        <a:ea typeface="Basic Roman"/>
        <a:cs typeface="Basic Roman"/>
      </a:majorFont>
      <a:minorFont>
        <a:latin typeface="Basic Sans"/>
        <a:ea typeface="Basic Roman"/>
        <a:cs typeface="Basic Roma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prstTxWarp prst="textNoShape">
          <a:avLst/>
        </a:prstTxWarp>
        <a:noAutofit/>
      </a:bodyPr>
      <a:lstStyle>
        <a:defPPr>
          <a:defRPr/>
        </a:defPPr>
      </a:lstStyle>
      <a:style>
        <a:lnRef idx="0">
          <a:schemeClr val="accent1"/>
        </a:lnRef>
        <a:fillRef idx="0">
          <a:schemeClr val="accent1"/>
        </a:fillRef>
        <a:effectRef idx="0">
          <a:schemeClr val="accent1"/>
        </a:effectRef>
        <a:fontRef idx="minor">
          <a:schemeClr val="lt1"/>
        </a:fontRef>
      </a:style>
    </a:spDef>
  </a:objectDefaults>
  <a:extraClrSchemeLst>
    <a:extraClrScheme>
      <a:clrScheme name="Presentation 1">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clrMap bg1="lt1" tx1="dk1" bg2="lt2" tx2="dk2" accent1="accent1" accent2="accent2" accent3="accent3" accent4="accent4" accent5="accent5" accent6="accent6" hlink="hlink" folHlink="folHlink"/>
    </a:extraClrScheme>
    <a:extraClrScheme>
      <a:clrScheme name="Presentation 2">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clrMap bg1="lt1" tx1="dk1" bg2="lt2" tx2="dk2" accent1="accent1" accent2="accent2" accent3="accent3" accent4="accent4" accent5="accent5" accent6="accent6" hlink="hlink" folHlink="folHlink"/>
    </a:extraClrScheme>
    <a:extraClrScheme>
      <a:clrScheme name="Presentation 3">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clrMap bg1="lt1" tx1="dk1" bg2="lt2" tx2="dk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Presentation">
  <a:themeElements>
    <a:clrScheme name="Presentation 1">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Presentation">
      <a:majorFont>
        <a:latin typeface="Basic Sans"/>
        <a:ea typeface="Basic Roman"/>
        <a:cs typeface="Basic Roman"/>
      </a:majorFont>
      <a:minorFont>
        <a:latin typeface="Basic Sans"/>
        <a:ea typeface="Basic Roman"/>
        <a:cs typeface="Basic Roma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prstTxWarp prst="textNoShape">
          <a:avLst/>
        </a:prstTxWarp>
        <a:noAutofit/>
      </a:bodyPr>
      <a:lstStyle>
        <a:defPPr>
          <a:defRPr/>
        </a:defPPr>
      </a:lstStyle>
      <a:style>
        <a:lnRef idx="0">
          <a:schemeClr val="accent1"/>
        </a:lnRef>
        <a:fillRef idx="0">
          <a:schemeClr val="accent1"/>
        </a:fillRef>
        <a:effectRef idx="0">
          <a:schemeClr val="accent1"/>
        </a:effectRef>
        <a:fontRef idx="minor">
          <a:schemeClr val="lt1"/>
        </a:fontRef>
      </a:style>
    </a:spDef>
  </a:objectDefaults>
  <a:extraClrSchemeLst>
    <a:extraClrScheme>
      <a:clrScheme name="Presentation 1">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clrMap bg1="lt1" tx1="dk1" bg2="lt2" tx2="dk2" accent1="accent1" accent2="accent2" accent3="accent3" accent4="accent4" accent5="accent5" accent6="accent6" hlink="hlink" folHlink="folHlink"/>
    </a:extraClrScheme>
    <a:extraClrScheme>
      <a:clrScheme name="Presentation 2">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clrMap bg1="lt1" tx1="dk1" bg2="lt2" tx2="dk2" accent1="accent1" accent2="accent2" accent3="accent3" accent4="accent4" accent5="accent5" accent6="accent6" hlink="hlink" folHlink="folHlink"/>
    </a:extraClrScheme>
    <a:extraClrScheme>
      <a:clrScheme name="Presentation 3">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clrMap bg1="lt1" tx1="dk1" bg2="lt2" tx2="dk2" accent1="accent1" accent2="accent2" accent3="accent3" accent4="accent4" accent5="accent5" accent6="accent6" hlink="hlink" folHlink="folHlink"/>
    </a:extraClrScheme>
  </a:extraClrSchemeLst>
</a:theme>
</file>

<file path=ppt/theme/theme4.xml><?xml version="1.0" encoding="utf-8"?>
<a:theme xmlns:a="http://schemas.openxmlformats.org/drawingml/2006/main" name="Presentation">
  <a:themeElements>
    <a:clrScheme name="Presentation 1">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Presentation">
      <a:majorFont>
        <a:latin typeface="Basic Sans"/>
        <a:ea typeface="Basic Roman"/>
        <a:cs typeface="Basic Roman"/>
      </a:majorFont>
      <a:minorFont>
        <a:latin typeface="Basic Sans"/>
        <a:ea typeface="Basic Roman"/>
        <a:cs typeface="Basic Roma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prstTxWarp prst="textNoShape">
          <a:avLst/>
        </a:prstTxWarp>
        <a:noAutofit/>
      </a:bodyPr>
      <a:lstStyle>
        <a:defPPr>
          <a:defRPr/>
        </a:defPPr>
      </a:lstStyle>
      <a:style>
        <a:lnRef idx="0">
          <a:schemeClr val="accent1"/>
        </a:lnRef>
        <a:fillRef idx="0">
          <a:schemeClr val="accent1"/>
        </a:fillRef>
        <a:effectRef idx="0">
          <a:schemeClr val="accent1"/>
        </a:effectRef>
        <a:fontRef idx="minor">
          <a:schemeClr val="lt1"/>
        </a:fontRef>
      </a:style>
    </a:spDef>
  </a:objectDefaults>
  <a:extraClrSchemeLst>
    <a:extraClrScheme>
      <a:clrScheme name="Presentation 1">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clrMap bg1="lt1" tx1="dk1" bg2="lt2" tx2="dk2" accent1="accent1" accent2="accent2" accent3="accent3" accent4="accent4" accent5="accent5" accent6="accent6" hlink="hlink" folHlink="folHlink"/>
    </a:extraClrScheme>
    <a:extraClrScheme>
      <a:clrScheme name="Presentation 2">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clrMap bg1="lt1" tx1="dk1" bg2="lt2" tx2="dk2" accent1="accent1" accent2="accent2" accent3="accent3" accent4="accent4" accent5="accent5" accent6="accent6" hlink="hlink" folHlink="folHlink"/>
    </a:extraClrScheme>
    <a:extraClrScheme>
      <a:clrScheme name="Presentation 3">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clrMap bg1="lt1" tx1="dk1" bg2="lt2" tx2="dk2" accent1="accent1" accent2="accent2" accent3="accent3" accent4="accent4" accent5="accent5" accent6="accent6" hlink="hlink" folHlink="folHlink"/>
    </a:extraClrScheme>
  </a:extraClrSchemeLst>
</a:theme>
</file>

<file path=ppt/theme/theme5.xml><?xml version="1.0" encoding="utf-8"?>
<a:theme xmlns:a="http://schemas.openxmlformats.org/drawingml/2006/main" name="Presentation">
  <a:themeElements>
    <a:clrScheme name="Presentation 1">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Presentation">
      <a:majorFont>
        <a:latin typeface="Calibri Light"/>
        <a:ea typeface="Calibri Light"/>
        <a:cs typeface="Calibri Light"/>
      </a:majorFont>
      <a:minorFont>
        <a:latin typeface="Calibri"/>
        <a:ea typeface="Calibri"/>
        <a:cs typeface="Calibri"/>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prstTxWarp prst="textNoShape">
          <a:avLst/>
        </a:prstTxWarp>
        <a:noAutofit/>
      </a:bodyPr>
      <a:lstStyle>
        <a:defPPr>
          <a:defRPr/>
        </a:defPPr>
      </a:lstStyle>
      <a:style>
        <a:lnRef idx="0">
          <a:schemeClr val="accent1"/>
        </a:lnRef>
        <a:fillRef idx="0">
          <a:schemeClr val="accent1"/>
        </a:fillRef>
        <a:effectRef idx="0">
          <a:schemeClr val="accent1"/>
        </a:effectRef>
        <a:fontRef idx="minor">
          <a:schemeClr val="lt1"/>
        </a:fontRef>
      </a:style>
    </a:spDef>
  </a:objectDefaults>
  <a:extraClrSchemeLst>
    <a:extraClrScheme>
      <a:clrScheme name="Presentation 1">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clrMap bg1="lt1" tx1="dk1" bg2="lt2" tx2="dk2" accent1="accent1" accent2="accent2" accent3="accent3" accent4="accent4" accent5="accent5" accent6="accent6" hlink="hlink" folHlink="folHlink"/>
    </a:extraClrScheme>
  </a:extraClrSchemeLst>
</a:theme>
</file>

<file path=ppt/theme/theme6.xml><?xml version="1.0" encoding="utf-8"?>
<a:theme xmlns:a="http://schemas.openxmlformats.org/drawingml/2006/main" name="Presentation">
  <a:themeElements>
    <a:clrScheme name="Presentation 1">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Presentation">
      <a:majorFont>
        <a:latin typeface="Calibri Light"/>
        <a:ea typeface="Calibri Light"/>
        <a:cs typeface="Calibri Light"/>
      </a:majorFont>
      <a:minorFont>
        <a:latin typeface="Calibri"/>
        <a:ea typeface="Calibri"/>
        <a:cs typeface="Calibri"/>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prstTxWarp prst="textNoShape">
          <a:avLst/>
        </a:prstTxWarp>
        <a:noAutofit/>
      </a:bodyPr>
      <a:lstStyle>
        <a:defPPr>
          <a:defRPr/>
        </a:defPPr>
      </a:lstStyle>
      <a:style>
        <a:lnRef idx="0">
          <a:schemeClr val="accent1"/>
        </a:lnRef>
        <a:fillRef idx="0">
          <a:schemeClr val="accent1"/>
        </a:fillRef>
        <a:effectRef idx="0">
          <a:schemeClr val="accent1"/>
        </a:effectRef>
        <a:fontRef idx="minor">
          <a:schemeClr val="lt1"/>
        </a:fontRef>
      </a:style>
    </a:spDef>
  </a:objectDefaults>
  <a:extraClrSchemeLst>
    <a:extraClrScheme>
      <a:clrScheme name="Presentation 1">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clrMap bg1="lt1" tx1="dk1" bg2="lt2" tx2="dk2" accent1="accent1" accent2="accent2" accent3="accent3" accent4="accent4" accent5="accent5" accent6="accent6" hlink="hlink" folHlink="folHlink"/>
    </a:extraClrScheme>
  </a:extraClrSchemeLst>
</a:theme>
</file>

<file path=ppt/theme/theme7.xml><?xml version="1.0" encoding="utf-8"?>
<a:theme xmlns:a="http://schemas.openxmlformats.org/drawingml/2006/main" name="Presentation">
  <a:themeElements>
    <a:clrScheme name="Presentation 1">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Presentation">
      <a:majorFont>
        <a:latin typeface="Basic Sans"/>
        <a:ea typeface="Basic Roman"/>
        <a:cs typeface="Basic Roman"/>
      </a:majorFont>
      <a:minorFont>
        <a:latin typeface="Basic Sans"/>
        <a:ea typeface="Basic Roman"/>
        <a:cs typeface="Basic Roma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prstTxWarp prst="textNoShape">
          <a:avLst/>
        </a:prstTxWarp>
        <a:noAutofit/>
      </a:bodyPr>
      <a:lstStyle>
        <a:defPPr>
          <a:defRPr/>
        </a:defPPr>
      </a:lstStyle>
      <a:style>
        <a:lnRef idx="0">
          <a:schemeClr val="accent1"/>
        </a:lnRef>
        <a:fillRef idx="0">
          <a:schemeClr val="accent1"/>
        </a:fillRef>
        <a:effectRef idx="0">
          <a:schemeClr val="accent1"/>
        </a:effectRef>
        <a:fontRef idx="minor">
          <a:schemeClr val="lt1"/>
        </a:fontRef>
      </a:style>
    </a:spDef>
  </a:objectDefaults>
  <a:extraClrSchemeLst>
    <a:extraClrScheme>
      <a:clrScheme name="Presentation 1">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clrMap bg1="lt1" tx1="dk1" bg2="lt2" tx2="dk2" accent1="accent1" accent2="accent2" accent3="accent3" accent4="accent4" accent5="accent5" accent6="accent6" hlink="hlink" folHlink="folHlink"/>
    </a:extraClrScheme>
    <a:extraClrScheme>
      <a:clrScheme name="Presentation 2">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clrMap bg1="lt1" tx1="dk1" bg2="lt2" tx2="dk2" accent1="accent1" accent2="accent2" accent3="accent3" accent4="accent4" accent5="accent5" accent6="accent6" hlink="hlink" folHlink="folHlink"/>
    </a:extraClrScheme>
    <a:extraClrScheme>
      <a:clrScheme name="Presentation 3">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clrMap bg1="lt1" tx1="dk1" bg2="lt2" tx2="dk2" accent1="accent1" accent2="accent2" accent3="accent3" accent4="accent4" accent5="accent5" accent6="accent6" hlink="hlink" folHlink="folHlink"/>
    </a:extraClrScheme>
  </a:extraClrSchemeLst>
</a:theme>
</file>

<file path=ppt/theme/themeOverride1.xml><?xml version="1.0" encoding="utf-8"?>
<a:themeOverride xmlns:a="http://schemas.openxmlformats.org/drawingml/2006/main">
  <a:clrScheme name="Presentation 1">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themeOverride>
</file>

<file path=ppt/theme/themeOverride2.xml><?xml version="1.0" encoding="utf-8"?>
<a:themeOverride xmlns:a="http://schemas.openxmlformats.org/drawingml/2006/main">
  <a:clrScheme name="Presentation 1">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themeOverride>
</file>

<file path=docProps/app.xml><?xml version="1.0" encoding="utf-8"?>
<Properties xmlns="http://schemas.openxmlformats.org/officeDocument/2006/extended-properties" xmlns:vt="http://schemas.openxmlformats.org/officeDocument/2006/docPropsVTypes">
  <Application>Microsoft Office PowerPoint</Application>
  <PresentationFormat>Widescreen</PresentationFormat>
  <Slides>71</Slides>
  <Notes>2</Notes>
  <HiddenSlides>0</HiddenSlides>
  <ScaleCrop>false</ScaleCrop>
  <HeadingPairs>
    <vt:vector size="4" baseType="variant">
      <vt:variant>
        <vt:lpstr>Theme</vt:lpstr>
      </vt:variant>
      <vt:variant>
        <vt:i4>6</vt:i4>
      </vt:variant>
      <vt:variant>
        <vt:lpstr>Slide Titles</vt:lpstr>
      </vt:variant>
      <vt:variant>
        <vt:i4>71</vt:i4>
      </vt:variant>
    </vt:vector>
  </HeadingPairs>
  <TitlesOfParts>
    <vt:vector size="77" baseType="lpstr">
      <vt:lpstr>Presentation</vt:lpstr>
      <vt:lpstr>Presentation</vt:lpstr>
      <vt:lpstr>Presentation</vt:lpstr>
      <vt:lpstr>Presentation</vt:lpstr>
      <vt:lpstr>Presentation</vt:lpstr>
      <vt:lpstr>Presentation</vt:lpstr>
      <vt:lpstr>ER and Relational Model</vt:lpstr>
      <vt:lpstr>E-R Model</vt:lpstr>
      <vt:lpstr>E-R Model</vt:lpstr>
      <vt:lpstr>Entity sets</vt:lpstr>
      <vt:lpstr>Entity sets</vt:lpstr>
      <vt:lpstr>Attributes</vt:lpstr>
      <vt:lpstr>Relationship sets</vt:lpstr>
      <vt:lpstr>PowerPoint Presentation</vt:lpstr>
      <vt:lpstr>Participation constraints</vt:lpstr>
      <vt:lpstr>PowerPoint Presentation</vt:lpstr>
      <vt:lpstr>PowerPoint Presentation</vt:lpstr>
      <vt:lpstr>Constraints</vt:lpstr>
      <vt:lpstr>PowerPoint Presentation</vt:lpstr>
      <vt:lpstr>Mapping Cardinalities</vt:lpstr>
      <vt:lpstr>Keys</vt:lpstr>
      <vt:lpstr>Keys</vt:lpstr>
      <vt:lpstr>Entity Relationship Diagram</vt:lpstr>
      <vt:lpstr>Basic Structure </vt:lpstr>
      <vt:lpstr>PowerPoint Presentation</vt:lpstr>
      <vt:lpstr>PowerPoint Presentation</vt:lpstr>
      <vt:lpstr>Mapping Cardinalities</vt:lpstr>
      <vt:lpstr>Complex Attributes</vt:lpstr>
      <vt:lpstr>Roles</vt:lpstr>
      <vt:lpstr>Roles</vt:lpstr>
      <vt:lpstr>Nonbinary Relationship sets</vt:lpstr>
      <vt:lpstr>Weak Entity Set</vt:lpstr>
      <vt:lpstr>Strong Entity Set</vt:lpstr>
      <vt:lpstr>PowerPoint Presentation</vt:lpstr>
      <vt:lpstr>PowerPoint Presentation</vt:lpstr>
      <vt:lpstr>Extended E-R Features</vt:lpstr>
      <vt:lpstr>Specialization</vt:lpstr>
      <vt:lpstr>Generalization</vt:lpstr>
      <vt:lpstr>PowerPoint Presentation</vt:lpstr>
      <vt:lpstr>Constraints on Generalization</vt:lpstr>
      <vt:lpstr>Constraints on Generalization</vt:lpstr>
      <vt:lpstr>Constraints on Generalization</vt:lpstr>
      <vt:lpstr>Constraints on Generalization</vt:lpstr>
      <vt:lpstr>Aggregation</vt:lpstr>
      <vt:lpstr>PowerPoint Presentation</vt:lpstr>
      <vt:lpstr>Introduction to Relational Model</vt:lpstr>
      <vt:lpstr>Reducing ER to Relational Schema</vt:lpstr>
      <vt:lpstr>Reducing ER to Relational Schema</vt:lpstr>
      <vt:lpstr>Structure of Relational Database </vt:lpstr>
      <vt:lpstr>Design an E-R diagram; </vt:lpstr>
      <vt:lpstr>Entity and attributes</vt:lpstr>
      <vt:lpstr>Case Study</vt:lpstr>
      <vt:lpstr>Case study</vt:lpstr>
      <vt:lpstr>Case study</vt:lpstr>
      <vt:lpstr>Relational Algebra</vt:lpstr>
      <vt:lpstr>Relational Algebra/ Query Language</vt:lpstr>
      <vt:lpstr>Example of a Instructor  Relation</vt:lpstr>
      <vt:lpstr>Select Operation</vt:lpstr>
      <vt:lpstr>Select Operation</vt:lpstr>
      <vt:lpstr>Project Operation</vt:lpstr>
      <vt:lpstr>Project Operation</vt:lpstr>
      <vt:lpstr>Composition of Relational Operations</vt:lpstr>
      <vt:lpstr>Questions</vt:lpstr>
      <vt:lpstr>Cartesian-Product Operation</vt:lpstr>
      <vt:lpstr>The  instructor  X  teaches  table</vt:lpstr>
      <vt:lpstr>Join Operation</vt:lpstr>
      <vt:lpstr>Join Operation</vt:lpstr>
      <vt:lpstr>Join Operation</vt:lpstr>
      <vt:lpstr>Union Operation</vt:lpstr>
      <vt:lpstr>Union Operation</vt:lpstr>
      <vt:lpstr>Set - Intersection Operation</vt:lpstr>
      <vt:lpstr>Set Difference Operation</vt:lpstr>
      <vt:lpstr>The Assignment Operation</vt:lpstr>
      <vt:lpstr>The Rename Operation </vt:lpstr>
      <vt:lpstr>Equivalent Queries</vt:lpstr>
      <vt:lpstr>Equivalent Queries</vt:lpstr>
      <vt:lpstr>More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Database Design and The E-R model</dc:title>
  <dc:subject/>
  <dc:creator>shiva pathak</dc:creator>
  <cp:keywords/>
  <dc:description/>
  <cp:lastModifiedBy>cva</cp:lastModifiedBy>
  <cp:revision>1</cp:revision>
  <dcterms:created xsi:type="dcterms:W3CDTF">2023-04-26T04:47:28Z</dcterms:created>
  <dcterms:modified xsi:type="dcterms:W3CDTF">2026-02-14T15:21:52Z</dcterms:modified>
</cp:coreProperties>
</file>
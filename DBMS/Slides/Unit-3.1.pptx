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slideLayouts/slideLayout12.xml" ContentType="application/vnd.openxmlformats-officedocument.presentationml.slideLayout+xml"/>
  <Override PartName="/ppt/theme/theme12.xml" ContentType="application/vnd.openxmlformats-officedocument.theme+xml"/>
  <Override PartName="/ppt/slideLayouts/slideLayout13.xml" ContentType="application/vnd.openxmlformats-officedocument.presentationml.slideLayout+xml"/>
  <Override PartName="/ppt/theme/theme13.xml" ContentType="application/vnd.openxmlformats-officedocument.theme+xml"/>
  <Override PartName="/ppt/slideLayouts/slideLayout14.xml" ContentType="application/vnd.openxmlformats-officedocument.presentationml.slideLayout+xml"/>
  <Override PartName="/ppt/theme/theme14.xml" ContentType="application/vnd.openxmlformats-officedocument.theme+xml"/>
  <Override PartName="/ppt/slideLayouts/slideLayout15.xml" ContentType="application/vnd.openxmlformats-officedocument.presentationml.slideLayout+xml"/>
  <Override PartName="/ppt/theme/theme15.xml" ContentType="application/vnd.openxmlformats-officedocument.theme+xml"/>
  <Override PartName="/ppt/slideLayouts/slideLayout16.xml" ContentType="application/vnd.openxmlformats-officedocument.presentationml.slideLayout+xml"/>
  <Override PartName="/ppt/theme/theme16.xml" ContentType="application/vnd.openxmlformats-officedocument.theme+xml"/>
  <Override PartName="/ppt/slideLayouts/slideLayout17.xml" ContentType="application/vnd.openxmlformats-officedocument.presentationml.slideLayout+xml"/>
  <Override PartName="/ppt/theme/theme17.xml" ContentType="application/vnd.openxmlformats-officedocument.theme+xml"/>
  <Override PartName="/ppt/slideLayouts/slideLayout18.xml" ContentType="application/vnd.openxmlformats-officedocument.presentationml.slideLayout+xml"/>
  <Override PartName="/ppt/theme/theme18.xml" ContentType="application/vnd.openxmlformats-officedocument.theme+xml"/>
  <Override PartName="/ppt/slideLayouts/slideLayout19.xml" ContentType="application/vnd.openxmlformats-officedocument.presentationml.slideLayout+xml"/>
  <Override PartName="/ppt/theme/theme19.xml" ContentType="application/vnd.openxmlformats-officedocument.theme+xml"/>
  <Override PartName="/ppt/slideLayouts/slideLayout20.xml" ContentType="application/vnd.openxmlformats-officedocument.presentationml.slideLayout+xml"/>
  <Override PartName="/ppt/theme/theme20.xml" ContentType="application/vnd.openxmlformats-officedocument.theme+xml"/>
  <Override PartName="/ppt/slideLayouts/slideLayout21.xml" ContentType="application/vnd.openxmlformats-officedocument.presentationml.slideLayout+xml"/>
  <Override PartName="/ppt/theme/theme21.xml" ContentType="application/vnd.openxmlformats-officedocument.theme+xml"/>
  <Override PartName="/ppt/slideLayouts/slideLayout22.xml" ContentType="application/vnd.openxmlformats-officedocument.presentationml.slideLayout+xml"/>
  <Override PartName="/ppt/theme/theme22.xml" ContentType="application/vnd.openxmlformats-officedocument.theme+xml"/>
  <Override PartName="/ppt/slideLayouts/slideLayout23.xml" ContentType="application/vnd.openxmlformats-officedocument.presentationml.slideLayout+xml"/>
  <Override PartName="/ppt/theme/theme23.xml" ContentType="application/vnd.openxmlformats-officedocument.theme+xml"/>
  <Override PartName="/ppt/slideLayouts/slideLayout24.xml" ContentType="application/vnd.openxmlformats-officedocument.presentationml.slideLayout+xml"/>
  <Override PartName="/ppt/theme/theme24.xml" ContentType="application/vnd.openxmlformats-officedocument.theme+xml"/>
  <Override PartName="/ppt/slideLayouts/slideLayout25.xml" ContentType="application/vnd.openxmlformats-officedocument.presentationml.slideLayout+xml"/>
  <Override PartName="/ppt/theme/theme25.xml" ContentType="application/vnd.openxmlformats-officedocument.theme+xml"/>
  <Override PartName="/ppt/slideLayouts/slideLayout26.xml" ContentType="application/vnd.openxmlformats-officedocument.presentationml.slideLayout+xml"/>
  <Override PartName="/ppt/theme/theme26.xml" ContentType="application/vnd.openxmlformats-officedocument.theme+xml"/>
  <Override PartName="/ppt/slideLayouts/slideLayout27.xml" ContentType="application/vnd.openxmlformats-officedocument.presentationml.slideLayout+xml"/>
  <Override PartName="/ppt/theme/theme27.xml" ContentType="application/vnd.openxmlformats-officedocument.theme+xml"/>
  <Override PartName="/ppt/slideLayouts/slideLayout28.xml" ContentType="application/vnd.openxmlformats-officedocument.presentationml.slideLayout+xml"/>
  <Override PartName="/ppt/theme/theme28.xml" ContentType="application/vnd.openxmlformats-officedocument.theme+xml"/>
  <Override PartName="/ppt/slideLayouts/slideLayout29.xml" ContentType="application/vnd.openxmlformats-officedocument.presentationml.slideLayout+xml"/>
  <Override PartName="/ppt/theme/theme29.xml" ContentType="application/vnd.openxmlformats-officedocument.theme+xml"/>
  <Override PartName="/ppt/slideLayouts/slideLayout30.xml" ContentType="application/vnd.openxmlformats-officedocument.presentationml.slideLayout+xml"/>
  <Override PartName="/ppt/theme/theme30.xml" ContentType="application/vnd.openxmlformats-officedocument.theme+xml"/>
  <Override PartName="/ppt/slideLayouts/slideLayout31.xml" ContentType="application/vnd.openxmlformats-officedocument.presentationml.slideLayout+xml"/>
  <Override PartName="/ppt/theme/theme31.xml" ContentType="application/vnd.openxmlformats-officedocument.theme+xml"/>
  <Override PartName="/ppt/slideLayouts/slideLayout32.xml" ContentType="application/vnd.openxmlformats-officedocument.presentationml.slideLayout+xml"/>
  <Override PartName="/ppt/theme/theme32.xml" ContentType="application/vnd.openxmlformats-officedocument.theme+xml"/>
  <Override PartName="/ppt/slideLayouts/slideLayout33.xml" ContentType="application/vnd.openxmlformats-officedocument.presentationml.slideLayout+xml"/>
  <Override PartName="/ppt/theme/theme33.xml" ContentType="application/vnd.openxmlformats-officedocument.theme+xml"/>
  <Override PartName="/ppt/slideLayouts/slideLayout34.xml" ContentType="application/vnd.openxmlformats-officedocument.presentationml.slideLayout+xml"/>
  <Override PartName="/ppt/theme/theme34.xml" ContentType="application/vnd.openxmlformats-officedocument.theme+xml"/>
  <Override PartName="/ppt/slideLayouts/slideLayout35.xml" ContentType="application/vnd.openxmlformats-officedocument.presentationml.slideLayout+xml"/>
  <Override PartName="/ppt/theme/theme35.xml" ContentType="application/vnd.openxmlformats-officedocument.theme+xml"/>
  <Override PartName="/ppt/slideLayouts/slideLayout36.xml" ContentType="application/vnd.openxmlformats-officedocument.presentationml.slideLayout+xml"/>
  <Override PartName="/ppt/theme/theme3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  <p:sldMasterId id="2147483670" r:id="rId12"/>
    <p:sldMasterId id="2147483672" r:id="rId13"/>
    <p:sldMasterId id="2147483674" r:id="rId14"/>
    <p:sldMasterId id="2147483676" r:id="rId15"/>
    <p:sldMasterId id="2147483678" r:id="rId16"/>
    <p:sldMasterId id="2147483680" r:id="rId17"/>
    <p:sldMasterId id="2147483682" r:id="rId18"/>
    <p:sldMasterId id="2147483684" r:id="rId19"/>
    <p:sldMasterId id="2147483686" r:id="rId20"/>
    <p:sldMasterId id="2147483688" r:id="rId21"/>
    <p:sldMasterId id="2147483690" r:id="rId22"/>
    <p:sldMasterId id="2147483692" r:id="rId23"/>
    <p:sldMasterId id="2147483694" r:id="rId24"/>
    <p:sldMasterId id="2147483696" r:id="rId25"/>
    <p:sldMasterId id="2147483698" r:id="rId26"/>
    <p:sldMasterId id="2147483700" r:id="rId27"/>
    <p:sldMasterId id="2147483702" r:id="rId28"/>
    <p:sldMasterId id="2147483704" r:id="rId29"/>
    <p:sldMasterId id="2147483706" r:id="rId30"/>
    <p:sldMasterId id="2147483708" r:id="rId31"/>
    <p:sldMasterId id="2147483710" r:id="rId32"/>
    <p:sldMasterId id="2147483712" r:id="rId33"/>
    <p:sldMasterId id="2147483714" r:id="rId34"/>
    <p:sldMasterId id="2147483716" r:id="rId35"/>
    <p:sldMasterId id="2147483718" r:id="rId36"/>
  </p:sldMasterIdLst>
  <p:sldIdLst>
    <p:sldId id="256" r:id="rId37"/>
    <p:sldId id="257" r:id="rId38"/>
    <p:sldId id="258" r:id="rId39"/>
    <p:sldId id="259" r:id="rId40"/>
    <p:sldId id="276" r:id="rId41"/>
    <p:sldId id="260" r:id="rId42"/>
    <p:sldId id="261" r:id="rId43"/>
    <p:sldId id="262" r:id="rId44"/>
    <p:sldId id="263" r:id="rId45"/>
    <p:sldId id="264" r:id="rId46"/>
    <p:sldId id="265" r:id="rId47"/>
    <p:sldId id="266" r:id="rId48"/>
    <p:sldId id="267" r:id="rId49"/>
    <p:sldId id="268" r:id="rId50"/>
    <p:sldId id="269" r:id="rId51"/>
    <p:sldId id="270" r:id="rId52"/>
    <p:sldId id="271" r:id="rId53"/>
    <p:sldId id="272" r:id="rId54"/>
    <p:sldId id="273" r:id="rId55"/>
    <p:sldId id="274" r:id="rId56"/>
    <p:sldId id="275" r:id="rId57"/>
    <p:sldId id="277" r:id="rId58"/>
  </p:sldIdLst>
  <p:sldSz cx="12192000" cy="6858000"/>
  <p:notesSz cx="7559675" cy="10691813"/>
  <p:defaultTextStyle>
    <a:lvl1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Arial" pitchFamily="2" charset="0"/>
        <a:ea typeface="DejaVu Sans" pitchFamily="1" charset="0"/>
        <a:cs typeface="DejaVu Sans" pitchFamily="1" charset="0"/>
      </a:defRPr>
    </a:lvl1pPr>
    <a:lvl2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Arial" pitchFamily="2" charset="0"/>
        <a:ea typeface="DejaVu Sans" pitchFamily="1" charset="0"/>
        <a:cs typeface="DejaVu Sans" pitchFamily="1" charset="0"/>
      </a:defRPr>
    </a:lvl2pPr>
    <a:lvl3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Arial" pitchFamily="2" charset="0"/>
        <a:ea typeface="DejaVu Sans" pitchFamily="1" charset="0"/>
        <a:cs typeface="DejaVu Sans" pitchFamily="1" charset="0"/>
      </a:defRPr>
    </a:lvl3pPr>
    <a:lvl4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Arial" pitchFamily="2" charset="0"/>
        <a:ea typeface="DejaVu Sans" pitchFamily="1" charset="0"/>
        <a:cs typeface="DejaVu Sans" pitchFamily="1" charset="0"/>
      </a:defRPr>
    </a:lvl4pPr>
    <a:lvl5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Arial" pitchFamily="2" charset="0"/>
        <a:ea typeface="DejaVu Sans" pitchFamily="1" charset="0"/>
        <a:cs typeface="DejaVu Sans" pitchFamily="1" charset="0"/>
      </a:defRPr>
    </a:lvl5pPr>
    <a:lvl6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Arial" pitchFamily="2" charset="0"/>
        <a:ea typeface="DejaVu Sans" pitchFamily="1" charset="0"/>
        <a:cs typeface="DejaVu Sans" pitchFamily="1" charset="0"/>
      </a:defRPr>
    </a:lvl6pPr>
    <a:lvl7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Arial" pitchFamily="2" charset="0"/>
        <a:ea typeface="DejaVu Sans" pitchFamily="1" charset="0"/>
        <a:cs typeface="DejaVu Sans" pitchFamily="1" charset="0"/>
      </a:defRPr>
    </a:lvl7pPr>
    <a:lvl8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Arial" pitchFamily="2" charset="0"/>
        <a:ea typeface="DejaVu Sans" pitchFamily="1" charset="0"/>
        <a:cs typeface="DejaVu Sans" pitchFamily="1" charset="0"/>
      </a:defRPr>
    </a:lvl8pPr>
    <a:lvl9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Arial" pitchFamily="2" charset="0"/>
        <a:ea typeface="DejaVu Sans" pitchFamily="1" charset="0"/>
        <a:cs typeface="DejaVu Sans" pitchFamily="1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0000FF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smNativeData">
      <pr:guideOptions xmlns="smNativeData" xmlns:pr="smNativeData" xmlns:p15="http://schemas.microsoft.com/office/powerpoint/2012/main" xmlns:p14="http://schemas.microsoft.com/office/powerpoint/2010/main" xmlns:mc="http://schemas.openxmlformats.org/markup-compatibility/2006" dt="1732796399" snapToGrid="1" snapToBorders="1" snapToGuides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Objects="1" showGuides="1">
      <p:cViewPr varScale="1">
        <p:scale>
          <a:sx n="57" d="100"/>
          <a:sy n="57" d="100"/>
        </p:scale>
        <p:origin x="537" y="21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sorterViewPr>
    <p:cViewPr>
      <p:scale>
        <a:sx n="13" d="100"/>
        <a:sy n="13" d="100"/>
      </p:scale>
      <p:origin x="0" y="0"/>
    </p:cViewPr>
  </p:sorterViewPr>
  <p:notesViewPr>
    <p:cSldViewPr snapToObjects="1" showGuides="1">
      <p:cViewPr>
        <p:scale>
          <a:sx n="57" d="100"/>
          <a:sy n="57" d="100"/>
        </p:scale>
        <p:origin x="537" y="210"/>
      </p:cViewPr>
      <p:guideLst/>
    </p:cSldViewPr>
  </p:notesViewPr>
  <p:gridSpacing cx="71755" cy="7175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slideMaster" Target="slideMasters/slideMaster26.xml"/><Relationship Id="rId39" Type="http://schemas.openxmlformats.org/officeDocument/2006/relationships/slide" Target="slides/slide3.xml"/><Relationship Id="rId21" Type="http://schemas.openxmlformats.org/officeDocument/2006/relationships/slideMaster" Target="slideMasters/slideMaster21.xml"/><Relationship Id="rId34" Type="http://schemas.openxmlformats.org/officeDocument/2006/relationships/slideMaster" Target="slideMasters/slideMaster34.xml"/><Relationship Id="rId42" Type="http://schemas.openxmlformats.org/officeDocument/2006/relationships/slide" Target="slides/slide6.xml"/><Relationship Id="rId47" Type="http://schemas.openxmlformats.org/officeDocument/2006/relationships/slide" Target="slides/slide11.xml"/><Relationship Id="rId50" Type="http://schemas.openxmlformats.org/officeDocument/2006/relationships/slide" Target="slides/slide14.xml"/><Relationship Id="rId55" Type="http://schemas.openxmlformats.org/officeDocument/2006/relationships/slide" Target="slides/slide19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9" Type="http://schemas.openxmlformats.org/officeDocument/2006/relationships/slideMaster" Target="slideMasters/slideMaster29.xml"/><Relationship Id="rId11" Type="http://schemas.openxmlformats.org/officeDocument/2006/relationships/slideMaster" Target="slideMasters/slideMaster11.xml"/><Relationship Id="rId24" Type="http://schemas.openxmlformats.org/officeDocument/2006/relationships/slideMaster" Target="slideMasters/slideMaster24.xml"/><Relationship Id="rId32" Type="http://schemas.openxmlformats.org/officeDocument/2006/relationships/slideMaster" Target="slideMasters/slideMaster32.xml"/><Relationship Id="rId37" Type="http://schemas.openxmlformats.org/officeDocument/2006/relationships/slide" Target="slides/slide1.xml"/><Relationship Id="rId40" Type="http://schemas.openxmlformats.org/officeDocument/2006/relationships/slide" Target="slides/slide4.xml"/><Relationship Id="rId45" Type="http://schemas.openxmlformats.org/officeDocument/2006/relationships/slide" Target="slides/slide9.xml"/><Relationship Id="rId53" Type="http://schemas.openxmlformats.org/officeDocument/2006/relationships/slide" Target="slides/slide17.xml"/><Relationship Id="rId58" Type="http://schemas.openxmlformats.org/officeDocument/2006/relationships/slide" Target="slides/slide22.xml"/><Relationship Id="rId5" Type="http://schemas.openxmlformats.org/officeDocument/2006/relationships/slideMaster" Target="slideMasters/slideMaster5.xml"/><Relationship Id="rId61" Type="http://schemas.openxmlformats.org/officeDocument/2006/relationships/theme" Target="theme/theme1.xml"/><Relationship Id="rId19" Type="http://schemas.openxmlformats.org/officeDocument/2006/relationships/slideMaster" Target="slideMasters/slideMaster19.xml"/><Relationship Id="rId14" Type="http://schemas.openxmlformats.org/officeDocument/2006/relationships/slideMaster" Target="slideMasters/slideMaster14.xml"/><Relationship Id="rId22" Type="http://schemas.openxmlformats.org/officeDocument/2006/relationships/slideMaster" Target="slideMasters/slideMaster22.xml"/><Relationship Id="rId27" Type="http://schemas.openxmlformats.org/officeDocument/2006/relationships/slideMaster" Target="slideMasters/slideMaster27.xml"/><Relationship Id="rId30" Type="http://schemas.openxmlformats.org/officeDocument/2006/relationships/slideMaster" Target="slideMasters/slideMaster30.xml"/><Relationship Id="rId35" Type="http://schemas.openxmlformats.org/officeDocument/2006/relationships/slideMaster" Target="slideMasters/slideMaster35.xml"/><Relationship Id="rId43" Type="http://schemas.openxmlformats.org/officeDocument/2006/relationships/slide" Target="slides/slide7.xml"/><Relationship Id="rId48" Type="http://schemas.openxmlformats.org/officeDocument/2006/relationships/slide" Target="slides/slide12.xml"/><Relationship Id="rId56" Type="http://schemas.openxmlformats.org/officeDocument/2006/relationships/slide" Target="slides/slide20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Master" Target="slideMasters/slideMaster25.xml"/><Relationship Id="rId33" Type="http://schemas.openxmlformats.org/officeDocument/2006/relationships/slideMaster" Target="slideMasters/slideMaster33.xml"/><Relationship Id="rId38" Type="http://schemas.openxmlformats.org/officeDocument/2006/relationships/slide" Target="slides/slide2.xml"/><Relationship Id="rId46" Type="http://schemas.openxmlformats.org/officeDocument/2006/relationships/slide" Target="slides/slide10.xml"/><Relationship Id="rId59" Type="http://schemas.openxmlformats.org/officeDocument/2006/relationships/presProps" Target="presProps.xml"/><Relationship Id="rId20" Type="http://schemas.openxmlformats.org/officeDocument/2006/relationships/slideMaster" Target="slideMasters/slideMaster20.xml"/><Relationship Id="rId41" Type="http://schemas.openxmlformats.org/officeDocument/2006/relationships/slide" Target="slides/slide5.xml"/><Relationship Id="rId54" Type="http://schemas.openxmlformats.org/officeDocument/2006/relationships/slide" Target="slides/slide18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Master" Target="slideMasters/slideMaster15.xml"/><Relationship Id="rId23" Type="http://schemas.openxmlformats.org/officeDocument/2006/relationships/slideMaster" Target="slideMasters/slideMaster23.xml"/><Relationship Id="rId28" Type="http://schemas.openxmlformats.org/officeDocument/2006/relationships/slideMaster" Target="slideMasters/slideMaster28.xml"/><Relationship Id="rId36" Type="http://schemas.openxmlformats.org/officeDocument/2006/relationships/slideMaster" Target="slideMasters/slideMaster36.xml"/><Relationship Id="rId49" Type="http://schemas.openxmlformats.org/officeDocument/2006/relationships/slide" Target="slides/slide13.xml"/><Relationship Id="rId57" Type="http://schemas.openxmlformats.org/officeDocument/2006/relationships/slide" Target="slides/slide21.xml"/><Relationship Id="rId10" Type="http://schemas.openxmlformats.org/officeDocument/2006/relationships/slideMaster" Target="slideMasters/slideMaster10.xml"/><Relationship Id="rId31" Type="http://schemas.openxmlformats.org/officeDocument/2006/relationships/slideMaster" Target="slideMasters/slideMaster31.xml"/><Relationship Id="rId44" Type="http://schemas.openxmlformats.org/officeDocument/2006/relationships/slide" Target="slides/slide8.xml"/><Relationship Id="rId52" Type="http://schemas.openxmlformats.org/officeDocument/2006/relationships/slide" Target="slides/slide16.xml"/><Relationship Id="rId60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8BAAA/RwAAuggAABAAAAAmAAAACAAAAD0QAAD/HwAA"/>
              </a:ext>
            </a:extLst>
          </p:cNvSpPr>
          <p:nvPr>
            <p:ph type="title"/>
          </p:nvPr>
        </p:nvSpPr>
        <p:spPr>
          <a:xfrm>
            <a:off x="609600" y="273685"/>
            <a:ext cx="10972165" cy="1144905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indent="0" algn="ctr">
              <a:buNone/>
            </a:pP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3" name="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8JAACwJAAAihUAABAAAAAmAAAACAAAAD0QAAD/HwAA"/>
              </a:ext>
            </a:extLst>
          </p:cNvSpPr>
          <p:nvPr>
            <p:ph idx="1"/>
          </p:nvPr>
        </p:nvSpPr>
        <p:spPr>
          <a:xfrm>
            <a:off x="609600" y="1604645"/>
            <a:ext cx="5354320" cy="189674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indent="0">
              <a:spcBef>
                <a:spcPts val="1415"/>
              </a:spcBef>
              <a:buNone/>
            </a:pP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4" name="PlaceHolder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iYAAN8JAABGRwAAihUAABAAAAAmAAAACAAAAD0QAAD/HwAA"/>
              </a:ext>
            </a:extLst>
          </p:cNvSpPr>
          <p:nvPr>
            <p:ph idx="1"/>
          </p:nvPr>
        </p:nvSpPr>
        <p:spPr>
          <a:xfrm>
            <a:off x="6231890" y="1604645"/>
            <a:ext cx="5354320" cy="189674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indent="0">
              <a:spcBef>
                <a:spcPts val="1415"/>
              </a:spcBef>
              <a:buNone/>
            </a:pP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5" name="PlaceHolder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cWAAA/RwAAUiIAABAAAAAmAAAACAAAAD0QAAD/HwAA"/>
              </a:ext>
            </a:extLst>
          </p:cNvSpPr>
          <p:nvPr>
            <p:ph idx="1"/>
          </p:nvPr>
        </p:nvSpPr>
        <p:spPr>
          <a:xfrm>
            <a:off x="609600" y="3682365"/>
            <a:ext cx="10972165" cy="189674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indent="0">
              <a:spcBef>
                <a:spcPts val="1415"/>
              </a:spcBef>
              <a:buNone/>
            </a:pP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6" name="PlaceHolder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mMgAAVykAABAAAAAmAAAACAAAAAAAAAAAAAAA"/>
              </a:ext>
            </a:extLst>
          </p:cNvSpPr>
          <p:nvPr>
            <p:ph type="ftr" idx="11"/>
          </p:nvPr>
        </p:nvSpPr>
        <p:spPr/>
        <p:txBody>
          <a:bodyPr/>
          <a:lstStyle/>
          <a:p>
            <a:pPr>
              <a:defRPr lang="en-us"/>
            </a:pPr>
            <a:r>
              <a:t>Footer</a:t>
            </a:r>
          </a:p>
        </p:txBody>
      </p:sp>
      <p:sp>
        <p:nvSpPr>
          <p:cNvPr id="7" name="PlaceHolder 6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WRQAAVykAABAAAAAmAAAACAAAAAAAAAAAAAAA"/>
              </a:ext>
            </a:extLst>
          </p:cNvSpPr>
          <p:nvPr>
            <p:ph type="sldNum" idx="12"/>
          </p:nvPr>
        </p:nvSpPr>
        <p:spPr/>
        <p:txBody>
          <a:bodyPr/>
          <a:lstStyle/>
          <a:p>
            <a:pPr>
              <a:defRPr lang="en-us"/>
            </a:pPr>
            <a:fld id="{7F49767D-3392-1C80-DCF1-C5D538BF2A90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GFgAAVykAABAAAAAmAAAACAAAAAAAAAAAAAAA"/>
              </a:ext>
            </a:extLst>
          </p:cNvSpPr>
          <p:nvPr>
            <p:ph type="dt" idx="10"/>
          </p:nvPr>
        </p:nvSpPr>
        <p:spPr/>
        <p:txBody>
          <a:bodyPr/>
          <a:lstStyle/>
          <a:p>
            <a:pPr>
              <a:defRPr lang="en-us"/>
            </a:pPr>
            <a:endParaRPr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8BAAA/RwAAuggAABAAAAAmAAAACAAAAD0QAAD/HwAA"/>
              </a:ext>
            </a:extLst>
          </p:cNvSpPr>
          <p:nvPr>
            <p:ph type="title"/>
          </p:nvPr>
        </p:nvSpPr>
        <p:spPr>
          <a:xfrm>
            <a:off x="609600" y="273685"/>
            <a:ext cx="10972165" cy="1144905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indent="0" algn="ctr">
              <a:buNone/>
            </a:pP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3" name="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8JAAA/RwAAihUAABAAAAAmAAAACAAAAD0QAAD/HwAA"/>
              </a:ext>
            </a:extLst>
          </p:cNvSpPr>
          <p:nvPr>
            <p:ph idx="1"/>
          </p:nvPr>
        </p:nvSpPr>
        <p:spPr>
          <a:xfrm>
            <a:off x="609600" y="1604645"/>
            <a:ext cx="10972165" cy="189674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indent="0">
              <a:spcBef>
                <a:spcPts val="1415"/>
              </a:spcBef>
              <a:buNone/>
            </a:pP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4" name="PlaceHolder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cWAAA/RwAAUiIAABAAAAAmAAAACAAAAD0QAAD/HwAA"/>
              </a:ext>
            </a:extLst>
          </p:cNvSpPr>
          <p:nvPr>
            <p:ph idx="1"/>
          </p:nvPr>
        </p:nvSpPr>
        <p:spPr>
          <a:xfrm>
            <a:off x="609600" y="3682365"/>
            <a:ext cx="10972165" cy="189674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indent="0">
              <a:spcBef>
                <a:spcPts val="1415"/>
              </a:spcBef>
              <a:buNone/>
            </a:pP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5" name="PlaceHolder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mMgAAVykAABAAAAAmAAAACAAAAAAAAAAAAAAA"/>
              </a:ext>
            </a:extLst>
          </p:cNvSpPr>
          <p:nvPr>
            <p:ph type="ftr" idx="11"/>
          </p:nvPr>
        </p:nvSpPr>
        <p:spPr/>
        <p:txBody>
          <a:bodyPr/>
          <a:lstStyle/>
          <a:p>
            <a:pPr>
              <a:defRPr lang="en-us"/>
            </a:pPr>
            <a:r>
              <a:t>Footer</a:t>
            </a:r>
          </a:p>
        </p:txBody>
      </p:sp>
      <p:sp>
        <p:nvSpPr>
          <p:cNvPr id="6" name="PlaceHolder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WRQAAVykAABAAAAAmAAAACAAAAAAAAAAAAAAA"/>
              </a:ext>
            </a:extLst>
          </p:cNvSpPr>
          <p:nvPr>
            <p:ph type="sldNum" idx="12"/>
          </p:nvPr>
        </p:nvSpPr>
        <p:spPr/>
        <p:txBody>
          <a:bodyPr/>
          <a:lstStyle/>
          <a:p>
            <a:pPr>
              <a:defRPr lang="en-us"/>
            </a:pPr>
            <a:fld id="{00B89C25-6BED-ED6A-A300-9D3FD24E55C8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GFgAAVykAABAAAAAmAAAACAAAAAAAAAAAAAAA"/>
              </a:ext>
            </a:extLst>
          </p:cNvSpPr>
          <p:nvPr>
            <p:ph type="dt" idx="10"/>
          </p:nvPr>
        </p:nvSpPr>
        <p:spPr/>
        <p:txBody>
          <a:bodyPr/>
          <a:lstStyle/>
          <a:p>
            <a:pPr>
              <a:defRPr lang="en-us"/>
            </a:pPr>
            <a:endParaRPr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8BAAA/RwAAuggAABAAAAAmAAAACAAAAD0QAAD/HwAA"/>
              </a:ext>
            </a:extLst>
          </p:cNvSpPr>
          <p:nvPr>
            <p:ph type="title"/>
          </p:nvPr>
        </p:nvSpPr>
        <p:spPr>
          <a:xfrm>
            <a:off x="609600" y="273685"/>
            <a:ext cx="10972165" cy="1144905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indent="0" algn="ctr">
              <a:buNone/>
            </a:pP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3" name="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8JAACwJAAAihUAABAAAAAmAAAACAAAAD0QAAD/HwAA"/>
              </a:ext>
            </a:extLst>
          </p:cNvSpPr>
          <p:nvPr>
            <p:ph idx="1"/>
          </p:nvPr>
        </p:nvSpPr>
        <p:spPr>
          <a:xfrm>
            <a:off x="609600" y="1604645"/>
            <a:ext cx="5354320" cy="189674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indent="0">
              <a:spcBef>
                <a:spcPts val="1415"/>
              </a:spcBef>
              <a:buNone/>
            </a:pP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4" name="PlaceHolder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iYAAN8JAABGRwAAihUAABAAAAAmAAAACAAAAD0QAAD/HwAA"/>
              </a:ext>
            </a:extLst>
          </p:cNvSpPr>
          <p:nvPr>
            <p:ph idx="1"/>
          </p:nvPr>
        </p:nvSpPr>
        <p:spPr>
          <a:xfrm>
            <a:off x="6231890" y="1604645"/>
            <a:ext cx="5354320" cy="189674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indent="0">
              <a:spcBef>
                <a:spcPts val="1415"/>
              </a:spcBef>
              <a:buNone/>
            </a:pP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5" name="PlaceHolder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cWAACwJAAAUiIAABAAAAAmAAAACAAAAD0QAAD/HwAA"/>
              </a:ext>
            </a:extLst>
          </p:cNvSpPr>
          <p:nvPr>
            <p:ph idx="1"/>
          </p:nvPr>
        </p:nvSpPr>
        <p:spPr>
          <a:xfrm>
            <a:off x="609600" y="3682365"/>
            <a:ext cx="5354320" cy="189674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indent="0">
              <a:spcBef>
                <a:spcPts val="1415"/>
              </a:spcBef>
              <a:buNone/>
            </a:pP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6" name="PlaceHolder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iYAAKcWAABGRwAAUiIAABAAAAAmAAAACAAAAD0QAAD/HwAA"/>
              </a:ext>
            </a:extLst>
          </p:cNvSpPr>
          <p:nvPr>
            <p:ph idx="1"/>
          </p:nvPr>
        </p:nvSpPr>
        <p:spPr>
          <a:xfrm>
            <a:off x="6231890" y="3682365"/>
            <a:ext cx="5354320" cy="189674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indent="0">
              <a:spcBef>
                <a:spcPts val="1415"/>
              </a:spcBef>
              <a:buNone/>
            </a:pP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7" name="PlaceHolder 6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mMgAAVykAABAAAAAmAAAACAAAAAAAAAAAAAAA"/>
              </a:ext>
            </a:extLst>
          </p:cNvSpPr>
          <p:nvPr>
            <p:ph type="ftr" idx="11"/>
          </p:nvPr>
        </p:nvSpPr>
        <p:spPr/>
        <p:txBody>
          <a:bodyPr/>
          <a:lstStyle/>
          <a:p>
            <a:pPr>
              <a:defRPr lang="en-us"/>
            </a:pPr>
            <a:r>
              <a:t>Footer</a:t>
            </a:r>
          </a:p>
        </p:txBody>
      </p:sp>
      <p:sp>
        <p:nvSpPr>
          <p:cNvPr id="8" name="PlaceHolder 7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WRQAAVykAABAAAAAmAAAACAAAAAAAAAAAAAAA"/>
              </a:ext>
            </a:extLst>
          </p:cNvSpPr>
          <p:nvPr>
            <p:ph type="sldNum" idx="12"/>
          </p:nvPr>
        </p:nvSpPr>
        <p:spPr/>
        <p:txBody>
          <a:bodyPr/>
          <a:lstStyle/>
          <a:p>
            <a:pPr>
              <a:defRPr lang="en-us"/>
            </a:pPr>
            <a:fld id="{54C9A6EC-A2B9-9C50-F771-5405E83F0101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GFgAAVykAABAAAAAmAAAACAAAAAAAAAAAAAAA"/>
              </a:ext>
            </a:extLst>
          </p:cNvSpPr>
          <p:nvPr>
            <p:ph type="dt" idx="10"/>
          </p:nvPr>
        </p:nvSpPr>
        <p:spPr/>
        <p:txBody>
          <a:bodyPr/>
          <a:lstStyle/>
          <a:p>
            <a:pPr>
              <a:defRPr lang="en-us"/>
            </a:pPr>
            <a:endParaRPr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mMgAAVykAABAAAAAmAAAACAAAAAAAAAAAAAAA"/>
              </a:ext>
            </a:extLst>
          </p:cNvSpPr>
          <p:nvPr>
            <p:ph type="ftr" idx="11"/>
          </p:nvPr>
        </p:nvSpPr>
        <p:spPr/>
        <p:txBody>
          <a:bodyPr/>
          <a:lstStyle/>
          <a:p>
            <a:pPr>
              <a:defRPr lang="en-us"/>
            </a:pPr>
            <a:r>
              <a:t>Footer</a:t>
            </a:r>
          </a:p>
        </p:txBody>
      </p:sp>
      <p:sp>
        <p:nvSpPr>
          <p:cNvPr id="3" name="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WRQAAVykAABAAAAAmAAAACAAAAAAAAAAAAAAA"/>
              </a:ext>
            </a:extLst>
          </p:cNvSpPr>
          <p:nvPr>
            <p:ph type="sldNum" idx="12"/>
          </p:nvPr>
        </p:nvSpPr>
        <p:spPr/>
        <p:txBody>
          <a:bodyPr/>
          <a:lstStyle/>
          <a:p>
            <a:pPr>
              <a:defRPr lang="en-us"/>
            </a:pPr>
            <a:fld id="{41185BA4-EAAC-4DAD-E2A0-1CF815EE1449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GFgAAVykAABAAAAAmAAAACAAAAAAAAAAAAAAA"/>
              </a:ext>
            </a:extLst>
          </p:cNvSpPr>
          <p:nvPr>
            <p:ph type="dt" idx="10"/>
          </p:nvPr>
        </p:nvSpPr>
        <p:spPr/>
        <p:txBody>
          <a:bodyPr/>
          <a:lstStyle/>
          <a:p>
            <a:pPr>
              <a:defRPr lang="en-us"/>
            </a:pPr>
            <a:endParaRPr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mMgAAVykAABAAAAAmAAAACAAAAAAAAAAAAAAA"/>
              </a:ext>
            </a:extLst>
          </p:cNvSpPr>
          <p:nvPr>
            <p:ph type="ftr" idx="11"/>
          </p:nvPr>
        </p:nvSpPr>
        <p:spPr/>
        <p:txBody>
          <a:bodyPr/>
          <a:lstStyle/>
          <a:p>
            <a:pPr>
              <a:defRPr lang="en-us"/>
            </a:pPr>
            <a:r>
              <a:t>Footer</a:t>
            </a:r>
          </a:p>
        </p:txBody>
      </p:sp>
      <p:sp>
        <p:nvSpPr>
          <p:cNvPr id="3" name="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kU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WRQAAVykAABAAAAAmAAAACAAAAAAAAAAAAAAA"/>
              </a:ext>
            </a:extLst>
          </p:cNvSpPr>
          <p:nvPr>
            <p:ph type="sldNum" idx="12"/>
          </p:nvPr>
        </p:nvSpPr>
        <p:spPr/>
        <p:txBody>
          <a:bodyPr/>
          <a:lstStyle/>
          <a:p>
            <a:pPr>
              <a:defRPr lang="en-us"/>
            </a:pPr>
            <a:fld id="{5FDFBF96-D8B2-8A49-FC67-2E1CF1290A7B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GFgAAVykAABAAAAAmAAAACAAAAAAAAAAAAAAA"/>
              </a:ext>
            </a:extLst>
          </p:cNvSpPr>
          <p:nvPr>
            <p:ph type="dt" idx="10"/>
          </p:nvPr>
        </p:nvSpPr>
        <p:spPr/>
        <p:txBody>
          <a:bodyPr/>
          <a:lstStyle/>
          <a:p>
            <a:pPr>
              <a:defRPr lang="en-us"/>
            </a:pPr>
            <a:endParaRPr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8BAAA/RwAAuggAABAAAAAmAAAACAAAAD0QAAD/HwAA"/>
              </a:ext>
            </a:extLst>
          </p:cNvSpPr>
          <p:nvPr>
            <p:ph type="title"/>
          </p:nvPr>
        </p:nvSpPr>
        <p:spPr>
          <a:xfrm>
            <a:off x="609600" y="273685"/>
            <a:ext cx="10972165" cy="1144905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indent="0" algn="ctr">
              <a:buNone/>
            </a:pP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3" name="PlaceHolder 2"/>
          <p:cNvSpPr txBox="1"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Eg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8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8JAAA/RwAAViIAABAAAAAmAAAACAAAAD2RAAD/HwAA"/>
              </a:ext>
            </a:extLst>
          </p:cNvSpPr>
          <p:nvPr>
            <p:ph idx="1"/>
          </p:nvPr>
        </p:nvSpPr>
        <p:spPr>
          <a:xfrm>
            <a:off x="609600" y="1604645"/>
            <a:ext cx="10972165" cy="397700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indent="0">
              <a:spcBef>
                <a:spcPts val="1415"/>
              </a:spcBef>
              <a:buNone/>
            </a:pPr>
            <a:endParaRPr lang="en-us" sz="3200" cap="none">
              <a:solidFill>
                <a:srgbClr val="000000"/>
              </a:solidFill>
            </a:endParaRPr>
          </a:p>
        </p:txBody>
      </p:sp>
      <p:sp>
        <p:nvSpPr>
          <p:cNvPr id="4" name="PlaceHolder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mMgAAVykAABAAAAAmAAAACAAAAAAAAAAAAAAA"/>
              </a:ext>
            </a:extLst>
          </p:cNvSpPr>
          <p:nvPr>
            <p:ph type="ftr" idx="11"/>
          </p:nvPr>
        </p:nvSpPr>
        <p:spPr/>
        <p:txBody>
          <a:bodyPr/>
          <a:lstStyle/>
          <a:p>
            <a:pPr>
              <a:defRPr lang="en-us"/>
            </a:pPr>
            <a:r>
              <a:t>Footer</a:t>
            </a:r>
          </a:p>
        </p:txBody>
      </p:sp>
      <p:sp>
        <p:nvSpPr>
          <p:cNvPr id="5" name="PlaceHolder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DgAQ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WRQAAVykAABAAAAAmAAAACAAAAAAAAAAAAAAA"/>
              </a:ext>
            </a:extLst>
          </p:cNvSpPr>
          <p:nvPr>
            <p:ph type="sldNum" idx="12"/>
          </p:nvPr>
        </p:nvSpPr>
        <p:spPr/>
        <p:txBody>
          <a:bodyPr/>
          <a:lstStyle/>
          <a:p>
            <a:pPr>
              <a:defRPr lang="en-us"/>
            </a:pPr>
            <a:fld id="{6700866F-218A-5570-C4B8-D725C8F63282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GFgAAVykAABAAAAAmAAAACAAAAAAAAAAAAAAA"/>
              </a:ext>
            </a:extLst>
          </p:cNvSpPr>
          <p:nvPr>
            <p:ph type="dt" idx="10"/>
          </p:nvPr>
        </p:nvSpPr>
        <p:spPr/>
        <p:txBody>
          <a:bodyPr/>
          <a:lstStyle/>
          <a:p>
            <a:pPr>
              <a:defRPr lang="en-us"/>
            </a:pPr>
            <a:endParaRPr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8BAAA/RwAAuggAABAAAAAmAAAACAAAAD0QAAD/HwAA"/>
              </a:ext>
            </a:extLst>
          </p:cNvSpPr>
          <p:nvPr>
            <p:ph type="title"/>
          </p:nvPr>
        </p:nvSpPr>
        <p:spPr>
          <a:xfrm>
            <a:off x="609600" y="273685"/>
            <a:ext cx="10972165" cy="1144905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indent="0" algn="ctr">
              <a:buNone/>
            </a:pP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3" name="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8JAAA/RwAAViIAABAAAAAmAAAACAAAADwQAAD/HwAA"/>
              </a:ext>
            </a:extLst>
          </p:cNvSpPr>
          <p:nvPr>
            <p:ph idx="1"/>
          </p:nvPr>
        </p:nvSpPr>
        <p:spPr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indent="0">
              <a:spcBef>
                <a:spcPts val="1415"/>
              </a:spcBef>
              <a:buNone/>
            </a:pP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4" name="PlaceHolder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mMgAAVykAABAAAAAmAAAACAAAAAAAAAAAAAAA"/>
              </a:ext>
            </a:extLst>
          </p:cNvSpPr>
          <p:nvPr>
            <p:ph type="ftr" idx="11"/>
          </p:nvPr>
        </p:nvSpPr>
        <p:spPr/>
        <p:txBody>
          <a:bodyPr/>
          <a:lstStyle/>
          <a:p>
            <a:pPr>
              <a:defRPr lang="en-us"/>
            </a:pPr>
            <a:r>
              <a:t>Footer</a:t>
            </a:r>
          </a:p>
        </p:txBody>
      </p:sp>
      <p:sp>
        <p:nvSpPr>
          <p:cNvPr id="5" name="PlaceHolder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WRQAAVykAABAAAAAmAAAACAAAAAAAAAAAAAAA"/>
              </a:ext>
            </a:extLst>
          </p:cNvSpPr>
          <p:nvPr>
            <p:ph type="sldNum" idx="12"/>
          </p:nvPr>
        </p:nvSpPr>
        <p:spPr/>
        <p:txBody>
          <a:bodyPr/>
          <a:lstStyle/>
          <a:p>
            <a:pPr>
              <a:defRPr lang="en-us"/>
            </a:pPr>
            <a:fld id="{208E00FD-B3CD-DBF6-8336-45A34E787510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GFgAAVykAABAAAAAmAAAACAAAAAAAAAAAAAAA"/>
              </a:ext>
            </a:extLst>
          </p:cNvSpPr>
          <p:nvPr>
            <p:ph type="dt" idx="10"/>
          </p:nvPr>
        </p:nvSpPr>
        <p:spPr/>
        <p:txBody>
          <a:bodyPr/>
          <a:lstStyle/>
          <a:p>
            <a:pPr>
              <a:defRPr lang="en-us"/>
            </a:pPr>
            <a:endParaRPr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8BAAA/RwAAuggAABAAAAAmAAAACAAAAD0QAAD/HwAA"/>
              </a:ext>
            </a:extLst>
          </p:cNvSpPr>
          <p:nvPr>
            <p:ph type="title"/>
          </p:nvPr>
        </p:nvSpPr>
        <p:spPr>
          <a:xfrm>
            <a:off x="609600" y="273685"/>
            <a:ext cx="10972165" cy="1144905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indent="0" algn="ctr">
              <a:buNone/>
            </a:pP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3" name="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8JAACwJAAAViIAABAAAAAmAAAACAAAAD0QAAD/HwAA"/>
              </a:ext>
            </a:extLst>
          </p:cNvSpPr>
          <p:nvPr>
            <p:ph idx="1"/>
          </p:nvPr>
        </p:nvSpPr>
        <p:spPr>
          <a:xfrm>
            <a:off x="609600" y="1604645"/>
            <a:ext cx="5354320" cy="397700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indent="0">
              <a:spcBef>
                <a:spcPts val="1415"/>
              </a:spcBef>
              <a:buNone/>
            </a:pP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4" name="PlaceHolder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iYAAN8JAABGRwAAViIAABAAAAAmAAAACAAAAD0QAAD/HwAA"/>
              </a:ext>
            </a:extLst>
          </p:cNvSpPr>
          <p:nvPr>
            <p:ph idx="1"/>
          </p:nvPr>
        </p:nvSpPr>
        <p:spPr>
          <a:xfrm>
            <a:off x="6231890" y="1604645"/>
            <a:ext cx="5354320" cy="397700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indent="0">
              <a:spcBef>
                <a:spcPts val="1415"/>
              </a:spcBef>
              <a:buNone/>
            </a:pP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5" name="PlaceHolder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mMgAAVykAABAAAAAmAAAACAAAAAAAAAAAAAAA"/>
              </a:ext>
            </a:extLst>
          </p:cNvSpPr>
          <p:nvPr>
            <p:ph type="ftr" idx="11"/>
          </p:nvPr>
        </p:nvSpPr>
        <p:spPr/>
        <p:txBody>
          <a:bodyPr/>
          <a:lstStyle/>
          <a:p>
            <a:pPr>
              <a:defRPr lang="en-us"/>
            </a:pPr>
            <a:r>
              <a:t>Footer</a:t>
            </a:r>
          </a:p>
        </p:txBody>
      </p:sp>
      <p:sp>
        <p:nvSpPr>
          <p:cNvPr id="6" name="PlaceHolder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WRQAAVykAABAAAAAmAAAACAAAAAAAAAAAAAAA"/>
              </a:ext>
            </a:extLst>
          </p:cNvSpPr>
          <p:nvPr>
            <p:ph type="sldNum" idx="12"/>
          </p:nvPr>
        </p:nvSpPr>
        <p:spPr/>
        <p:txBody>
          <a:bodyPr/>
          <a:lstStyle/>
          <a:p>
            <a:pPr>
              <a:defRPr lang="en-us"/>
            </a:pPr>
            <a:fld id="{135AB8E1-AFFE-0F4E-B0E2-591BF6AC460C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GFgAAVykAABAAAAAmAAAACAAAAAAAAAAAAAAA"/>
              </a:ext>
            </a:extLst>
          </p:cNvSpPr>
          <p:nvPr>
            <p:ph type="dt" idx="10"/>
          </p:nvPr>
        </p:nvSpPr>
        <p:spPr/>
        <p:txBody>
          <a:bodyPr/>
          <a:lstStyle/>
          <a:p>
            <a:pPr>
              <a:defRPr lang="en-us"/>
            </a:pPr>
            <a:endParaRPr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8BAAA/RwAAuggAABAAAAAmAAAACAAAAD0QAAD/HwAA"/>
              </a:ext>
            </a:extLst>
          </p:cNvSpPr>
          <p:nvPr>
            <p:ph type="title"/>
          </p:nvPr>
        </p:nvSpPr>
        <p:spPr>
          <a:xfrm>
            <a:off x="609600" y="273685"/>
            <a:ext cx="10972165" cy="1144905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indent="0" algn="ctr">
              <a:buNone/>
            </a:pP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3" name="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mMgAAVykAABAAAAAmAAAACAAAAAAAAAAAAAAA"/>
              </a:ext>
            </a:extLst>
          </p:cNvSpPr>
          <p:nvPr>
            <p:ph type="ftr" idx="11"/>
          </p:nvPr>
        </p:nvSpPr>
        <p:spPr/>
        <p:txBody>
          <a:bodyPr/>
          <a:lstStyle/>
          <a:p>
            <a:pPr>
              <a:defRPr lang="en-us"/>
            </a:pPr>
            <a:r>
              <a:t>Footer</a:t>
            </a:r>
          </a:p>
        </p:txBody>
      </p:sp>
      <p:sp>
        <p:nvSpPr>
          <p:cNvPr id="4" name="PlaceHolder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WRQAAVykAABAAAAAmAAAACAAAAAAAAAAAAAAA"/>
              </a:ext>
            </a:extLst>
          </p:cNvSpPr>
          <p:nvPr>
            <p:ph type="sldNum" idx="12"/>
          </p:nvPr>
        </p:nvSpPr>
        <p:spPr/>
        <p:txBody>
          <a:bodyPr/>
          <a:lstStyle/>
          <a:p>
            <a:pPr>
              <a:defRPr lang="en-us"/>
            </a:pPr>
            <a:fld id="{2445A2F9-B7C9-1054-87FD-4101ECB37114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GFgAAVykAABAAAAAmAAAACAAAAAAAAAAAAAAA"/>
              </a:ext>
            </a:extLst>
          </p:cNvSpPr>
          <p:nvPr>
            <p:ph type="dt" idx="10"/>
          </p:nvPr>
        </p:nvSpPr>
        <p:spPr/>
        <p:txBody>
          <a:bodyPr/>
          <a:lstStyle/>
          <a:p>
            <a:pPr>
              <a:defRPr lang="en-us"/>
            </a:pPr>
            <a:endParaRPr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mediaAndTx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mMgAAVykAABAAAAAmAAAACAAAAAAAAAAAAAAA"/>
              </a:ext>
            </a:extLst>
          </p:cNvSpPr>
          <p:nvPr>
            <p:ph type="ftr" idx="11"/>
          </p:nvPr>
        </p:nvSpPr>
        <p:spPr/>
        <p:txBody>
          <a:bodyPr/>
          <a:lstStyle/>
          <a:p>
            <a:pPr>
              <a:defRPr lang="en-us"/>
            </a:pPr>
            <a:r>
              <a:t>Footer</a:t>
            </a:r>
          </a:p>
        </p:txBody>
      </p:sp>
      <p:sp>
        <p:nvSpPr>
          <p:cNvPr id="3" name="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WRQAAVykAABAAAAAmAAAACAAAAAAAAAAAAAAA"/>
              </a:ext>
            </a:extLst>
          </p:cNvSpPr>
          <p:nvPr>
            <p:ph type="sldNum" idx="12"/>
          </p:nvPr>
        </p:nvSpPr>
        <p:spPr/>
        <p:txBody>
          <a:bodyPr/>
          <a:lstStyle/>
          <a:p>
            <a:pPr>
              <a:defRPr lang="en-us"/>
            </a:pPr>
            <a:fld id="{767A8113-5D9B-2F77-D5C2-AB22CF8C23FE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GFgAAVykAABAAAAAmAAAACAAAAAAAAAAAAAAA"/>
              </a:ext>
            </a:extLst>
          </p:cNvSpPr>
          <p:nvPr>
            <p:ph type="dt" idx="10"/>
          </p:nvPr>
        </p:nvSpPr>
        <p:spPr/>
        <p:txBody>
          <a:bodyPr/>
          <a:lstStyle/>
          <a:p>
            <a:pPr>
              <a:defRPr lang="en-us"/>
            </a:pPr>
            <a:endParaRPr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8BAAA/RwAAuggAABAAAAAmAAAACAAAAD0QAAD/HwAA"/>
              </a:ext>
            </a:extLst>
          </p:cNvSpPr>
          <p:nvPr>
            <p:ph type="title"/>
          </p:nvPr>
        </p:nvSpPr>
        <p:spPr>
          <a:xfrm>
            <a:off x="609600" y="273685"/>
            <a:ext cx="10972165" cy="1144905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indent="0" algn="ctr">
              <a:buNone/>
            </a:pP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3" name="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8JAACwJAAAihUAABAAAAAmAAAACAAAAD0QAAD/HwAA"/>
              </a:ext>
            </a:extLst>
          </p:cNvSpPr>
          <p:nvPr>
            <p:ph idx="1"/>
          </p:nvPr>
        </p:nvSpPr>
        <p:spPr>
          <a:xfrm>
            <a:off x="609600" y="1604645"/>
            <a:ext cx="5354320" cy="189674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indent="0">
              <a:spcBef>
                <a:spcPts val="1415"/>
              </a:spcBef>
              <a:buNone/>
            </a:pP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4" name="PlaceHolder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iYAAN8JAABGRwAAViIAABAAAAAmAAAACAAAAD0QAAD/HwAA"/>
              </a:ext>
            </a:extLst>
          </p:cNvSpPr>
          <p:nvPr>
            <p:ph idx="1"/>
          </p:nvPr>
        </p:nvSpPr>
        <p:spPr>
          <a:xfrm>
            <a:off x="6231890" y="1604645"/>
            <a:ext cx="5354320" cy="397700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indent="0">
              <a:spcBef>
                <a:spcPts val="1415"/>
              </a:spcBef>
              <a:buNone/>
            </a:pP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5" name="PlaceHolder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cWAACwJAAAUiIAABAAAAAmAAAACAAAAD0QAAD/HwAA"/>
              </a:ext>
            </a:extLst>
          </p:cNvSpPr>
          <p:nvPr>
            <p:ph idx="1"/>
          </p:nvPr>
        </p:nvSpPr>
        <p:spPr>
          <a:xfrm>
            <a:off x="609600" y="3682365"/>
            <a:ext cx="5354320" cy="189674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indent="0">
              <a:spcBef>
                <a:spcPts val="1415"/>
              </a:spcBef>
              <a:buNone/>
            </a:pP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6" name="PlaceHolder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mMgAAVykAABAAAAAmAAAACAAAAAAAAAAAAAAA"/>
              </a:ext>
            </a:extLst>
          </p:cNvSpPr>
          <p:nvPr>
            <p:ph type="ftr" idx="11"/>
          </p:nvPr>
        </p:nvSpPr>
        <p:spPr/>
        <p:txBody>
          <a:bodyPr/>
          <a:lstStyle/>
          <a:p>
            <a:pPr>
              <a:defRPr lang="en-us"/>
            </a:pPr>
            <a:r>
              <a:t>Footer</a:t>
            </a:r>
          </a:p>
        </p:txBody>
      </p:sp>
      <p:sp>
        <p:nvSpPr>
          <p:cNvPr id="7" name="PlaceHolder 6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WRQAAVykAABAAAAAmAAAACAAAAAAAAAAAAAAA"/>
              </a:ext>
            </a:extLst>
          </p:cNvSpPr>
          <p:nvPr>
            <p:ph type="sldNum" idx="12"/>
          </p:nvPr>
        </p:nvSpPr>
        <p:spPr/>
        <p:txBody>
          <a:bodyPr/>
          <a:lstStyle/>
          <a:p>
            <a:pPr>
              <a:defRPr lang="en-us"/>
            </a:pPr>
            <a:fld id="{43D7F3BE-F0AE-8205-E06F-0650BD211653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GFgAAVykAABAAAAAmAAAACAAAAAAAAAAAAAAA"/>
              </a:ext>
            </a:extLst>
          </p:cNvSpPr>
          <p:nvPr>
            <p:ph type="dt" idx="10"/>
          </p:nvPr>
        </p:nvSpPr>
        <p:spPr/>
        <p:txBody>
          <a:bodyPr/>
          <a:lstStyle/>
          <a:p>
            <a:pPr>
              <a:defRPr lang="en-us"/>
            </a:pPr>
            <a:endParaRPr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8BAAA/RwAAuggAABAAAAAmAAAACAAAAD0QAAD/HwAA"/>
              </a:ext>
            </a:extLst>
          </p:cNvSpPr>
          <p:nvPr>
            <p:ph type="title"/>
          </p:nvPr>
        </p:nvSpPr>
        <p:spPr>
          <a:xfrm>
            <a:off x="609600" y="273685"/>
            <a:ext cx="10972165" cy="1144905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indent="0" algn="ctr">
              <a:buNone/>
            </a:pP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3" name="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8JAACwJAAAViIAABAAAAAmAAAACAAAAD0QAAD/HwAA"/>
              </a:ext>
            </a:extLst>
          </p:cNvSpPr>
          <p:nvPr>
            <p:ph idx="1"/>
          </p:nvPr>
        </p:nvSpPr>
        <p:spPr>
          <a:xfrm>
            <a:off x="609600" y="1604645"/>
            <a:ext cx="5354320" cy="397700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indent="0">
              <a:spcBef>
                <a:spcPts val="1415"/>
              </a:spcBef>
              <a:buNone/>
            </a:pP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4" name="PlaceHolder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iYAAN8JAABGRwAAihUAABAAAAAmAAAACAAAAD0QAAD/HwAA"/>
              </a:ext>
            </a:extLst>
          </p:cNvSpPr>
          <p:nvPr>
            <p:ph idx="1"/>
          </p:nvPr>
        </p:nvSpPr>
        <p:spPr>
          <a:xfrm>
            <a:off x="6231890" y="1604645"/>
            <a:ext cx="5354320" cy="189674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indent="0">
              <a:spcBef>
                <a:spcPts val="1415"/>
              </a:spcBef>
              <a:buNone/>
            </a:pP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5" name="PlaceHolder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iYAAKcWAABGRwAAUiIAABAAAAAmAAAACAAAAD0QAAD/HwAA"/>
              </a:ext>
            </a:extLst>
          </p:cNvSpPr>
          <p:nvPr>
            <p:ph idx="1"/>
          </p:nvPr>
        </p:nvSpPr>
        <p:spPr>
          <a:xfrm>
            <a:off x="6231890" y="3682365"/>
            <a:ext cx="5354320" cy="189674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indent="0">
              <a:spcBef>
                <a:spcPts val="1415"/>
              </a:spcBef>
              <a:buNone/>
            </a:pP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6" name="PlaceHolder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mMgAAVykAABAAAAAmAAAACAAAAAAAAAAAAAAA"/>
              </a:ext>
            </a:extLst>
          </p:cNvSpPr>
          <p:nvPr>
            <p:ph type="ftr" idx="11"/>
          </p:nvPr>
        </p:nvSpPr>
        <p:spPr/>
        <p:txBody>
          <a:bodyPr/>
          <a:lstStyle/>
          <a:p>
            <a:pPr>
              <a:defRPr lang="en-us"/>
            </a:pPr>
            <a:r>
              <a:t>Footer</a:t>
            </a:r>
          </a:p>
        </p:txBody>
      </p:sp>
      <p:sp>
        <p:nvSpPr>
          <p:cNvPr id="7" name="PlaceHolder 6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WRQAAVykAABAAAAAmAAAACAAAAAAAAAAAAAAA"/>
              </a:ext>
            </a:extLst>
          </p:cNvSpPr>
          <p:nvPr>
            <p:ph type="sldNum" idx="12"/>
          </p:nvPr>
        </p:nvSpPr>
        <p:spPr/>
        <p:txBody>
          <a:bodyPr/>
          <a:lstStyle/>
          <a:p>
            <a:pPr>
              <a:defRPr lang="en-us"/>
            </a:pPr>
            <a:fld id="{037542CD-83EE-20B4-A0CD-75E10C835620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GFgAAVykAABAAAAAmAAAACAAAAAAAAAAAAAAA"/>
              </a:ext>
            </a:extLst>
          </p:cNvSpPr>
          <p:nvPr>
            <p:ph type="dt" idx="10"/>
          </p:nvPr>
        </p:nvSpPr>
        <p:spPr/>
        <p:txBody>
          <a:bodyPr/>
          <a:lstStyle/>
          <a:p>
            <a:pPr>
              <a:defRPr lang="en-us"/>
            </a:pPr>
            <a:endParaRPr/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8BAAA/RwAAuggAABAAAAAmAAAACAAAAD0QAAD/HwAA"/>
              </a:ext>
            </a:extLst>
          </p:cNvSpPr>
          <p:nvPr>
            <p:ph type="title"/>
          </p:nvPr>
        </p:nvSpPr>
        <p:spPr>
          <a:xfrm>
            <a:off x="609600" y="273685"/>
            <a:ext cx="10972165" cy="1144905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indent="0" algn="ctr">
              <a:buNone/>
            </a:pP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3" name="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8JAACwJAAAihUAABAAAAAmAAAACAAAAD0QAAD/HwAA"/>
              </a:ext>
            </a:extLst>
          </p:cNvSpPr>
          <p:nvPr>
            <p:ph idx="1"/>
          </p:nvPr>
        </p:nvSpPr>
        <p:spPr>
          <a:xfrm>
            <a:off x="609600" y="1604645"/>
            <a:ext cx="5354320" cy="189674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indent="0">
              <a:spcBef>
                <a:spcPts val="1415"/>
              </a:spcBef>
              <a:buNone/>
            </a:pP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4" name="PlaceHolder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iYAAN8JAABGRwAAihUAABAAAAAmAAAACAAAAD0QAAD/HwAA"/>
              </a:ext>
            </a:extLst>
          </p:cNvSpPr>
          <p:nvPr>
            <p:ph idx="1"/>
          </p:nvPr>
        </p:nvSpPr>
        <p:spPr>
          <a:xfrm>
            <a:off x="6231890" y="1604645"/>
            <a:ext cx="5354320" cy="189674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indent="0">
              <a:spcBef>
                <a:spcPts val="1415"/>
              </a:spcBef>
              <a:buNone/>
            </a:pP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5" name="PlaceHolder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cWAAA/RwAAUiIAABAAAAAmAAAACAAAAD0QAAD/HwAA"/>
              </a:ext>
            </a:extLst>
          </p:cNvSpPr>
          <p:nvPr>
            <p:ph idx="1"/>
          </p:nvPr>
        </p:nvSpPr>
        <p:spPr>
          <a:xfrm>
            <a:off x="609600" y="3682365"/>
            <a:ext cx="10972165" cy="189674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indent="0">
              <a:spcBef>
                <a:spcPts val="1415"/>
              </a:spcBef>
              <a:buNone/>
            </a:pP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6" name="PlaceHolder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mMgAAVykAABAAAAAmAAAACAAAAAAAAAAAAAAA"/>
              </a:ext>
            </a:extLst>
          </p:cNvSpPr>
          <p:nvPr>
            <p:ph type="ftr" idx="11"/>
          </p:nvPr>
        </p:nvSpPr>
        <p:spPr/>
        <p:txBody>
          <a:bodyPr/>
          <a:lstStyle/>
          <a:p>
            <a:pPr>
              <a:defRPr lang="en-us"/>
            </a:pPr>
            <a:r>
              <a:t>Footer</a:t>
            </a:r>
          </a:p>
        </p:txBody>
      </p:sp>
      <p:sp>
        <p:nvSpPr>
          <p:cNvPr id="7" name="PlaceHolder 6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WRQAAVykAABAAAAAmAAAACAAAAAAAAAAAAAAA"/>
              </a:ext>
            </a:extLst>
          </p:cNvSpPr>
          <p:nvPr>
            <p:ph type="sldNum" idx="12"/>
          </p:nvPr>
        </p:nvSpPr>
        <p:spPr/>
        <p:txBody>
          <a:bodyPr/>
          <a:lstStyle/>
          <a:p>
            <a:pPr>
              <a:defRPr lang="en-us"/>
            </a:pPr>
            <a:fld id="{6C052F48-0681-50D9-CFBD-F08C61F339A5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GFgAAVykAABAAAAAmAAAACAAAAAAAAAAAAAAA"/>
              </a:ext>
            </a:extLst>
          </p:cNvSpPr>
          <p:nvPr>
            <p:ph type="dt" idx="10"/>
          </p:nvPr>
        </p:nvSpPr>
        <p:spPr/>
        <p:txBody>
          <a:bodyPr/>
          <a:lstStyle/>
          <a:p>
            <a:pPr>
              <a:defRPr lang="en-us"/>
            </a:pPr>
            <a:endParaRPr/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8BAAA/RwAAuggAABAAAAAmAAAACAAAAD0QAAD/HwAA"/>
              </a:ext>
            </a:extLst>
          </p:cNvSpPr>
          <p:nvPr>
            <p:ph type="title"/>
          </p:nvPr>
        </p:nvSpPr>
        <p:spPr>
          <a:xfrm>
            <a:off x="609600" y="273685"/>
            <a:ext cx="10972165" cy="1144905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indent="0" algn="ctr">
              <a:buNone/>
            </a:pP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3" name="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8JAAA/RwAAihUAABAAAAAmAAAACAAAAD0QAAD/HwAA"/>
              </a:ext>
            </a:extLst>
          </p:cNvSpPr>
          <p:nvPr>
            <p:ph idx="1"/>
          </p:nvPr>
        </p:nvSpPr>
        <p:spPr>
          <a:xfrm>
            <a:off x="609600" y="1604645"/>
            <a:ext cx="10972165" cy="189674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indent="0">
              <a:spcBef>
                <a:spcPts val="1415"/>
              </a:spcBef>
              <a:buNone/>
            </a:pP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4" name="PlaceHolder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cWAAA/RwAAUiIAABAAAAAmAAAACAAAAD0QAAD/HwAA"/>
              </a:ext>
            </a:extLst>
          </p:cNvSpPr>
          <p:nvPr>
            <p:ph idx="1"/>
          </p:nvPr>
        </p:nvSpPr>
        <p:spPr>
          <a:xfrm>
            <a:off x="609600" y="3682365"/>
            <a:ext cx="10972165" cy="189674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indent="0">
              <a:spcBef>
                <a:spcPts val="1415"/>
              </a:spcBef>
              <a:buNone/>
            </a:pP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5" name="PlaceHolder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mMgAAVykAABAAAAAmAAAACAAAAAAAAAAAAAAA"/>
              </a:ext>
            </a:extLst>
          </p:cNvSpPr>
          <p:nvPr>
            <p:ph type="ftr" idx="11"/>
          </p:nvPr>
        </p:nvSpPr>
        <p:spPr/>
        <p:txBody>
          <a:bodyPr/>
          <a:lstStyle/>
          <a:p>
            <a:pPr>
              <a:defRPr lang="en-us"/>
            </a:pPr>
            <a:r>
              <a:t>Footer</a:t>
            </a:r>
          </a:p>
        </p:txBody>
      </p:sp>
      <p:sp>
        <p:nvSpPr>
          <p:cNvPr id="6" name="PlaceHolder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WRQAAVykAABAAAAAmAAAACAAAAAAAAAAAAAAA"/>
              </a:ext>
            </a:extLst>
          </p:cNvSpPr>
          <p:nvPr>
            <p:ph type="sldNum" idx="12"/>
          </p:nvPr>
        </p:nvSpPr>
        <p:spPr/>
        <p:txBody>
          <a:bodyPr/>
          <a:lstStyle/>
          <a:p>
            <a:pPr>
              <a:defRPr lang="en-us"/>
            </a:pPr>
            <a:fld id="{5A666D9E-D0B7-339B-F9DE-26CE23900F73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GFgAAVykAABAAAAAmAAAACAAAAAAAAAAAAAAA"/>
              </a:ext>
            </a:extLst>
          </p:cNvSpPr>
          <p:nvPr>
            <p:ph type="dt" idx="10"/>
          </p:nvPr>
        </p:nvSpPr>
        <p:spPr/>
        <p:txBody>
          <a:bodyPr/>
          <a:lstStyle/>
          <a:p>
            <a:pPr>
              <a:defRPr lang="en-us"/>
            </a:pPr>
            <a:endParaRPr/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8BAAA/RwAAuggAABAAAAAmAAAACAAAAD0QAAD/HwAA"/>
              </a:ext>
            </a:extLst>
          </p:cNvSpPr>
          <p:nvPr>
            <p:ph type="title"/>
          </p:nvPr>
        </p:nvSpPr>
        <p:spPr>
          <a:xfrm>
            <a:off x="609600" y="273685"/>
            <a:ext cx="10972165" cy="1144905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indent="0" algn="ctr">
              <a:buNone/>
            </a:pP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3" name="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8JAACwJAAAihUAABAAAAAmAAAACAAAAD0QAAD/HwAA"/>
              </a:ext>
            </a:extLst>
          </p:cNvSpPr>
          <p:nvPr>
            <p:ph idx="1"/>
          </p:nvPr>
        </p:nvSpPr>
        <p:spPr>
          <a:xfrm>
            <a:off x="609600" y="1604645"/>
            <a:ext cx="5354320" cy="189674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indent="0">
              <a:spcBef>
                <a:spcPts val="1415"/>
              </a:spcBef>
              <a:buNone/>
            </a:pP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4" name="PlaceHolder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iYAAN8JAABGRwAAihUAABAAAAAmAAAACAAAAD0QAAD/HwAA"/>
              </a:ext>
            </a:extLst>
          </p:cNvSpPr>
          <p:nvPr>
            <p:ph idx="1"/>
          </p:nvPr>
        </p:nvSpPr>
        <p:spPr>
          <a:xfrm>
            <a:off x="6231890" y="1604645"/>
            <a:ext cx="5354320" cy="189674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indent="0">
              <a:spcBef>
                <a:spcPts val="1415"/>
              </a:spcBef>
              <a:buNone/>
            </a:pP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5" name="PlaceHolder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cWAACwJAAAUiIAABAAAAAmAAAACAAAAD0QAAD/HwAA"/>
              </a:ext>
            </a:extLst>
          </p:cNvSpPr>
          <p:nvPr>
            <p:ph idx="1"/>
          </p:nvPr>
        </p:nvSpPr>
        <p:spPr>
          <a:xfrm>
            <a:off x="609600" y="3682365"/>
            <a:ext cx="5354320" cy="189674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indent="0">
              <a:spcBef>
                <a:spcPts val="1415"/>
              </a:spcBef>
              <a:buNone/>
            </a:pP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6" name="PlaceHolder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iYAAKcWAABGRwAAUiIAABAAAAAmAAAACAAAAD0QAAD/HwAA"/>
              </a:ext>
            </a:extLst>
          </p:cNvSpPr>
          <p:nvPr>
            <p:ph idx="1"/>
          </p:nvPr>
        </p:nvSpPr>
        <p:spPr>
          <a:xfrm>
            <a:off x="6231890" y="3682365"/>
            <a:ext cx="5354320" cy="189674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indent="0">
              <a:spcBef>
                <a:spcPts val="1415"/>
              </a:spcBef>
              <a:buNone/>
            </a:pP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7" name="PlaceHolder 6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mMgAAVykAABAAAAAmAAAACAAAAAAAAAAAAAAA"/>
              </a:ext>
            </a:extLst>
          </p:cNvSpPr>
          <p:nvPr>
            <p:ph type="ftr" idx="11"/>
          </p:nvPr>
        </p:nvSpPr>
        <p:spPr/>
        <p:txBody>
          <a:bodyPr/>
          <a:lstStyle/>
          <a:p>
            <a:pPr>
              <a:defRPr lang="en-us"/>
            </a:pPr>
            <a:r>
              <a:t>Footer</a:t>
            </a:r>
          </a:p>
        </p:txBody>
      </p:sp>
      <p:sp>
        <p:nvSpPr>
          <p:cNvPr id="8" name="PlaceHolder 7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WRQAAVykAABAAAAAmAAAACAAAAAAAAAAAAAAA"/>
              </a:ext>
            </a:extLst>
          </p:cNvSpPr>
          <p:nvPr>
            <p:ph type="sldNum" idx="12"/>
          </p:nvPr>
        </p:nvSpPr>
        <p:spPr/>
        <p:txBody>
          <a:bodyPr/>
          <a:lstStyle/>
          <a:p>
            <a:pPr>
              <a:defRPr lang="en-us"/>
            </a:pPr>
            <a:fld id="{6F139A2A-6482-466C-CCAB-9239D4E53AC7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GFgAAVykAABAAAAAmAAAACAAAAAAAAAAAAAAA"/>
              </a:ext>
            </a:extLst>
          </p:cNvSpPr>
          <p:nvPr>
            <p:ph type="dt" idx="10"/>
          </p:nvPr>
        </p:nvSpPr>
        <p:spPr/>
        <p:txBody>
          <a:bodyPr/>
          <a:lstStyle/>
          <a:p>
            <a:pPr>
              <a:defRPr lang="en-us"/>
            </a:pPr>
            <a:endParaRPr/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mMgAAVykAABAAAAAmAAAACAAAAAAAAAAAAAAA"/>
              </a:ext>
            </a:extLst>
          </p:cNvSpPr>
          <p:nvPr>
            <p:ph type="ftr" idx="11"/>
          </p:nvPr>
        </p:nvSpPr>
        <p:spPr/>
        <p:txBody>
          <a:bodyPr/>
          <a:lstStyle/>
          <a:p>
            <a:pPr>
              <a:defRPr lang="en-us"/>
            </a:pPr>
            <a:r>
              <a:t>Footer</a:t>
            </a:r>
          </a:p>
        </p:txBody>
      </p:sp>
      <p:sp>
        <p:nvSpPr>
          <p:cNvPr id="3" name="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WRQAAVykAABAAAAAmAAAACAAAAAAAAAAAAAAA"/>
              </a:ext>
            </a:extLst>
          </p:cNvSpPr>
          <p:nvPr>
            <p:ph type="sldNum" idx="12"/>
          </p:nvPr>
        </p:nvSpPr>
        <p:spPr/>
        <p:txBody>
          <a:bodyPr/>
          <a:lstStyle/>
          <a:p>
            <a:pPr>
              <a:defRPr lang="en-us"/>
            </a:pPr>
            <a:fld id="{40B7C8C6-88AD-E23E-E30F-7E6B8641152B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GFgAAVykAABAAAAAmAAAACAAAAAAAAAAAAAAA"/>
              </a:ext>
            </a:extLst>
          </p:cNvSpPr>
          <p:nvPr>
            <p:ph type="dt" idx="10"/>
          </p:nvPr>
        </p:nvSpPr>
        <p:spPr/>
        <p:txBody>
          <a:bodyPr/>
          <a:lstStyle/>
          <a:p>
            <a:pPr>
              <a:defRPr lang="en-us"/>
            </a:pPr>
            <a:endParaRPr/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mMgAAVykAABAAAAAmAAAACAAAAAAAAAAAAAAA"/>
              </a:ext>
            </a:extLst>
          </p:cNvSpPr>
          <p:nvPr>
            <p:ph type="ftr" idx="11"/>
          </p:nvPr>
        </p:nvSpPr>
        <p:spPr/>
        <p:txBody>
          <a:bodyPr/>
          <a:lstStyle/>
          <a:p>
            <a:pPr>
              <a:defRPr lang="en-us"/>
            </a:pPr>
            <a:r>
              <a:t>Footer</a:t>
            </a:r>
          </a:p>
        </p:txBody>
      </p:sp>
      <p:sp>
        <p:nvSpPr>
          <p:cNvPr id="3" name="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WRQAAVykAABAAAAAmAAAACAAAAAAAAAAAAAAA"/>
              </a:ext>
            </a:extLst>
          </p:cNvSpPr>
          <p:nvPr>
            <p:ph type="sldNum" idx="12"/>
          </p:nvPr>
        </p:nvSpPr>
        <p:spPr/>
        <p:txBody>
          <a:bodyPr/>
          <a:lstStyle/>
          <a:p>
            <a:pPr>
              <a:defRPr lang="en-us"/>
            </a:pPr>
            <a:fld id="{09710D9B-D5E4-24FB-AAC9-23AE43875C76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DkAL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GFgAAVykAABAAAAAmAAAACAAAAAAAAAAAAAAA"/>
              </a:ext>
            </a:extLst>
          </p:cNvSpPr>
          <p:nvPr>
            <p:ph type="dt" idx="10"/>
          </p:nvPr>
        </p:nvSpPr>
        <p:spPr/>
        <p:txBody>
          <a:bodyPr/>
          <a:lstStyle/>
          <a:p>
            <a:pPr>
              <a:defRPr lang="en-us"/>
            </a:pPr>
            <a:endParaRPr/>
          </a:p>
        </p:txBody>
      </p:sp>
    </p:spTree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8BAAA/RwAAuggAABAAAAAmAAAACAAAAD0QAAD/HwAA"/>
              </a:ext>
            </a:extLst>
          </p:cNvSpPr>
          <p:nvPr>
            <p:ph type="title"/>
          </p:nvPr>
        </p:nvSpPr>
        <p:spPr>
          <a:xfrm>
            <a:off x="609600" y="273685"/>
            <a:ext cx="10972165" cy="1144905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indent="0" algn="ctr">
              <a:buNone/>
            </a:pP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3" name="PlaceHolder 2"/>
          <p:cNvSpPr txBox="1"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Eg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8JAAA/RwAAViIAABAAAAAmAAAACAAAAD2RAAD/HwAA"/>
              </a:ext>
            </a:extLst>
          </p:cNvSpPr>
          <p:nvPr>
            <p:ph idx="1"/>
          </p:nvPr>
        </p:nvSpPr>
        <p:spPr>
          <a:xfrm>
            <a:off x="609600" y="1604645"/>
            <a:ext cx="10972165" cy="397700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indent="0">
              <a:spcBef>
                <a:spcPts val="1415"/>
              </a:spcBef>
              <a:buNone/>
            </a:pPr>
            <a:endParaRPr lang="en-us" sz="3200" cap="none">
              <a:solidFill>
                <a:srgbClr val="000000"/>
              </a:solidFill>
            </a:endParaRPr>
          </a:p>
        </p:txBody>
      </p:sp>
      <p:sp>
        <p:nvSpPr>
          <p:cNvPr id="4" name="PlaceHolder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mMgAAVykAABAAAAAmAAAACAAAAAAAAAAAAAAA"/>
              </a:ext>
            </a:extLst>
          </p:cNvSpPr>
          <p:nvPr>
            <p:ph type="ftr" idx="11"/>
          </p:nvPr>
        </p:nvSpPr>
        <p:spPr/>
        <p:txBody>
          <a:bodyPr/>
          <a:lstStyle/>
          <a:p>
            <a:pPr>
              <a:defRPr lang="en-us"/>
            </a:pPr>
            <a:r>
              <a:t>Footer</a:t>
            </a:r>
          </a:p>
        </p:txBody>
      </p:sp>
      <p:sp>
        <p:nvSpPr>
          <p:cNvPr id="5" name="PlaceHolder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WRQAAVykAABAAAAAmAAAACAAAAAAAAAAAAAAA"/>
              </a:ext>
            </a:extLst>
          </p:cNvSpPr>
          <p:nvPr>
            <p:ph type="sldNum" idx="12"/>
          </p:nvPr>
        </p:nvSpPr>
        <p:spPr/>
        <p:txBody>
          <a:bodyPr/>
          <a:lstStyle/>
          <a:p>
            <a:pPr>
              <a:defRPr lang="en-us"/>
            </a:pPr>
            <a:fld id="{05E97E6F-21E8-BC88-A651-D7DD301F5082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GFgAAVykAABAAAAAmAAAACAAAAAAAAAAAAAAA"/>
              </a:ext>
            </a:extLst>
          </p:cNvSpPr>
          <p:nvPr>
            <p:ph type="dt" idx="10"/>
          </p:nvPr>
        </p:nvSpPr>
        <p:spPr/>
        <p:txBody>
          <a:bodyPr/>
          <a:lstStyle/>
          <a:p>
            <a:pPr>
              <a:defRPr lang="en-us"/>
            </a:pPr>
            <a:endParaRPr/>
          </a:p>
        </p:txBody>
      </p:sp>
    </p:spTree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8BAAA/RwAAuggAABAAAAAmAAAACAAAAD0QAAD/HwAA"/>
              </a:ext>
            </a:extLst>
          </p:cNvSpPr>
          <p:nvPr>
            <p:ph type="title"/>
          </p:nvPr>
        </p:nvSpPr>
        <p:spPr>
          <a:xfrm>
            <a:off x="609600" y="273685"/>
            <a:ext cx="10972165" cy="1144905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indent="0" algn="ctr">
              <a:buNone/>
            </a:pP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3" name="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8JAAA/RwAAViIAABAAAAAmAAAACAAAADwQAAD/HwAA"/>
              </a:ext>
            </a:extLst>
          </p:cNvSpPr>
          <p:nvPr>
            <p:ph idx="1"/>
          </p:nvPr>
        </p:nvSpPr>
        <p:spPr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indent="0">
              <a:spcBef>
                <a:spcPts val="1415"/>
              </a:spcBef>
              <a:buNone/>
            </a:pP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4" name="PlaceHolder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mMgAAVykAABAAAAAmAAAACAAAAAAAAAAAAAAA"/>
              </a:ext>
            </a:extLst>
          </p:cNvSpPr>
          <p:nvPr>
            <p:ph type="ftr" idx="11"/>
          </p:nvPr>
        </p:nvSpPr>
        <p:spPr/>
        <p:txBody>
          <a:bodyPr/>
          <a:lstStyle/>
          <a:p>
            <a:pPr>
              <a:defRPr lang="en-us"/>
            </a:pPr>
            <a:r>
              <a:t>Footer</a:t>
            </a:r>
          </a:p>
        </p:txBody>
      </p:sp>
      <p:sp>
        <p:nvSpPr>
          <p:cNvPr id="5" name="PlaceHolder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WRQAAVykAABAAAAAmAAAACAAAAAAAAAAAAAAA"/>
              </a:ext>
            </a:extLst>
          </p:cNvSpPr>
          <p:nvPr>
            <p:ph type="sldNum" idx="12"/>
          </p:nvPr>
        </p:nvSpPr>
        <p:spPr/>
        <p:txBody>
          <a:bodyPr/>
          <a:lstStyle/>
          <a:p>
            <a:pPr>
              <a:defRPr lang="en-us"/>
            </a:pPr>
            <a:fld id="{5CA99B29-67B1-FC6D-FF11-9138D55F09C4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GFgAAVykAABAAAAAmAAAACAAAAAAAAAAAAAAA"/>
              </a:ext>
            </a:extLst>
          </p:cNvSpPr>
          <p:nvPr>
            <p:ph type="dt" idx="10"/>
          </p:nvPr>
        </p:nvSpPr>
        <p:spPr/>
        <p:txBody>
          <a:bodyPr/>
          <a:lstStyle/>
          <a:p>
            <a:pPr>
              <a:defRPr lang="en-us"/>
            </a:pPr>
            <a:endParaRPr/>
          </a:p>
        </p:txBody>
      </p:sp>
    </p:spTree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8BAAA/RwAAuggAABAAAAAmAAAACAAAAD0QAAD/HwAA"/>
              </a:ext>
            </a:extLst>
          </p:cNvSpPr>
          <p:nvPr>
            <p:ph type="title"/>
          </p:nvPr>
        </p:nvSpPr>
        <p:spPr>
          <a:xfrm>
            <a:off x="609600" y="273685"/>
            <a:ext cx="10972165" cy="1144905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indent="0" algn="ctr">
              <a:buNone/>
            </a:pP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3" name="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bg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8JAACwJAAAViIAABAAAAAmAAAACAAAAD0QAAD/HwAA"/>
              </a:ext>
            </a:extLst>
          </p:cNvSpPr>
          <p:nvPr>
            <p:ph idx="1"/>
          </p:nvPr>
        </p:nvSpPr>
        <p:spPr>
          <a:xfrm>
            <a:off x="609600" y="1604645"/>
            <a:ext cx="5354320" cy="397700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indent="0">
              <a:spcBef>
                <a:spcPts val="1415"/>
              </a:spcBef>
              <a:buNone/>
            </a:pP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4" name="PlaceHolder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iYAAN8JAABGRwAAViIAABAAAAAmAAAACAAAAD0QAAD/HwAA"/>
              </a:ext>
            </a:extLst>
          </p:cNvSpPr>
          <p:nvPr>
            <p:ph idx="1"/>
          </p:nvPr>
        </p:nvSpPr>
        <p:spPr>
          <a:xfrm>
            <a:off x="6231890" y="1604645"/>
            <a:ext cx="5354320" cy="397700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indent="0">
              <a:spcBef>
                <a:spcPts val="1415"/>
              </a:spcBef>
              <a:buNone/>
            </a:pP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5" name="PlaceHolder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mMgAAVykAABAAAAAmAAAACAAAAAAAAAAAAAAA"/>
              </a:ext>
            </a:extLst>
          </p:cNvSpPr>
          <p:nvPr>
            <p:ph type="ftr" idx="11"/>
          </p:nvPr>
        </p:nvSpPr>
        <p:spPr/>
        <p:txBody>
          <a:bodyPr/>
          <a:lstStyle/>
          <a:p>
            <a:pPr>
              <a:defRPr lang="en-us"/>
            </a:pPr>
            <a:r>
              <a:t>Footer</a:t>
            </a:r>
          </a:p>
        </p:txBody>
      </p:sp>
      <p:sp>
        <p:nvSpPr>
          <p:cNvPr id="6" name="PlaceHolder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WRQAAVykAABAAAAAmAAAACAAAAAAAAAAAAAAA"/>
              </a:ext>
            </a:extLst>
          </p:cNvSpPr>
          <p:nvPr>
            <p:ph type="sldNum" idx="12"/>
          </p:nvPr>
        </p:nvSpPr>
        <p:spPr/>
        <p:txBody>
          <a:bodyPr/>
          <a:lstStyle/>
          <a:p>
            <a:pPr>
              <a:defRPr lang="en-us"/>
            </a:pPr>
            <a:fld id="{2C0C3B03-4DC1-59CD-8FB4-BB9875FA79EE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GFgAAVykAABAAAAAmAAAACAAAAAAAAAAAAAAA"/>
              </a:ext>
            </a:extLst>
          </p:cNvSpPr>
          <p:nvPr>
            <p:ph type="dt" idx="10"/>
          </p:nvPr>
        </p:nvSpPr>
        <p:spPr/>
        <p:txBody>
          <a:bodyPr/>
          <a:lstStyle/>
          <a:p>
            <a:pPr>
              <a:defRPr lang="en-us"/>
            </a:pPr>
            <a:endParaRPr/>
          </a:p>
        </p:txBody>
      </p:sp>
    </p:spTree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8BAAA/RwAAuggAABAAAAAmAAAACAAAAD0QAAD/HwAA"/>
              </a:ext>
            </a:extLst>
          </p:cNvSpPr>
          <p:nvPr>
            <p:ph type="title"/>
          </p:nvPr>
        </p:nvSpPr>
        <p:spPr>
          <a:xfrm>
            <a:off x="609600" y="273685"/>
            <a:ext cx="10972165" cy="1144905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indent="0" algn="ctr">
              <a:buNone/>
            </a:pP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3" name="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mMgAAVykAABAAAAAmAAAACAAAAAAAAAAAAAAA"/>
              </a:ext>
            </a:extLst>
          </p:cNvSpPr>
          <p:nvPr>
            <p:ph type="ftr" idx="11"/>
          </p:nvPr>
        </p:nvSpPr>
        <p:spPr/>
        <p:txBody>
          <a:bodyPr/>
          <a:lstStyle/>
          <a:p>
            <a:pPr>
              <a:defRPr lang="en-us"/>
            </a:pPr>
            <a:r>
              <a:t>Footer</a:t>
            </a:r>
          </a:p>
        </p:txBody>
      </p:sp>
      <p:sp>
        <p:nvSpPr>
          <p:cNvPr id="4" name="PlaceHolder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WRQAAVykAABAAAAAmAAAACAAAAAAAAAAAAAAA"/>
              </a:ext>
            </a:extLst>
          </p:cNvSpPr>
          <p:nvPr>
            <p:ph type="sldNum" idx="12"/>
          </p:nvPr>
        </p:nvSpPr>
        <p:spPr/>
        <p:txBody>
          <a:bodyPr/>
          <a:lstStyle/>
          <a:p>
            <a:pPr>
              <a:defRPr lang="en-us"/>
            </a:pPr>
            <a:fld id="{29B82B30-7EC4-EDDD-8A00-8888654E7CDD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GFgAAVykAABAAAAAmAAAACAAAAAAAAAAAAAAA"/>
              </a:ext>
            </a:extLst>
          </p:cNvSpPr>
          <p:nvPr>
            <p:ph type="dt" idx="10"/>
          </p:nvPr>
        </p:nvSpPr>
        <p:spPr/>
        <p:txBody>
          <a:bodyPr/>
          <a:lstStyle/>
          <a:p>
            <a:pPr>
              <a:defRPr lang="en-us"/>
            </a:pPr>
            <a:endParaRPr/>
          </a:p>
        </p:txBody>
      </p:sp>
    </p:spTree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mediaAndTx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mMgAAVykAABAAAAAmAAAACAAAAAAAAAAAAAAA"/>
              </a:ext>
            </a:extLst>
          </p:cNvSpPr>
          <p:nvPr>
            <p:ph type="ftr" idx="11"/>
          </p:nvPr>
        </p:nvSpPr>
        <p:spPr/>
        <p:txBody>
          <a:bodyPr/>
          <a:lstStyle/>
          <a:p>
            <a:pPr>
              <a:defRPr lang="en-us"/>
            </a:pPr>
            <a:r>
              <a:t>Footer</a:t>
            </a:r>
          </a:p>
        </p:txBody>
      </p:sp>
      <p:sp>
        <p:nvSpPr>
          <p:cNvPr id="3" name="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WRQAAVykAABAAAAAmAAAACAAAAAAAAAAAAAAA"/>
              </a:ext>
            </a:extLst>
          </p:cNvSpPr>
          <p:nvPr>
            <p:ph type="sldNum" idx="12"/>
          </p:nvPr>
        </p:nvSpPr>
        <p:spPr/>
        <p:txBody>
          <a:bodyPr/>
          <a:lstStyle/>
          <a:p>
            <a:pPr>
              <a:defRPr lang="en-us"/>
            </a:pPr>
            <a:fld id="{024942F6-B8EF-1CB4-A1F1-4EE10CBF571B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GFgAAVykAABAAAAAmAAAACAAAAAAAAAAAAAAA"/>
              </a:ext>
            </a:extLst>
          </p:cNvSpPr>
          <p:nvPr>
            <p:ph type="dt" idx="10"/>
          </p:nvPr>
        </p:nvSpPr>
        <p:spPr/>
        <p:txBody>
          <a:bodyPr/>
          <a:lstStyle/>
          <a:p>
            <a:pPr>
              <a:defRPr lang="en-us"/>
            </a:pPr>
            <a:endParaRPr/>
          </a:p>
        </p:txBody>
      </p:sp>
    </p:spTree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8BAAA/RwAAuggAABAAAAAmAAAACAAAAD0QAAD/HwAA"/>
              </a:ext>
            </a:extLst>
          </p:cNvSpPr>
          <p:nvPr>
            <p:ph type="title"/>
          </p:nvPr>
        </p:nvSpPr>
        <p:spPr>
          <a:xfrm>
            <a:off x="609600" y="273685"/>
            <a:ext cx="10972165" cy="1144905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indent="0" algn="ctr">
              <a:buNone/>
            </a:pP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3" name="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8JAACwJAAAihUAABAAAAAmAAAACAAAAD0QAAD/HwAA"/>
              </a:ext>
            </a:extLst>
          </p:cNvSpPr>
          <p:nvPr>
            <p:ph idx="1"/>
          </p:nvPr>
        </p:nvSpPr>
        <p:spPr>
          <a:xfrm>
            <a:off x="609600" y="1604645"/>
            <a:ext cx="5354320" cy="189674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indent="0">
              <a:spcBef>
                <a:spcPts val="1415"/>
              </a:spcBef>
              <a:buNone/>
            </a:pP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4" name="PlaceHolder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iYAAN8JAABGRwAAViIAABAAAAAmAAAACAAAAD0QAAD/HwAA"/>
              </a:ext>
            </a:extLst>
          </p:cNvSpPr>
          <p:nvPr>
            <p:ph idx="1"/>
          </p:nvPr>
        </p:nvSpPr>
        <p:spPr>
          <a:xfrm>
            <a:off x="6231890" y="1604645"/>
            <a:ext cx="5354320" cy="397700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indent="0">
              <a:spcBef>
                <a:spcPts val="1415"/>
              </a:spcBef>
              <a:buNone/>
            </a:pP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5" name="PlaceHolder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cWAACwJAAAUiIAABAAAAAmAAAACAAAAD0QAAD/HwAA"/>
              </a:ext>
            </a:extLst>
          </p:cNvSpPr>
          <p:nvPr>
            <p:ph idx="1"/>
          </p:nvPr>
        </p:nvSpPr>
        <p:spPr>
          <a:xfrm>
            <a:off x="609600" y="3682365"/>
            <a:ext cx="5354320" cy="189674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indent="0">
              <a:spcBef>
                <a:spcPts val="1415"/>
              </a:spcBef>
              <a:buNone/>
            </a:pP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6" name="PlaceHolder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mMgAAVykAABAAAAAmAAAACAAAAAAAAAAAAAAA"/>
              </a:ext>
            </a:extLst>
          </p:cNvSpPr>
          <p:nvPr>
            <p:ph type="ftr" idx="11"/>
          </p:nvPr>
        </p:nvSpPr>
        <p:spPr/>
        <p:txBody>
          <a:bodyPr/>
          <a:lstStyle/>
          <a:p>
            <a:pPr>
              <a:defRPr lang="en-us"/>
            </a:pPr>
            <a:r>
              <a:t>Footer</a:t>
            </a:r>
          </a:p>
        </p:txBody>
      </p:sp>
      <p:sp>
        <p:nvSpPr>
          <p:cNvPr id="7" name="PlaceHolder 6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WRQAAVykAABAAAAAmAAAACAAAAAAAAAAAAAAA"/>
              </a:ext>
            </a:extLst>
          </p:cNvSpPr>
          <p:nvPr>
            <p:ph type="sldNum" idx="12"/>
          </p:nvPr>
        </p:nvSpPr>
        <p:spPr/>
        <p:txBody>
          <a:bodyPr/>
          <a:lstStyle/>
          <a:p>
            <a:pPr>
              <a:defRPr lang="en-us"/>
            </a:pPr>
            <a:fld id="{56FFF15F-11BB-AA07-F547-E752BF0903B2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GFgAAVykAABAAAAAmAAAACAAAAAAAAAAAAAAA"/>
              </a:ext>
            </a:extLst>
          </p:cNvSpPr>
          <p:nvPr>
            <p:ph type="dt" idx="10"/>
          </p:nvPr>
        </p:nvSpPr>
        <p:spPr/>
        <p:txBody>
          <a:bodyPr/>
          <a:lstStyle/>
          <a:p>
            <a:pPr>
              <a:defRPr lang="en-us"/>
            </a:pPr>
            <a:endParaRPr/>
          </a:p>
        </p:txBody>
      </p:sp>
    </p:spTree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Defau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8BAAA/RwAAuggAABAAAAAmAAAACAAAAD0QAAD/HwAA"/>
              </a:ext>
            </a:extLst>
          </p:cNvSpPr>
          <p:nvPr>
            <p:ph type="title"/>
          </p:nvPr>
        </p:nvSpPr>
        <p:spPr>
          <a:xfrm>
            <a:off x="609600" y="273685"/>
            <a:ext cx="10972165" cy="1144905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indent="0" algn="ctr">
              <a:buNone/>
            </a:pP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3" name="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8JAACwJAAAViIAABAAAAAmAAAACAAAAD0QAAD/HwAA"/>
              </a:ext>
            </a:extLst>
          </p:cNvSpPr>
          <p:nvPr>
            <p:ph idx="1"/>
          </p:nvPr>
        </p:nvSpPr>
        <p:spPr>
          <a:xfrm>
            <a:off x="609600" y="1604645"/>
            <a:ext cx="5354320" cy="397700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indent="0">
              <a:spcBef>
                <a:spcPts val="1415"/>
              </a:spcBef>
              <a:buNone/>
            </a:pP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4" name="PlaceHolder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iYAAN8JAABGRwAAihUAABAAAAAmAAAACAAAAD0QAAD/HwAA"/>
              </a:ext>
            </a:extLst>
          </p:cNvSpPr>
          <p:nvPr>
            <p:ph idx="1"/>
          </p:nvPr>
        </p:nvSpPr>
        <p:spPr>
          <a:xfrm>
            <a:off x="6231890" y="1604645"/>
            <a:ext cx="5354320" cy="189674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indent="0">
              <a:spcBef>
                <a:spcPts val="1415"/>
              </a:spcBef>
              <a:buNone/>
            </a:pP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5" name="PlaceHolder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iYAAKcWAABGRwAAUiIAABAAAAAmAAAACAAAAD0QAAD/HwAA"/>
              </a:ext>
            </a:extLst>
          </p:cNvSpPr>
          <p:nvPr>
            <p:ph idx="1"/>
          </p:nvPr>
        </p:nvSpPr>
        <p:spPr>
          <a:xfrm>
            <a:off x="6231890" y="3682365"/>
            <a:ext cx="5354320" cy="189674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indent="0">
              <a:spcBef>
                <a:spcPts val="1415"/>
              </a:spcBef>
              <a:buNone/>
            </a:pP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6" name="PlaceHolder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mMgAAVykAABAAAAAmAAAACAAAAAAAAAAAAAAA"/>
              </a:ext>
            </a:extLst>
          </p:cNvSpPr>
          <p:nvPr>
            <p:ph type="ftr" idx="11"/>
          </p:nvPr>
        </p:nvSpPr>
        <p:spPr/>
        <p:txBody>
          <a:bodyPr/>
          <a:lstStyle/>
          <a:p>
            <a:pPr>
              <a:defRPr lang="en-us"/>
            </a:pPr>
            <a:r>
              <a:t>Footer</a:t>
            </a:r>
          </a:p>
        </p:txBody>
      </p:sp>
      <p:sp>
        <p:nvSpPr>
          <p:cNvPr id="7" name="PlaceHolder 6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WRQAAVykAABAAAAAmAAAACAAAAAAAAAAAAAAA"/>
              </a:ext>
            </a:extLst>
          </p:cNvSpPr>
          <p:nvPr>
            <p:ph type="sldNum" idx="12"/>
          </p:nvPr>
        </p:nvSpPr>
        <p:spPr/>
        <p:txBody>
          <a:bodyPr/>
          <a:lstStyle/>
          <a:p>
            <a:pPr>
              <a:defRPr lang="en-us"/>
            </a:pPr>
            <a:fld id="{62AD925A-148F-F864-C115-E231DC5B37B7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GFgAAVykAABAAAAAmAAAACAAAAAAAAAAAAAAA"/>
              </a:ext>
            </a:extLst>
          </p:cNvSpPr>
          <p:nvPr>
            <p:ph type="dt" idx="10"/>
          </p:nvPr>
        </p:nvSpPr>
        <p:spPr/>
        <p:txBody>
          <a:bodyPr/>
          <a:lstStyle/>
          <a:p>
            <a:pPr>
              <a:defRPr lang="en-us"/>
            </a:pPr>
            <a:endParaRPr/>
          </a:p>
        </p:txBody>
      </p:sp>
    </p:spTree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Defaul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8BAAA/RwAAuggAABAAAAAmAAAACAAAAD0QAAD/HwAA"/>
              </a:ext>
            </a:extLst>
          </p:cNvSpPr>
          <p:nvPr>
            <p:ph type="title"/>
          </p:nvPr>
        </p:nvSpPr>
        <p:spPr>
          <a:xfrm>
            <a:off x="609600" y="273685"/>
            <a:ext cx="10972165" cy="1144905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indent="0" algn="ctr">
              <a:buNone/>
            </a:pP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3" name="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8JAACwJAAAihUAABAAAAAmAAAACAAAAD0QAAD/HwAA"/>
              </a:ext>
            </a:extLst>
          </p:cNvSpPr>
          <p:nvPr>
            <p:ph idx="1"/>
          </p:nvPr>
        </p:nvSpPr>
        <p:spPr>
          <a:xfrm>
            <a:off x="609600" y="1604645"/>
            <a:ext cx="5354320" cy="189674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indent="0">
              <a:spcBef>
                <a:spcPts val="1415"/>
              </a:spcBef>
              <a:buNone/>
            </a:pP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4" name="PlaceHolder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iYAAN8JAABGRwAAihUAABAAAAAmAAAACAAAAD0QAAD/HwAA"/>
              </a:ext>
            </a:extLst>
          </p:cNvSpPr>
          <p:nvPr>
            <p:ph idx="1"/>
          </p:nvPr>
        </p:nvSpPr>
        <p:spPr>
          <a:xfrm>
            <a:off x="6231890" y="1604645"/>
            <a:ext cx="5354320" cy="189674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indent="0">
              <a:spcBef>
                <a:spcPts val="1415"/>
              </a:spcBef>
              <a:buNone/>
            </a:pP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5" name="PlaceHolder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cWAAA/RwAAUiIAABAAAAAmAAAACAAAAD0QAAD/HwAA"/>
              </a:ext>
            </a:extLst>
          </p:cNvSpPr>
          <p:nvPr>
            <p:ph idx="1"/>
          </p:nvPr>
        </p:nvSpPr>
        <p:spPr>
          <a:xfrm>
            <a:off x="609600" y="3682365"/>
            <a:ext cx="10972165" cy="189674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indent="0">
              <a:spcBef>
                <a:spcPts val="1415"/>
              </a:spcBef>
              <a:buNone/>
            </a:pP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6" name="PlaceHolder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mMgAAVykAABAAAAAmAAAACAAAAAAAAAAAAAAA"/>
              </a:ext>
            </a:extLst>
          </p:cNvSpPr>
          <p:nvPr>
            <p:ph type="ftr" idx="11"/>
          </p:nvPr>
        </p:nvSpPr>
        <p:spPr/>
        <p:txBody>
          <a:bodyPr/>
          <a:lstStyle/>
          <a:p>
            <a:pPr>
              <a:defRPr lang="en-us"/>
            </a:pPr>
            <a:r>
              <a:t>Footer</a:t>
            </a:r>
          </a:p>
        </p:txBody>
      </p:sp>
      <p:sp>
        <p:nvSpPr>
          <p:cNvPr id="7" name="PlaceHolder 6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WRQAAVykAABAAAAAmAAAACAAAAAAAAAAAAAAA"/>
              </a:ext>
            </a:extLst>
          </p:cNvSpPr>
          <p:nvPr>
            <p:ph type="sldNum" idx="12"/>
          </p:nvPr>
        </p:nvSpPr>
        <p:spPr/>
        <p:txBody>
          <a:bodyPr/>
          <a:lstStyle/>
          <a:p>
            <a:pPr>
              <a:defRPr lang="en-us"/>
            </a:pPr>
            <a:fld id="{1C8293A8-E6F1-D765-BF3A-1030DD744945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GFgAAVykAABAAAAAmAAAACAAAAAAAAAAAAAAA"/>
              </a:ext>
            </a:extLst>
          </p:cNvSpPr>
          <p:nvPr>
            <p:ph type="dt" idx="10"/>
          </p:nvPr>
        </p:nvSpPr>
        <p:spPr/>
        <p:txBody>
          <a:bodyPr/>
          <a:lstStyle/>
          <a:p>
            <a:pPr>
              <a:defRPr lang="en-us"/>
            </a:pPr>
            <a:endParaRPr/>
          </a:p>
        </p:txBody>
      </p:sp>
    </p:spTree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Defaul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8BAAA/RwAAuggAABAAAAAmAAAACAAAAD0QAAD/HwAA"/>
              </a:ext>
            </a:extLst>
          </p:cNvSpPr>
          <p:nvPr>
            <p:ph type="title"/>
          </p:nvPr>
        </p:nvSpPr>
        <p:spPr>
          <a:xfrm>
            <a:off x="609600" y="273685"/>
            <a:ext cx="10972165" cy="1144905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indent="0" algn="ctr">
              <a:buNone/>
            </a:pP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3" name="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8JAAA/RwAAihUAABAAAAAmAAAACAAAAD0QAAD/HwAA"/>
              </a:ext>
            </a:extLst>
          </p:cNvSpPr>
          <p:nvPr>
            <p:ph idx="1"/>
          </p:nvPr>
        </p:nvSpPr>
        <p:spPr>
          <a:xfrm>
            <a:off x="609600" y="1604645"/>
            <a:ext cx="10972165" cy="189674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indent="0">
              <a:spcBef>
                <a:spcPts val="1415"/>
              </a:spcBef>
              <a:buNone/>
            </a:pP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4" name="PlaceHolder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cWAAA/RwAAUiIAABAAAAAmAAAACAAAAD0QAAD/HwAA"/>
              </a:ext>
            </a:extLst>
          </p:cNvSpPr>
          <p:nvPr>
            <p:ph idx="1"/>
          </p:nvPr>
        </p:nvSpPr>
        <p:spPr>
          <a:xfrm>
            <a:off x="609600" y="3682365"/>
            <a:ext cx="10972165" cy="189674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indent="0">
              <a:spcBef>
                <a:spcPts val="1415"/>
              </a:spcBef>
              <a:buNone/>
            </a:pP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5" name="PlaceHolder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mMgAAVykAABAAAAAmAAAACAAAAAAAAAAAAAAA"/>
              </a:ext>
            </a:extLst>
          </p:cNvSpPr>
          <p:nvPr>
            <p:ph type="ftr" idx="11"/>
          </p:nvPr>
        </p:nvSpPr>
        <p:spPr/>
        <p:txBody>
          <a:bodyPr/>
          <a:lstStyle/>
          <a:p>
            <a:pPr>
              <a:defRPr lang="en-us"/>
            </a:pPr>
            <a:r>
              <a:t>Footer</a:t>
            </a:r>
          </a:p>
        </p:txBody>
      </p:sp>
      <p:sp>
        <p:nvSpPr>
          <p:cNvPr id="6" name="PlaceHolder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WRQAAVykAABAAAAAmAAAACAAAAAAAAAAAAAAA"/>
              </a:ext>
            </a:extLst>
          </p:cNvSpPr>
          <p:nvPr>
            <p:ph type="sldNum" idx="12"/>
          </p:nvPr>
        </p:nvSpPr>
        <p:spPr/>
        <p:txBody>
          <a:bodyPr/>
          <a:lstStyle/>
          <a:p>
            <a:pPr>
              <a:defRPr lang="en-us"/>
            </a:pPr>
            <a:fld id="{56F2B1B5-FBBB-A747-F54A-0D12FF040358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GFgAAVykAABAAAAAmAAAACAAAAAAAAAAAAAAA"/>
              </a:ext>
            </a:extLst>
          </p:cNvSpPr>
          <p:nvPr>
            <p:ph type="dt" idx="10"/>
          </p:nvPr>
        </p:nvSpPr>
        <p:spPr/>
        <p:txBody>
          <a:bodyPr/>
          <a:lstStyle/>
          <a:p>
            <a:pPr>
              <a:defRPr lang="en-us"/>
            </a:pPr>
            <a:endParaRPr/>
          </a:p>
        </p:txBody>
      </p:sp>
    </p:spTree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Defaul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EAQ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8BAAA/RwAAuggAABAAAAAmAAAACAAAAD0QAAD/HwAA"/>
              </a:ext>
            </a:extLst>
          </p:cNvSpPr>
          <p:nvPr>
            <p:ph type="title"/>
          </p:nvPr>
        </p:nvSpPr>
        <p:spPr>
          <a:xfrm>
            <a:off x="609600" y="273685"/>
            <a:ext cx="10972165" cy="1144905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indent="0" algn="ctr">
              <a:buNone/>
            </a:pP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3" name="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8JAACwJAAAihUAABAAAAAmAAAACAAAAD0QAAD/HwAA"/>
              </a:ext>
            </a:extLst>
          </p:cNvSpPr>
          <p:nvPr>
            <p:ph idx="1"/>
          </p:nvPr>
        </p:nvSpPr>
        <p:spPr>
          <a:xfrm>
            <a:off x="609600" y="1604645"/>
            <a:ext cx="5354320" cy="189674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indent="0">
              <a:spcBef>
                <a:spcPts val="1415"/>
              </a:spcBef>
              <a:buNone/>
            </a:pP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4" name="PlaceHolder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iYAAN8JAABGRwAAihUAABAAAAAmAAAACAAAAD0QAAD/HwAA"/>
              </a:ext>
            </a:extLst>
          </p:cNvSpPr>
          <p:nvPr>
            <p:ph idx="1"/>
          </p:nvPr>
        </p:nvSpPr>
        <p:spPr>
          <a:xfrm>
            <a:off x="6231890" y="1604645"/>
            <a:ext cx="5354320" cy="189674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indent="0">
              <a:spcBef>
                <a:spcPts val="1415"/>
              </a:spcBef>
              <a:buNone/>
            </a:pP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5" name="PlaceHolder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cWAACwJAAAUiIAABAAAAAmAAAACAAAAD0QAAD/HwAA"/>
              </a:ext>
            </a:extLst>
          </p:cNvSpPr>
          <p:nvPr>
            <p:ph idx="1"/>
          </p:nvPr>
        </p:nvSpPr>
        <p:spPr>
          <a:xfrm>
            <a:off x="609600" y="3682365"/>
            <a:ext cx="5354320" cy="189674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indent="0">
              <a:spcBef>
                <a:spcPts val="1415"/>
              </a:spcBef>
              <a:buNone/>
            </a:pP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6" name="PlaceHolder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iYAAKcWAABGRwAAUiIAABAAAAAmAAAACAAAAD0QAAD/HwAA"/>
              </a:ext>
            </a:extLst>
          </p:cNvSpPr>
          <p:nvPr>
            <p:ph idx="1"/>
          </p:nvPr>
        </p:nvSpPr>
        <p:spPr>
          <a:xfrm>
            <a:off x="6231890" y="3682365"/>
            <a:ext cx="5354320" cy="189674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indent="0">
              <a:spcBef>
                <a:spcPts val="1415"/>
              </a:spcBef>
              <a:buNone/>
            </a:pP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7" name="PlaceHolder 6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mMgAAVykAABAAAAAmAAAACAAAAAAAAAAAAAAA"/>
              </a:ext>
            </a:extLst>
          </p:cNvSpPr>
          <p:nvPr>
            <p:ph type="ftr" idx="11"/>
          </p:nvPr>
        </p:nvSpPr>
        <p:spPr/>
        <p:txBody>
          <a:bodyPr/>
          <a:lstStyle/>
          <a:p>
            <a:pPr>
              <a:defRPr lang="en-us"/>
            </a:pPr>
            <a:r>
              <a:t>Footer</a:t>
            </a:r>
          </a:p>
        </p:txBody>
      </p:sp>
      <p:sp>
        <p:nvSpPr>
          <p:cNvPr id="8" name="PlaceHolder 7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WRQAAVykAABAAAAAmAAAACAAAAAAAAAAAAAAA"/>
              </a:ext>
            </a:extLst>
          </p:cNvSpPr>
          <p:nvPr>
            <p:ph type="sldNum" idx="12"/>
          </p:nvPr>
        </p:nvSpPr>
        <p:spPr/>
        <p:txBody>
          <a:bodyPr/>
          <a:lstStyle/>
          <a:p>
            <a:pPr>
              <a:defRPr lang="en-us"/>
            </a:pPr>
            <a:fld id="{26914122-6CCB-C4B7-8529-9AE20F6773CF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GFgAAVykAABAAAAAmAAAACAAAAAAAAAAAAAAA"/>
              </a:ext>
            </a:extLst>
          </p:cNvSpPr>
          <p:nvPr>
            <p:ph type="dt" idx="10"/>
          </p:nvPr>
        </p:nvSpPr>
        <p:spPr/>
        <p:txBody>
          <a:bodyPr/>
          <a:lstStyle/>
          <a:p>
            <a:pPr>
              <a:defRPr lang="en-us"/>
            </a:pPr>
            <a:endParaRPr/>
          </a:p>
        </p:txBody>
      </p:sp>
    </p:spTree>
  </p:cSld>
  <p:clrMapOvr>
    <a:masterClrMapping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mMgAAVykAABAAAAAmAAAACAAAAAAAAAAAAAAA"/>
              </a:ext>
            </a:extLst>
          </p:cNvSpPr>
          <p:nvPr>
            <p:ph type="ftr" idx="11"/>
          </p:nvPr>
        </p:nvSpPr>
        <p:spPr/>
        <p:txBody>
          <a:bodyPr/>
          <a:lstStyle/>
          <a:p>
            <a:pPr>
              <a:defRPr lang="en-us"/>
            </a:pPr>
            <a:r>
              <a:t>Footer</a:t>
            </a:r>
          </a:p>
        </p:txBody>
      </p:sp>
      <p:sp>
        <p:nvSpPr>
          <p:cNvPr id="3" name="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WRQAAVykAABAAAAAmAAAACAAAAAAAAAAAAAAA"/>
              </a:ext>
            </a:extLst>
          </p:cNvSpPr>
          <p:nvPr>
            <p:ph type="sldNum" idx="12"/>
          </p:nvPr>
        </p:nvSpPr>
        <p:spPr/>
        <p:txBody>
          <a:bodyPr/>
          <a:lstStyle/>
          <a:p>
            <a:pPr>
              <a:defRPr lang="en-us"/>
            </a:pPr>
            <a:fld id="{47746649-07AA-2190-E4CC-F1C5288212A4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GFgAAVykAABAAAAAmAAAACAAAAAAAAAAAAAAA"/>
              </a:ext>
            </a:extLst>
          </p:cNvSpPr>
          <p:nvPr>
            <p:ph type="dt" idx="10"/>
          </p:nvPr>
        </p:nvSpPr>
        <p:spPr/>
        <p:txBody>
          <a:bodyPr/>
          <a:lstStyle/>
          <a:p>
            <a:pPr>
              <a:defRPr lang="en-us"/>
            </a:pPr>
            <a:endParaRPr/>
          </a:p>
        </p:txBody>
      </p:sp>
    </p:spTree>
  </p:cSld>
  <p:clrMapOvr>
    <a:masterClrMapping/>
  </p:clrMapOvr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mMgAAVykAABAAAAAmAAAACAAAAAAAAAAAAAAA"/>
              </a:ext>
            </a:extLst>
          </p:cNvSpPr>
          <p:nvPr>
            <p:ph type="ftr" idx="11"/>
          </p:nvPr>
        </p:nvSpPr>
        <p:spPr/>
        <p:txBody>
          <a:bodyPr/>
          <a:lstStyle/>
          <a:p>
            <a:pPr>
              <a:defRPr lang="en-us"/>
            </a:pPr>
            <a:r>
              <a:t>Footer</a:t>
            </a:r>
          </a:p>
        </p:txBody>
      </p:sp>
      <p:sp>
        <p:nvSpPr>
          <p:cNvPr id="3" name="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WRQAAVykAABAAAAAmAAAACAAAAAAAAAAAAAAA"/>
              </a:ext>
            </a:extLst>
          </p:cNvSpPr>
          <p:nvPr>
            <p:ph type="sldNum" idx="12"/>
          </p:nvPr>
        </p:nvSpPr>
        <p:spPr/>
        <p:txBody>
          <a:bodyPr/>
          <a:lstStyle/>
          <a:p>
            <a:pPr>
              <a:defRPr lang="en-us"/>
            </a:pPr>
            <a:fld id="{7DA8E194-DA90-FD17-DE10-2C42AF5E2879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GFgAAVykAABAAAAAmAAAACAAAAAAAAAAAAAAA"/>
              </a:ext>
            </a:extLst>
          </p:cNvSpPr>
          <p:nvPr>
            <p:ph type="dt" idx="10"/>
          </p:nvPr>
        </p:nvSpPr>
        <p:spPr/>
        <p:txBody>
          <a:bodyPr/>
          <a:lstStyle/>
          <a:p>
            <a:pPr>
              <a:defRPr lang="en-us"/>
            </a:pPr>
            <a:endParaRPr/>
          </a:p>
        </p:txBody>
      </p:sp>
    </p:spTree>
  </p:cSld>
  <p:clrMapOvr>
    <a:masterClrMapping/>
  </p:clrMapOvr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8BAAA/RwAAuggAABAAAAAmAAAACAAAAD0QAAD/HwAA"/>
              </a:ext>
            </a:extLst>
          </p:cNvSpPr>
          <p:nvPr>
            <p:ph type="title"/>
          </p:nvPr>
        </p:nvSpPr>
        <p:spPr>
          <a:xfrm>
            <a:off x="609600" y="273685"/>
            <a:ext cx="10972165" cy="1144905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indent="0" algn="ctr">
              <a:buNone/>
            </a:pP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3" name="PlaceHolder 2"/>
          <p:cNvSpPr txBox="1"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Eg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8JAAA/RwAAViIAABAAAAAmAAAACAAAAD2RAAD/HwAA"/>
              </a:ext>
            </a:extLst>
          </p:cNvSpPr>
          <p:nvPr>
            <p:ph idx="1"/>
          </p:nvPr>
        </p:nvSpPr>
        <p:spPr>
          <a:xfrm>
            <a:off x="609600" y="1604645"/>
            <a:ext cx="10972165" cy="397700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indent="0">
              <a:spcBef>
                <a:spcPts val="1415"/>
              </a:spcBef>
              <a:buNone/>
            </a:pPr>
            <a:endParaRPr lang="en-us" sz="3200" cap="none">
              <a:solidFill>
                <a:srgbClr val="000000"/>
              </a:solidFill>
            </a:endParaRPr>
          </a:p>
        </p:txBody>
      </p:sp>
      <p:sp>
        <p:nvSpPr>
          <p:cNvPr id="4" name="PlaceHolder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mMgAAVykAABAAAAAmAAAACAAAAAAAAAAAAAAA"/>
              </a:ext>
            </a:extLst>
          </p:cNvSpPr>
          <p:nvPr>
            <p:ph type="ftr" idx="11"/>
          </p:nvPr>
        </p:nvSpPr>
        <p:spPr/>
        <p:txBody>
          <a:bodyPr/>
          <a:lstStyle/>
          <a:p>
            <a:pPr>
              <a:defRPr lang="en-us"/>
            </a:pPr>
            <a:r>
              <a:t>Footer</a:t>
            </a:r>
          </a:p>
        </p:txBody>
      </p:sp>
      <p:sp>
        <p:nvSpPr>
          <p:cNvPr id="5" name="PlaceHolder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WRQAAVykAABAAAAAmAAAACAAAAAAAAAAAAAAA"/>
              </a:ext>
            </a:extLst>
          </p:cNvSpPr>
          <p:nvPr>
            <p:ph type="sldNum" idx="12"/>
          </p:nvPr>
        </p:nvSpPr>
        <p:spPr/>
        <p:txBody>
          <a:bodyPr/>
          <a:lstStyle/>
          <a:p>
            <a:pPr>
              <a:defRPr lang="en-us"/>
            </a:pPr>
            <a:fld id="{5BF23B45-0BB6-A7CD-F84A-FD9875040EA8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GFgAAVykAABAAAAAmAAAACAAAAAAAAAAAAAAA"/>
              </a:ext>
            </a:extLst>
          </p:cNvSpPr>
          <p:nvPr>
            <p:ph type="dt" idx="10"/>
          </p:nvPr>
        </p:nvSpPr>
        <p:spPr/>
        <p:txBody>
          <a:bodyPr/>
          <a:lstStyle/>
          <a:p>
            <a:pPr>
              <a:defRPr lang="en-us"/>
            </a:pPr>
            <a:endParaRPr/>
          </a:p>
        </p:txBody>
      </p:sp>
    </p:spTree>
  </p:cSld>
  <p:clrMapOvr>
    <a:masterClrMapping/>
  </p:clrMapOvr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fault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8BAAA/RwAAuggAABAAAAAmAAAACAAAAD0QAAD/HwAA"/>
              </a:ext>
            </a:extLst>
          </p:cNvSpPr>
          <p:nvPr>
            <p:ph type="title"/>
          </p:nvPr>
        </p:nvSpPr>
        <p:spPr>
          <a:xfrm>
            <a:off x="609600" y="273685"/>
            <a:ext cx="10972165" cy="1144905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indent="0" algn="ctr">
              <a:buNone/>
            </a:pP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3" name="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8JAAA/RwAAViIAABAAAAAmAAAACAAAADwQAAD/HwAA"/>
              </a:ext>
            </a:extLst>
          </p:cNvSpPr>
          <p:nvPr>
            <p:ph idx="1"/>
          </p:nvPr>
        </p:nvSpPr>
        <p:spPr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indent="0">
              <a:spcBef>
                <a:spcPts val="1415"/>
              </a:spcBef>
              <a:buNone/>
            </a:pP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4" name="PlaceHolder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mMgAAVykAABAAAAAmAAAACAAAAAAAAAAAAAAA"/>
              </a:ext>
            </a:extLst>
          </p:cNvSpPr>
          <p:nvPr>
            <p:ph type="ftr" idx="11"/>
          </p:nvPr>
        </p:nvSpPr>
        <p:spPr/>
        <p:txBody>
          <a:bodyPr/>
          <a:lstStyle/>
          <a:p>
            <a:pPr>
              <a:defRPr lang="en-us"/>
            </a:pPr>
            <a:r>
              <a:t>Footer</a:t>
            </a:r>
          </a:p>
        </p:txBody>
      </p:sp>
      <p:sp>
        <p:nvSpPr>
          <p:cNvPr id="5" name="PlaceHolder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WRQAAVykAABAAAAAmAAAACAAAAAAAAAAAAAAA"/>
              </a:ext>
            </a:extLst>
          </p:cNvSpPr>
          <p:nvPr>
            <p:ph type="sldNum" idx="12"/>
          </p:nvPr>
        </p:nvSpPr>
        <p:spPr/>
        <p:txBody>
          <a:bodyPr/>
          <a:lstStyle/>
          <a:p>
            <a:pPr>
              <a:defRPr lang="en-us"/>
            </a:pPr>
            <a:fld id="{774A4E1A-549A-1FB8-D4F2-A2ED00BC22F7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GFgAAVykAABAAAAAmAAAACAAAAAAAAAAAAAAA"/>
              </a:ext>
            </a:extLst>
          </p:cNvSpPr>
          <p:nvPr>
            <p:ph type="dt" idx="10"/>
          </p:nvPr>
        </p:nvSpPr>
        <p:spPr/>
        <p:txBody>
          <a:bodyPr/>
          <a:lstStyle/>
          <a:p>
            <a:pPr>
              <a:defRPr lang="en-us"/>
            </a:pPr>
            <a:endParaRPr/>
          </a:p>
        </p:txBody>
      </p:sp>
    </p:spTree>
  </p:cSld>
  <p:clrMapOvr>
    <a:masterClrMapping/>
  </p:clrMapOvr>
  <p:hf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fault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8BAAA/RwAAuggAABAAAAAmAAAACAAAAD0QAAD/HwAA"/>
              </a:ext>
            </a:extLst>
          </p:cNvSpPr>
          <p:nvPr>
            <p:ph type="title"/>
          </p:nvPr>
        </p:nvSpPr>
        <p:spPr>
          <a:xfrm>
            <a:off x="609600" y="273685"/>
            <a:ext cx="10972165" cy="1144905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indent="0" algn="ctr">
              <a:buNone/>
            </a:pP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3" name="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8JAACwJAAAViIAABAAAAAmAAAACAAAAD0QAAD/HwAA"/>
              </a:ext>
            </a:extLst>
          </p:cNvSpPr>
          <p:nvPr>
            <p:ph idx="1"/>
          </p:nvPr>
        </p:nvSpPr>
        <p:spPr>
          <a:xfrm>
            <a:off x="609600" y="1604645"/>
            <a:ext cx="5354320" cy="397700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indent="0">
              <a:spcBef>
                <a:spcPts val="1415"/>
              </a:spcBef>
              <a:buNone/>
            </a:pP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4" name="PlaceHolder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iYAAN8JAABGRwAAViIAABAAAAAmAAAACAAAAD0QAAD/HwAA"/>
              </a:ext>
            </a:extLst>
          </p:cNvSpPr>
          <p:nvPr>
            <p:ph idx="1"/>
          </p:nvPr>
        </p:nvSpPr>
        <p:spPr>
          <a:xfrm>
            <a:off x="6231890" y="1604645"/>
            <a:ext cx="5354320" cy="397700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indent="0">
              <a:spcBef>
                <a:spcPts val="1415"/>
              </a:spcBef>
              <a:buNone/>
            </a:pP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5" name="PlaceHolder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mMgAAVykAABAAAAAmAAAACAAAAAAAAAAAAAAA"/>
              </a:ext>
            </a:extLst>
          </p:cNvSpPr>
          <p:nvPr>
            <p:ph type="ftr" idx="11"/>
          </p:nvPr>
        </p:nvSpPr>
        <p:spPr/>
        <p:txBody>
          <a:bodyPr/>
          <a:lstStyle/>
          <a:p>
            <a:pPr>
              <a:defRPr lang="en-us"/>
            </a:pPr>
            <a:r>
              <a:t>Footer</a:t>
            </a:r>
          </a:p>
        </p:txBody>
      </p:sp>
      <p:sp>
        <p:nvSpPr>
          <p:cNvPr id="6" name="PlaceHolder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WRQAAVykAABAAAAAmAAAACAAAAAAAAAAAAAAA"/>
              </a:ext>
            </a:extLst>
          </p:cNvSpPr>
          <p:nvPr>
            <p:ph type="sldNum" idx="12"/>
          </p:nvPr>
        </p:nvSpPr>
        <p:spPr/>
        <p:txBody>
          <a:bodyPr/>
          <a:lstStyle/>
          <a:p>
            <a:pPr>
              <a:defRPr lang="en-us"/>
            </a:pPr>
            <a:fld id="{1C528B63-2DF1-077D-BFEA-DB28C5A4498E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GFgAAVykAABAAAAAmAAAACAAAAAAAAAAAAAAA"/>
              </a:ext>
            </a:extLst>
          </p:cNvSpPr>
          <p:nvPr>
            <p:ph type="dt" idx="10"/>
          </p:nvPr>
        </p:nvSpPr>
        <p:spPr/>
        <p:txBody>
          <a:bodyPr/>
          <a:lstStyle/>
          <a:p>
            <a:pPr>
              <a:defRPr lang="en-us"/>
            </a:pPr>
            <a:endParaRPr/>
          </a:p>
        </p:txBody>
      </p:sp>
    </p:spTree>
  </p:cSld>
  <p:clrMapOvr>
    <a:masterClrMapping/>
  </p:clrMapOvr>
  <p:hf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fault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8BAAA/RwAAuggAABAAAAAmAAAACAAAAD0QAAD/HwAA"/>
              </a:ext>
            </a:extLst>
          </p:cNvSpPr>
          <p:nvPr>
            <p:ph type="title"/>
          </p:nvPr>
        </p:nvSpPr>
        <p:spPr>
          <a:xfrm>
            <a:off x="609600" y="273685"/>
            <a:ext cx="10972165" cy="1144905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indent="0" algn="ctr">
              <a:buNone/>
            </a:pP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3" name="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mMgAAVykAABAAAAAmAAAACAAAAAAAAAAAAAAA"/>
              </a:ext>
            </a:extLst>
          </p:cNvSpPr>
          <p:nvPr>
            <p:ph type="ftr" idx="11"/>
          </p:nvPr>
        </p:nvSpPr>
        <p:spPr/>
        <p:txBody>
          <a:bodyPr/>
          <a:lstStyle/>
          <a:p>
            <a:pPr>
              <a:defRPr lang="en-us"/>
            </a:pPr>
            <a:r>
              <a:t>Footer</a:t>
            </a:r>
          </a:p>
        </p:txBody>
      </p:sp>
      <p:sp>
        <p:nvSpPr>
          <p:cNvPr id="4" name="PlaceHolder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WRQAAVykAABAAAAAmAAAACAAAAAAAAAAAAAAA"/>
              </a:ext>
            </a:extLst>
          </p:cNvSpPr>
          <p:nvPr>
            <p:ph type="sldNum" idx="12"/>
          </p:nvPr>
        </p:nvSpPr>
        <p:spPr/>
        <p:txBody>
          <a:bodyPr/>
          <a:lstStyle/>
          <a:p>
            <a:pPr>
              <a:defRPr lang="en-us"/>
            </a:pPr>
            <a:fld id="{1C6F6F44-0AF1-3A99-BFD7-FCCC219949A9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GFgAAVykAABAAAAAmAAAACAAAAAAAAAAAAAAA"/>
              </a:ext>
            </a:extLst>
          </p:cNvSpPr>
          <p:nvPr>
            <p:ph type="dt" idx="10"/>
          </p:nvPr>
        </p:nvSpPr>
        <p:spPr/>
        <p:txBody>
          <a:bodyPr/>
          <a:lstStyle/>
          <a:p>
            <a:pPr>
              <a:defRPr lang="en-us"/>
            </a:pPr>
            <a:endParaRPr/>
          </a:p>
        </p:txBody>
      </p:sp>
    </p:spTree>
  </p:cSld>
  <p:clrMapOvr>
    <a:masterClrMapping/>
  </p:clrMapOvr>
  <p:hf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mediaAndTx" preserve="1">
  <p:cSld name="Default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mMgAAVykAABAAAAAmAAAACAAAAAAAAAAAAAAA"/>
              </a:ext>
            </a:extLst>
          </p:cNvSpPr>
          <p:nvPr>
            <p:ph type="ftr" idx="11"/>
          </p:nvPr>
        </p:nvSpPr>
        <p:spPr/>
        <p:txBody>
          <a:bodyPr/>
          <a:lstStyle/>
          <a:p>
            <a:pPr>
              <a:defRPr lang="en-us"/>
            </a:pPr>
            <a:r>
              <a:t>Footer</a:t>
            </a:r>
          </a:p>
        </p:txBody>
      </p:sp>
      <p:sp>
        <p:nvSpPr>
          <p:cNvPr id="3" name="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WRQAAVykAABAAAAAmAAAACAAAAAAAAAAAAAAA"/>
              </a:ext>
            </a:extLst>
          </p:cNvSpPr>
          <p:nvPr>
            <p:ph type="sldNum" idx="12"/>
          </p:nvPr>
        </p:nvSpPr>
        <p:spPr/>
        <p:txBody>
          <a:bodyPr/>
          <a:lstStyle/>
          <a:p>
            <a:pPr>
              <a:defRPr lang="en-us"/>
            </a:pPr>
            <a:fld id="{1E310CAA-E4F3-64FA-BD89-12AF42C74B47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GFgAAVykAABAAAAAmAAAACAAAAAAAAAAAAAAA"/>
              </a:ext>
            </a:extLst>
          </p:cNvSpPr>
          <p:nvPr>
            <p:ph type="dt" idx="10"/>
          </p:nvPr>
        </p:nvSpPr>
        <p:spPr/>
        <p:txBody>
          <a:bodyPr/>
          <a:lstStyle/>
          <a:p>
            <a:pPr>
              <a:defRPr lang="en-us"/>
            </a:pPr>
            <a:endParaRPr/>
          </a:p>
        </p:txBody>
      </p:sp>
    </p:spTree>
  </p:cSld>
  <p:clrMapOvr>
    <a:masterClrMapping/>
  </p:clrMapOvr>
  <p:hf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Default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8BAAA/RwAAuggAABAAAAAmAAAACAAAAD0QAAD/HwAA"/>
              </a:ext>
            </a:extLst>
          </p:cNvSpPr>
          <p:nvPr>
            <p:ph type="title"/>
          </p:nvPr>
        </p:nvSpPr>
        <p:spPr>
          <a:xfrm>
            <a:off x="609600" y="273685"/>
            <a:ext cx="10972165" cy="1144905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indent="0" algn="ctr">
              <a:buNone/>
            </a:pP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3" name="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8JAACwJAAAihUAABAAAAAmAAAACAAAAD0QAAD/HwAA"/>
              </a:ext>
            </a:extLst>
          </p:cNvSpPr>
          <p:nvPr>
            <p:ph idx="1"/>
          </p:nvPr>
        </p:nvSpPr>
        <p:spPr>
          <a:xfrm>
            <a:off x="609600" y="1604645"/>
            <a:ext cx="5354320" cy="189674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indent="0">
              <a:spcBef>
                <a:spcPts val="1415"/>
              </a:spcBef>
              <a:buNone/>
            </a:pP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4" name="PlaceHolder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iYAAN8JAABGRwAAViIAABAAAAAmAAAACAAAAD0QAAD/HwAA"/>
              </a:ext>
            </a:extLst>
          </p:cNvSpPr>
          <p:nvPr>
            <p:ph idx="1"/>
          </p:nvPr>
        </p:nvSpPr>
        <p:spPr>
          <a:xfrm>
            <a:off x="6231890" y="1604645"/>
            <a:ext cx="5354320" cy="397700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indent="0">
              <a:spcBef>
                <a:spcPts val="1415"/>
              </a:spcBef>
              <a:buNone/>
            </a:pP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5" name="PlaceHolder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cWAACwJAAAUiIAABAAAAAmAAAACAAAAD0QAAD/HwAA"/>
              </a:ext>
            </a:extLst>
          </p:cNvSpPr>
          <p:nvPr>
            <p:ph idx="1"/>
          </p:nvPr>
        </p:nvSpPr>
        <p:spPr>
          <a:xfrm>
            <a:off x="609600" y="3682365"/>
            <a:ext cx="5354320" cy="189674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indent="0">
              <a:spcBef>
                <a:spcPts val="1415"/>
              </a:spcBef>
              <a:buNone/>
            </a:pP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6" name="PlaceHolder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mMgAAVykAABAAAAAmAAAACAAAAAAAAAAAAAAA"/>
              </a:ext>
            </a:extLst>
          </p:cNvSpPr>
          <p:nvPr>
            <p:ph type="ftr" idx="11"/>
          </p:nvPr>
        </p:nvSpPr>
        <p:spPr/>
        <p:txBody>
          <a:bodyPr/>
          <a:lstStyle/>
          <a:p>
            <a:pPr>
              <a:defRPr lang="en-us"/>
            </a:pPr>
            <a:r>
              <a:t>Footer</a:t>
            </a:r>
          </a:p>
        </p:txBody>
      </p:sp>
      <p:sp>
        <p:nvSpPr>
          <p:cNvPr id="7" name="PlaceHolder 6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WRQAAVykAABAAAAAmAAAACAAAAAAAAAAAAAAA"/>
              </a:ext>
            </a:extLst>
          </p:cNvSpPr>
          <p:nvPr>
            <p:ph type="sldNum" idx="12"/>
          </p:nvPr>
        </p:nvSpPr>
        <p:spPr/>
        <p:txBody>
          <a:bodyPr/>
          <a:lstStyle/>
          <a:p>
            <a:pPr>
              <a:defRPr lang="en-us"/>
            </a:pPr>
            <a:fld id="{2878DE68-26C5-2D28-8BC0-D07D908E7D85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GFgAAVykAABAAAAAmAAAACAAAAAAAAAAAAAAA"/>
              </a:ext>
            </a:extLst>
          </p:cNvSpPr>
          <p:nvPr>
            <p:ph type="dt" idx="10"/>
          </p:nvPr>
        </p:nvSpPr>
        <p:spPr/>
        <p:txBody>
          <a:bodyPr/>
          <a:lstStyle/>
          <a:p>
            <a:pPr>
              <a:defRPr lang="en-us"/>
            </a:pPr>
            <a:endParaRPr/>
          </a:p>
        </p:txBody>
      </p:sp>
    </p:spTree>
  </p:cSld>
  <p:clrMapOvr>
    <a:masterClrMapping/>
  </p:clrMapOvr>
  <p:hf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Default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8BAAA/RwAAuggAABAAAAAmAAAACAAAAD0QAAD/HwAA"/>
              </a:ext>
            </a:extLst>
          </p:cNvSpPr>
          <p:nvPr>
            <p:ph type="title"/>
          </p:nvPr>
        </p:nvSpPr>
        <p:spPr>
          <a:xfrm>
            <a:off x="609600" y="273685"/>
            <a:ext cx="10972165" cy="1144905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indent="0" algn="ctr">
              <a:buNone/>
            </a:pP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3" name="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8JAACwJAAAViIAABAAAAAmAAAACAAAAD0QAAD/HwAA"/>
              </a:ext>
            </a:extLst>
          </p:cNvSpPr>
          <p:nvPr>
            <p:ph idx="1"/>
          </p:nvPr>
        </p:nvSpPr>
        <p:spPr>
          <a:xfrm>
            <a:off x="609600" y="1604645"/>
            <a:ext cx="5354320" cy="397700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indent="0">
              <a:spcBef>
                <a:spcPts val="1415"/>
              </a:spcBef>
              <a:buNone/>
            </a:pP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4" name="PlaceHolder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iYAAN8JAABGRwAAihUAABAAAAAmAAAACAAAAD0QAAD/HwAA"/>
              </a:ext>
            </a:extLst>
          </p:cNvSpPr>
          <p:nvPr>
            <p:ph idx="1"/>
          </p:nvPr>
        </p:nvSpPr>
        <p:spPr>
          <a:xfrm>
            <a:off x="6231890" y="1604645"/>
            <a:ext cx="5354320" cy="189674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indent="0">
              <a:spcBef>
                <a:spcPts val="1415"/>
              </a:spcBef>
              <a:buNone/>
            </a:pP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5" name="PlaceHolder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iYAAKcWAABGRwAAUiIAABAAAAAmAAAACAAAAD0QAAD/HwAA"/>
              </a:ext>
            </a:extLst>
          </p:cNvSpPr>
          <p:nvPr>
            <p:ph idx="1"/>
          </p:nvPr>
        </p:nvSpPr>
        <p:spPr>
          <a:xfrm>
            <a:off x="6231890" y="3682365"/>
            <a:ext cx="5354320" cy="189674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indent="0">
              <a:spcBef>
                <a:spcPts val="1415"/>
              </a:spcBef>
              <a:buNone/>
            </a:pP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6" name="PlaceHolder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mMgAAVykAABAAAAAmAAAACAAAAAAAAAAAAAAA"/>
              </a:ext>
            </a:extLst>
          </p:cNvSpPr>
          <p:nvPr>
            <p:ph type="ftr" idx="11"/>
          </p:nvPr>
        </p:nvSpPr>
        <p:spPr/>
        <p:txBody>
          <a:bodyPr/>
          <a:lstStyle/>
          <a:p>
            <a:pPr>
              <a:defRPr lang="en-us"/>
            </a:pPr>
            <a:r>
              <a:t>Footer</a:t>
            </a:r>
          </a:p>
        </p:txBody>
      </p:sp>
      <p:sp>
        <p:nvSpPr>
          <p:cNvPr id="7" name="PlaceHolder 6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WRQAAVykAABAAAAAmAAAACAAAAAAAAAAAAAAA"/>
              </a:ext>
            </a:extLst>
          </p:cNvSpPr>
          <p:nvPr>
            <p:ph type="sldNum" idx="12"/>
          </p:nvPr>
        </p:nvSpPr>
        <p:spPr/>
        <p:txBody>
          <a:bodyPr/>
          <a:lstStyle/>
          <a:p>
            <a:pPr>
              <a:defRPr lang="en-us"/>
            </a:pPr>
            <a:fld id="{744B5F81-CF99-1EA9-D7F3-39FC11BD216C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GFgAAVykAABAAAAAmAAAACAAAAAAAAAAAAAAA"/>
              </a:ext>
            </a:extLst>
          </p:cNvSpPr>
          <p:nvPr>
            <p:ph type="dt" idx="10"/>
          </p:nvPr>
        </p:nvSpPr>
        <p:spPr/>
        <p:txBody>
          <a:bodyPr/>
          <a:lstStyle/>
          <a:p>
            <a:pPr>
              <a:defRPr lang="en-us"/>
            </a:pPr>
            <a:endParaRPr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2.xml"/></Relationships>
</file>

<file path=ppt/slideMasters/_rels/slideMaster13.xml.rels><?xml version="1.0" encoding="UTF-8" standalone="yes"?>
<Relationships xmlns="http://schemas.openxmlformats.org/package/2006/relationships"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13.xml"/></Relationships>
</file>

<file path=ppt/slideMasters/_rels/slideMaster14.xml.rels><?xml version="1.0" encoding="UTF-8" standalone="yes"?>
<Relationships xmlns="http://schemas.openxmlformats.org/package/2006/relationships"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14.xml"/></Relationships>
</file>

<file path=ppt/slideMasters/_rels/slideMaster15.xml.rels><?xml version="1.0" encoding="UTF-8" standalone="yes"?>
<Relationships xmlns="http://schemas.openxmlformats.org/package/2006/relationships"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15.xml"/></Relationships>
</file>

<file path=ppt/slideMasters/_rels/slideMaster16.xml.rels><?xml version="1.0" encoding="UTF-8" standalone="yes"?>
<Relationships xmlns="http://schemas.openxmlformats.org/package/2006/relationships"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16.xml"/></Relationships>
</file>

<file path=ppt/slideMasters/_rels/slideMaster17.xml.rels><?xml version="1.0" encoding="UTF-8" standalone="yes"?>
<Relationships xmlns="http://schemas.openxmlformats.org/package/2006/relationships"><Relationship Id="rId2" Type="http://schemas.openxmlformats.org/officeDocument/2006/relationships/theme" Target="../theme/theme17.xml"/><Relationship Id="rId1" Type="http://schemas.openxmlformats.org/officeDocument/2006/relationships/slideLayout" Target="../slideLayouts/slideLayout17.xml"/></Relationships>
</file>

<file path=ppt/slideMasters/_rels/slideMaster18.xml.rels><?xml version="1.0" encoding="UTF-8" standalone="yes"?>
<Relationships xmlns="http://schemas.openxmlformats.org/package/2006/relationships"><Relationship Id="rId2" Type="http://schemas.openxmlformats.org/officeDocument/2006/relationships/theme" Target="../theme/theme18.xml"/><Relationship Id="rId1" Type="http://schemas.openxmlformats.org/officeDocument/2006/relationships/slideLayout" Target="../slideLayouts/slideLayout18.xml"/></Relationships>
</file>

<file path=ppt/slideMasters/_rels/slideMaster19.xml.rels><?xml version="1.0" encoding="UTF-8" standalone="yes"?>
<Relationships xmlns="http://schemas.openxmlformats.org/package/2006/relationships"><Relationship Id="rId2" Type="http://schemas.openxmlformats.org/officeDocument/2006/relationships/theme" Target="../theme/theme19.xml"/><Relationship Id="rId1" Type="http://schemas.openxmlformats.org/officeDocument/2006/relationships/slideLayout" Target="../slideLayouts/slideLayout19.xml"/></Relationships>
</file>

<file path=ppt/slideMasters/_rels/slideMaster20.xml.rels><?xml version="1.0" encoding="UTF-8" standalone="yes"?>
<Relationships xmlns="http://schemas.openxmlformats.org/package/2006/relationships"><Relationship Id="rId2" Type="http://schemas.openxmlformats.org/officeDocument/2006/relationships/theme" Target="../theme/theme20.xml"/><Relationship Id="rId1" Type="http://schemas.openxmlformats.org/officeDocument/2006/relationships/slideLayout" Target="../slideLayouts/slideLayout20.xml"/></Relationships>
</file>

<file path=ppt/slideMasters/_rels/slideMaster21.xml.rels><?xml version="1.0" encoding="UTF-8" standalone="yes"?>
<Relationships xmlns="http://schemas.openxmlformats.org/package/2006/relationships"><Relationship Id="rId2" Type="http://schemas.openxmlformats.org/officeDocument/2006/relationships/theme" Target="../theme/theme21.xml"/><Relationship Id="rId1" Type="http://schemas.openxmlformats.org/officeDocument/2006/relationships/slideLayout" Target="../slideLayouts/slideLayout21.xml"/></Relationships>
</file>

<file path=ppt/slideMasters/_rels/slideMaster2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2.xml"/><Relationship Id="rId1" Type="http://schemas.openxmlformats.org/officeDocument/2006/relationships/slideLayout" Target="../slideLayouts/slideLayout22.xml"/></Relationships>
</file>

<file path=ppt/slideMasters/_rels/slideMaster23.xml.rels><?xml version="1.0" encoding="UTF-8" standalone="yes"?>
<Relationships xmlns="http://schemas.openxmlformats.org/package/2006/relationships"><Relationship Id="rId2" Type="http://schemas.openxmlformats.org/officeDocument/2006/relationships/theme" Target="../theme/theme23.xml"/><Relationship Id="rId1" Type="http://schemas.openxmlformats.org/officeDocument/2006/relationships/slideLayout" Target="../slideLayouts/slideLayout23.xml"/></Relationships>
</file>

<file path=ppt/slideMasters/_rels/slideMaster24.xml.rels><?xml version="1.0" encoding="UTF-8" standalone="yes"?>
<Relationships xmlns="http://schemas.openxmlformats.org/package/2006/relationships"><Relationship Id="rId2" Type="http://schemas.openxmlformats.org/officeDocument/2006/relationships/theme" Target="../theme/theme24.xml"/><Relationship Id="rId1" Type="http://schemas.openxmlformats.org/officeDocument/2006/relationships/slideLayout" Target="../slideLayouts/slideLayout24.xml"/></Relationships>
</file>

<file path=ppt/slideMasters/_rels/slideMaster25.xml.rels><?xml version="1.0" encoding="UTF-8" standalone="yes"?>
<Relationships xmlns="http://schemas.openxmlformats.org/package/2006/relationships"><Relationship Id="rId2" Type="http://schemas.openxmlformats.org/officeDocument/2006/relationships/theme" Target="../theme/theme25.xml"/><Relationship Id="rId1" Type="http://schemas.openxmlformats.org/officeDocument/2006/relationships/slideLayout" Target="../slideLayouts/slideLayout25.xml"/></Relationships>
</file>

<file path=ppt/slideMasters/_rels/slideMaster26.xml.rels><?xml version="1.0" encoding="UTF-8" standalone="yes"?>
<Relationships xmlns="http://schemas.openxmlformats.org/package/2006/relationships"><Relationship Id="rId2" Type="http://schemas.openxmlformats.org/officeDocument/2006/relationships/theme" Target="../theme/theme26.xml"/><Relationship Id="rId1" Type="http://schemas.openxmlformats.org/officeDocument/2006/relationships/slideLayout" Target="../slideLayouts/slideLayout26.xml"/></Relationships>
</file>

<file path=ppt/slideMasters/_rels/slideMaster27.xml.rels><?xml version="1.0" encoding="UTF-8" standalone="yes"?>
<Relationships xmlns="http://schemas.openxmlformats.org/package/2006/relationships"><Relationship Id="rId2" Type="http://schemas.openxmlformats.org/officeDocument/2006/relationships/theme" Target="../theme/theme27.xml"/><Relationship Id="rId1" Type="http://schemas.openxmlformats.org/officeDocument/2006/relationships/slideLayout" Target="../slideLayouts/slideLayout27.xml"/></Relationships>
</file>

<file path=ppt/slideMasters/_rels/slideMaster28.xml.rels><?xml version="1.0" encoding="UTF-8" standalone="yes"?>
<Relationships xmlns="http://schemas.openxmlformats.org/package/2006/relationships"><Relationship Id="rId2" Type="http://schemas.openxmlformats.org/officeDocument/2006/relationships/theme" Target="../theme/theme28.xml"/><Relationship Id="rId1" Type="http://schemas.openxmlformats.org/officeDocument/2006/relationships/slideLayout" Target="../slideLayouts/slideLayout28.xml"/></Relationships>
</file>

<file path=ppt/slideMasters/_rels/slideMaster29.xml.rels><?xml version="1.0" encoding="UTF-8" standalone="yes"?>
<Relationships xmlns="http://schemas.openxmlformats.org/package/2006/relationships"><Relationship Id="rId2" Type="http://schemas.openxmlformats.org/officeDocument/2006/relationships/theme" Target="../theme/theme29.xml"/><Relationship Id="rId1" Type="http://schemas.openxmlformats.org/officeDocument/2006/relationships/slideLayout" Target="../slideLayouts/slideLayout29.xml"/></Relationships>
</file>

<file path=ppt/slideMasters/_rels/slideMaster30.xml.rels><?xml version="1.0" encoding="UTF-8" standalone="yes"?>
<Relationships xmlns="http://schemas.openxmlformats.org/package/2006/relationships"><Relationship Id="rId2" Type="http://schemas.openxmlformats.org/officeDocument/2006/relationships/theme" Target="../theme/theme30.xml"/><Relationship Id="rId1" Type="http://schemas.openxmlformats.org/officeDocument/2006/relationships/slideLayout" Target="../slideLayouts/slideLayout30.xml"/></Relationships>
</file>

<file path=ppt/slideMasters/_rels/slideMaster31.xml.rels><?xml version="1.0" encoding="UTF-8" standalone="yes"?>
<Relationships xmlns="http://schemas.openxmlformats.org/package/2006/relationships"><Relationship Id="rId2" Type="http://schemas.openxmlformats.org/officeDocument/2006/relationships/theme" Target="../theme/theme31.xml"/><Relationship Id="rId1" Type="http://schemas.openxmlformats.org/officeDocument/2006/relationships/slideLayout" Target="../slideLayouts/slideLayout31.xml"/></Relationships>
</file>

<file path=ppt/slideMasters/_rels/slideMaster32.xml.rels><?xml version="1.0" encoding="UTF-8" standalone="yes"?>
<Relationships xmlns="http://schemas.openxmlformats.org/package/2006/relationships"><Relationship Id="rId2" Type="http://schemas.openxmlformats.org/officeDocument/2006/relationships/theme" Target="../theme/theme32.xml"/><Relationship Id="rId1" Type="http://schemas.openxmlformats.org/officeDocument/2006/relationships/slideLayout" Target="../slideLayouts/slideLayout32.xml"/></Relationships>
</file>

<file path=ppt/slideMasters/_rels/slideMaster3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3.xml"/><Relationship Id="rId1" Type="http://schemas.openxmlformats.org/officeDocument/2006/relationships/slideLayout" Target="../slideLayouts/slideLayout33.xml"/></Relationships>
</file>

<file path=ppt/slideMasters/_rels/slideMaster34.xml.rels><?xml version="1.0" encoding="UTF-8" standalone="yes"?>
<Relationships xmlns="http://schemas.openxmlformats.org/package/2006/relationships"><Relationship Id="rId2" Type="http://schemas.openxmlformats.org/officeDocument/2006/relationships/theme" Target="../theme/theme34.xml"/><Relationship Id="rId1" Type="http://schemas.openxmlformats.org/officeDocument/2006/relationships/slideLayout" Target="../slideLayouts/slideLayout34.xml"/></Relationships>
</file>

<file path=ppt/slideMasters/_rels/slideMaster35.xml.rels><?xml version="1.0" encoding="UTF-8" standalone="yes"?>
<Relationships xmlns="http://schemas.openxmlformats.org/package/2006/relationships"><Relationship Id="rId2" Type="http://schemas.openxmlformats.org/officeDocument/2006/relationships/theme" Target="../theme/theme35.xml"/><Relationship Id="rId1" Type="http://schemas.openxmlformats.org/officeDocument/2006/relationships/slideLayout" Target="../slideLayouts/slideLayout35.xml"/></Relationships>
</file>

<file path=ppt/slideMasters/_rels/slideMaster36.xml.rels><?xml version="1.0" encoding="UTF-8" standalone="yes"?>
<Relationships xmlns="http://schemas.openxmlformats.org/package/2006/relationships"><Relationship Id="rId2" Type="http://schemas.openxmlformats.org/officeDocument/2006/relationships/theme" Target="../theme/theme36.xml"/><Relationship Id="rId1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EAb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8BAAA/RwAAuQgAABAAAAAmAAAACAAAAL8fAAD/HwAA"/>
              </a:ext>
            </a:extLst>
          </p:cNvSpPr>
          <p:nvPr>
            <p:ph type="title"/>
          </p:nvPr>
        </p:nvSpPr>
        <p:spPr>
          <a:xfrm>
            <a:off x="609600" y="273685"/>
            <a:ext cx="10972165" cy="114427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indent="0">
              <a:buNone/>
            </a:pPr>
            <a:r>
              <a:rPr lang="en-us" cap="none">
                <a:solidFill>
                  <a:srgbClr val="000000"/>
                </a:solidFill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8JAACvJAAAiRUAABAAAAAmAAAACAAAAL8fAAD/HwAA"/>
              </a:ext>
            </a:extLst>
          </p:cNvSpPr>
          <p:nvPr>
            <p:ph type="body"/>
          </p:nvPr>
        </p:nvSpPr>
        <p:spPr>
          <a:xfrm>
            <a:off x="609600" y="1604645"/>
            <a:ext cx="5353685" cy="189611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431800" indent="-323850">
              <a:spcBef>
                <a:spcPts val="1005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Click to edit the outline text format</a:t>
            </a:r>
          </a:p>
          <a:p>
            <a:pPr marL="864235" lvl="1" indent="-323850">
              <a:spcBef>
                <a:spcPts val="800"/>
              </a:spcBef>
              <a:buClrTx/>
              <a:buSzPts val="960"/>
              <a:buFont typeface="Symbol" pitchFamily="1" charset="0"/>
              <a:buChar char="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Second Outline Level</a:t>
            </a:r>
          </a:p>
          <a:p>
            <a:pPr marL="1296035" lvl="2" indent="-288290">
              <a:spcBef>
                <a:spcPts val="605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Third Outline Level</a:t>
            </a:r>
          </a:p>
          <a:p>
            <a:pPr marL="1727835" lvl="3" indent="-215900">
              <a:spcBef>
                <a:spcPts val="400"/>
              </a:spcBef>
              <a:buClrTx/>
              <a:buSzPts val="960"/>
              <a:buFont typeface="Symbol" pitchFamily="1" charset="0"/>
              <a:buChar char="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Fourth Outline Level</a:t>
            </a:r>
          </a:p>
          <a:p>
            <a:pPr marL="2160270" lvl="4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Fifth Outline Level</a:t>
            </a:r>
          </a:p>
          <a:p>
            <a:pPr marL="2592070" lvl="5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Sixth Outline Level</a:t>
            </a:r>
          </a:p>
          <a:p>
            <a:pPr marL="3023870" lvl="6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Seventh Outline Level</a:t>
            </a:r>
          </a:p>
        </p:txBody>
      </p:sp>
      <p:sp>
        <p:nvSpPr>
          <p:cNvPr id="4" name="PlaceHolder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iYAAN8JAABFRwAAiRUAABAAAAAmAAAACAAAAL8fAAD/HwAA"/>
              </a:ext>
            </a:extLst>
          </p:cNvSpPr>
          <p:nvPr>
            <p:ph type="body"/>
          </p:nvPr>
        </p:nvSpPr>
        <p:spPr>
          <a:xfrm>
            <a:off x="6231890" y="1604645"/>
            <a:ext cx="5353685" cy="189611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431800" indent="-323850">
              <a:spcBef>
                <a:spcPts val="1005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Click to edit the outline text format</a:t>
            </a:r>
          </a:p>
          <a:p>
            <a:pPr marL="864235" lvl="1" indent="-323850">
              <a:spcBef>
                <a:spcPts val="800"/>
              </a:spcBef>
              <a:buClrTx/>
              <a:buSzPts val="960"/>
              <a:buFont typeface="Symbol" pitchFamily="1" charset="0"/>
              <a:buChar char="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Second Outline Level</a:t>
            </a:r>
          </a:p>
          <a:p>
            <a:pPr marL="1296035" lvl="2" indent="-288290">
              <a:spcBef>
                <a:spcPts val="605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Third Outline Level</a:t>
            </a:r>
          </a:p>
          <a:p>
            <a:pPr marL="1727835" lvl="3" indent="-215900">
              <a:spcBef>
                <a:spcPts val="400"/>
              </a:spcBef>
              <a:buClrTx/>
              <a:buSzPts val="960"/>
              <a:buFont typeface="Symbol" pitchFamily="1" charset="0"/>
              <a:buChar char="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Fourth Outline Level</a:t>
            </a:r>
          </a:p>
          <a:p>
            <a:pPr marL="2160270" lvl="4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Fifth Outline Level</a:t>
            </a:r>
          </a:p>
          <a:p>
            <a:pPr marL="2592070" lvl="5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Sixth Outline Level</a:t>
            </a:r>
          </a:p>
          <a:p>
            <a:pPr marL="3023870" lvl="6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Seventh Outline Level</a:t>
            </a:r>
          </a:p>
        </p:txBody>
      </p:sp>
      <p:sp>
        <p:nvSpPr>
          <p:cNvPr id="5" name="PlaceHolder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cWAAA/RwAAUSIAABAAAAAmAAAACAAAAL8fAAD/HwAA"/>
              </a:ext>
            </a:extLst>
          </p:cNvSpPr>
          <p:nvPr>
            <p:ph type="body"/>
          </p:nvPr>
        </p:nvSpPr>
        <p:spPr>
          <a:xfrm>
            <a:off x="609600" y="3682365"/>
            <a:ext cx="10972165" cy="189611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431800" indent="-323850">
              <a:spcBef>
                <a:spcPts val="1005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Click to edit the outline text format</a:t>
            </a:r>
          </a:p>
          <a:p>
            <a:pPr marL="864235" lvl="1" indent="-323850">
              <a:spcBef>
                <a:spcPts val="800"/>
              </a:spcBef>
              <a:buClrTx/>
              <a:buSzPts val="960"/>
              <a:buFont typeface="Symbol" pitchFamily="1" charset="0"/>
              <a:buChar char="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Second Outline Level</a:t>
            </a:r>
          </a:p>
          <a:p>
            <a:pPr marL="1296035" lvl="2" indent="-288290">
              <a:spcBef>
                <a:spcPts val="605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Third Outline Level</a:t>
            </a:r>
          </a:p>
          <a:p>
            <a:pPr marL="1727835" lvl="3" indent="-215900">
              <a:spcBef>
                <a:spcPts val="400"/>
              </a:spcBef>
              <a:buClrTx/>
              <a:buSzPts val="960"/>
              <a:buFont typeface="Symbol" pitchFamily="1" charset="0"/>
              <a:buChar char="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Fourth Outline Level</a:t>
            </a:r>
          </a:p>
          <a:p>
            <a:pPr marL="2160270" lvl="4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Fifth Outline Level</a:t>
            </a:r>
          </a:p>
          <a:p>
            <a:pPr marL="2592070" lvl="5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Sixth Outline Level</a:t>
            </a:r>
          </a:p>
          <a:p>
            <a:pPr marL="3023870" lvl="6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Seventh Outline Level</a:t>
            </a:r>
          </a:p>
        </p:txBody>
      </p:sp>
      <p:sp>
        <p:nvSpPr>
          <p:cNvPr id="6" name="PlaceHolder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mMgAAVykAABAAAAAmAAAACAAAAL+fAAD/HwAA"/>
              </a:ext>
            </a:extLst>
          </p:cNvSpPr>
          <p:nvPr>
            <p:ph type="ftr" idx="3"/>
          </p:nvPr>
        </p:nvSpPr>
        <p:spPr>
          <a:xfrm>
            <a:off x="4038600" y="6356350"/>
            <a:ext cx="41135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cap="none" spc="0">
                <a:solidFill>
                  <a:srgbClr val="000000"/>
                </a:solidFill>
                <a:latin typeface="Times New Roman" pitchFamily="1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/>
            </a:pPr>
            <a:r>
              <a:t>&lt;footer&gt;</a:t>
            </a:r>
          </a:p>
        </p:txBody>
      </p:sp>
      <p:sp>
        <p:nvSpPr>
          <p:cNvPr id="7" name="PlaceHolder 6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EAQ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WRQAAVykAABAAAAAmAAAACAAAAL+fAAD/HwAA"/>
              </a:ext>
            </a:extLst>
          </p:cNvSpPr>
          <p:nvPr>
            <p:ph type="sldNum" idx="4"/>
          </p:nvPr>
        </p:nvSpPr>
        <p:spPr>
          <a:xfrm>
            <a:off x="8610600" y="6356350"/>
            <a:ext cx="27419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cap="none" spc="0">
                <a:solidFill>
                  <a:srgbClr val="8B8B8B"/>
                </a:solidFill>
                <a:latin typeface="Calibri" pitchFamily="2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/>
            </a:pPr>
            <a:fld id="{38A500FE-B0D5-F0F6-9B1D-46A34E536D13}" type="slidenum">
              <a:t>‹#›</a:t>
            </a:fld>
            <a:endParaRPr lang="en-us" cap="none">
              <a:solidFill>
                <a:srgbClr val="000000"/>
              </a:solidFill>
              <a:latin typeface="Times New Roman" pitchFamily="1" charset="0"/>
              <a:ea typeface="Basic Roman" pitchFamily="1" charset="0"/>
              <a:cs typeface="Basic Roman" pitchFamily="1" charset="0"/>
            </a:endParaRPr>
          </a:p>
        </p:txBody>
      </p:sp>
      <p:sp>
        <p:nvSpPr>
          <p:cNvPr id="8" name="PlaceHolder 7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GFgAAVykAABAAAAAmAAAACAAAAL+fAAD/HwAA"/>
              </a:ext>
            </a:extLst>
          </p:cNvSpPr>
          <p:nvPr>
            <p:ph type="dt" idx="2"/>
          </p:nvPr>
        </p:nvSpPr>
        <p:spPr>
          <a:xfrm>
            <a:off x="838200" y="6356350"/>
            <a:ext cx="27419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>
              <a:buNone/>
              <a:defRPr lang="en-us" sz="1400" b="0" strike="noStrike" cap="none" spc="0">
                <a:solidFill>
                  <a:srgbClr val="000000"/>
                </a:solidFill>
                <a:latin typeface="Times New Roman" pitchFamily="1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>
              <a:buNone/>
              <a:defRPr lang="en-us"/>
            </a:pPr>
            <a: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4400" b="0" i="0" u="none" strike="noStrike" kern="1" cap="none" spc="0" baseline="0">
          <a:solidFill>
            <a:schemeClr val="tx2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2pPr>
      <a:lvl3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3pPr>
      <a:lvl4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4pPr>
      <a:lvl5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5pPr>
      <a:lvl6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6pPr>
      <a:lvl7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7pPr>
      <a:lvl8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8pPr>
      <a:lvl9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9pPr>
    </p:titleStyle>
    <p:bodyStyle>
      <a:lvl1pPr marL="342900" marR="0" indent="-3429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32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742950" marR="0" indent="-28575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2pPr>
      <a:lvl3pPr marL="1143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4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3pPr>
      <a:lvl4pPr marL="1600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4pPr>
      <a:lvl5pPr marL="20574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»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5pPr>
      <a:lvl6pPr marL="25146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6pPr>
      <a:lvl7pPr marL="29718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7pPr>
      <a:lvl8pPr marL="3429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8pPr>
      <a:lvl9pPr marL="3886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9pPr>
    </p:bodyStyle>
    <p:other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8BAAA/RwAAuQgAABAAAAAmAAAACAAAAL8fAAD/HwAA"/>
              </a:ext>
            </a:extLst>
          </p:cNvSpPr>
          <p:nvPr>
            <p:ph type="title"/>
          </p:nvPr>
        </p:nvSpPr>
        <p:spPr>
          <a:xfrm>
            <a:off x="609600" y="273685"/>
            <a:ext cx="10972165" cy="114427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indent="0">
              <a:buNone/>
            </a:pPr>
            <a:r>
              <a:rPr lang="en-us" cap="none">
                <a:solidFill>
                  <a:srgbClr val="000000"/>
                </a:solidFill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8JAAA/RwAAiRUAABAAAAAmAAAACAAAAL8fAAD/HwAA"/>
              </a:ext>
            </a:extLst>
          </p:cNvSpPr>
          <p:nvPr>
            <p:ph type="body"/>
          </p:nvPr>
        </p:nvSpPr>
        <p:spPr>
          <a:xfrm>
            <a:off x="609600" y="1604645"/>
            <a:ext cx="10972165" cy="189611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431800" indent="-323850">
              <a:spcBef>
                <a:spcPts val="1005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Click to edit the outline text format</a:t>
            </a:r>
          </a:p>
          <a:p>
            <a:pPr marL="864235" lvl="1" indent="-323850">
              <a:spcBef>
                <a:spcPts val="800"/>
              </a:spcBef>
              <a:buClrTx/>
              <a:buSzPts val="960"/>
              <a:buFont typeface="Symbol" pitchFamily="1" charset="0"/>
              <a:buChar char="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Second Outline Level</a:t>
            </a:r>
          </a:p>
          <a:p>
            <a:pPr marL="1296035" lvl="2" indent="-288290">
              <a:spcBef>
                <a:spcPts val="605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Third Outline Level</a:t>
            </a:r>
          </a:p>
          <a:p>
            <a:pPr marL="1727835" lvl="3" indent="-215900">
              <a:spcBef>
                <a:spcPts val="400"/>
              </a:spcBef>
              <a:buClrTx/>
              <a:buSzPts val="960"/>
              <a:buFont typeface="Symbol" pitchFamily="1" charset="0"/>
              <a:buChar char="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Fourth Outline Level</a:t>
            </a:r>
          </a:p>
          <a:p>
            <a:pPr marL="2160270" lvl="4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Fifth Outline Level</a:t>
            </a:r>
          </a:p>
          <a:p>
            <a:pPr marL="2592070" lvl="5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Sixth Outline Level</a:t>
            </a:r>
          </a:p>
          <a:p>
            <a:pPr marL="3023870" lvl="6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Seventh Outline Level</a:t>
            </a:r>
          </a:p>
        </p:txBody>
      </p:sp>
      <p:sp>
        <p:nvSpPr>
          <p:cNvPr id="4" name="PlaceHolder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cWAAA/RwAAUSIAABAAAAAmAAAACAAAAL8fAAD/HwAA"/>
              </a:ext>
            </a:extLst>
          </p:cNvSpPr>
          <p:nvPr>
            <p:ph type="body"/>
          </p:nvPr>
        </p:nvSpPr>
        <p:spPr>
          <a:xfrm>
            <a:off x="609600" y="3682365"/>
            <a:ext cx="10972165" cy="189611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431800" indent="-323850">
              <a:spcBef>
                <a:spcPts val="1005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Click to edit the outline text format</a:t>
            </a:r>
          </a:p>
          <a:p>
            <a:pPr marL="864235" lvl="1" indent="-323850">
              <a:spcBef>
                <a:spcPts val="800"/>
              </a:spcBef>
              <a:buClrTx/>
              <a:buSzPts val="960"/>
              <a:buFont typeface="Symbol" pitchFamily="1" charset="0"/>
              <a:buChar char="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Second Outline Level</a:t>
            </a:r>
          </a:p>
          <a:p>
            <a:pPr marL="1296035" lvl="2" indent="-288290">
              <a:spcBef>
                <a:spcPts val="605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Third Outline Level</a:t>
            </a:r>
          </a:p>
          <a:p>
            <a:pPr marL="1727835" lvl="3" indent="-215900">
              <a:spcBef>
                <a:spcPts val="400"/>
              </a:spcBef>
              <a:buClrTx/>
              <a:buSzPts val="960"/>
              <a:buFont typeface="Symbol" pitchFamily="1" charset="0"/>
              <a:buChar char="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Fourth Outline Level</a:t>
            </a:r>
          </a:p>
          <a:p>
            <a:pPr marL="2160270" lvl="4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Fifth Outline Level</a:t>
            </a:r>
          </a:p>
          <a:p>
            <a:pPr marL="2592070" lvl="5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Sixth Outline Level</a:t>
            </a:r>
          </a:p>
          <a:p>
            <a:pPr marL="3023870" lvl="6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Seventh Outline Level</a:t>
            </a:r>
          </a:p>
        </p:txBody>
      </p:sp>
      <p:sp>
        <p:nvSpPr>
          <p:cNvPr id="5" name="PlaceHolder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mMgAAVykAABAAAAAmAAAACAAAAL+fAAD/HwAA"/>
              </a:ext>
            </a:extLst>
          </p:cNvSpPr>
          <p:nvPr>
            <p:ph type="ftr" idx="3"/>
          </p:nvPr>
        </p:nvSpPr>
        <p:spPr>
          <a:xfrm>
            <a:off x="4038600" y="6356350"/>
            <a:ext cx="41135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cap="none" spc="0">
                <a:solidFill>
                  <a:srgbClr val="000000"/>
                </a:solidFill>
                <a:latin typeface="Times New Roman" pitchFamily="1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/>
            </a:pPr>
            <a:r>
              <a:t>&lt;footer&gt;</a:t>
            </a:r>
          </a:p>
        </p:txBody>
      </p:sp>
      <p:sp>
        <p:nvSpPr>
          <p:cNvPr id="6" name="PlaceHolder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WRQAAVykAABAAAAAmAAAACAAAAL+fAAD/HwAA"/>
              </a:ext>
            </a:extLst>
          </p:cNvSpPr>
          <p:nvPr>
            <p:ph type="sldNum" idx="4"/>
          </p:nvPr>
        </p:nvSpPr>
        <p:spPr>
          <a:xfrm>
            <a:off x="8610600" y="6356350"/>
            <a:ext cx="27419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cap="none" spc="0">
                <a:solidFill>
                  <a:srgbClr val="8B8B8B"/>
                </a:solidFill>
                <a:latin typeface="Calibri" pitchFamily="2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/>
            </a:pPr>
            <a:fld id="{746C94B2-FC99-3962-D7D4-0A37DA9A215F}" type="slidenum">
              <a:t>‹#›</a:t>
            </a:fld>
            <a:endParaRPr lang="en-us" cap="none">
              <a:solidFill>
                <a:srgbClr val="000000"/>
              </a:solidFill>
              <a:latin typeface="Times New Roman" pitchFamily="1" charset="0"/>
              <a:ea typeface="Basic Roman" pitchFamily="1" charset="0"/>
              <a:cs typeface="Basic Roman" pitchFamily="1" charset="0"/>
            </a:endParaRPr>
          </a:p>
        </p:txBody>
      </p:sp>
      <p:sp>
        <p:nvSpPr>
          <p:cNvPr id="7" name="PlaceHolder 6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GFgAAVykAABAAAAAmAAAACAAAAL+fAAD/HwAA"/>
              </a:ext>
            </a:extLst>
          </p:cNvSpPr>
          <p:nvPr>
            <p:ph type="dt" idx="2"/>
          </p:nvPr>
        </p:nvSpPr>
        <p:spPr>
          <a:xfrm>
            <a:off x="838200" y="6356350"/>
            <a:ext cx="27419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>
              <a:buNone/>
              <a:defRPr lang="en-us" sz="1400" b="0" strike="noStrike" cap="none" spc="0">
                <a:solidFill>
                  <a:srgbClr val="000000"/>
                </a:solidFill>
                <a:latin typeface="Times New Roman" pitchFamily="1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>
              <a:buNone/>
              <a:defRPr lang="en-us"/>
            </a:pPr>
            <a: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hdr="0" ftr="0" dt="0"/>
  <p:txStyles>
    <p:titleStyle>
      <a:lvl1pPr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4400" b="0" i="0" u="none" strike="noStrike" kern="1" cap="none" spc="0" baseline="0">
          <a:solidFill>
            <a:schemeClr val="tx2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2pPr>
      <a:lvl3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3pPr>
      <a:lvl4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4pPr>
      <a:lvl5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5pPr>
      <a:lvl6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6pPr>
      <a:lvl7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7pPr>
      <a:lvl8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8pPr>
      <a:lvl9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9pPr>
    </p:titleStyle>
    <p:bodyStyle>
      <a:lvl1pPr marL="342900" marR="0" indent="-3429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32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742950" marR="0" indent="-28575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2pPr>
      <a:lvl3pPr marL="1143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4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3pPr>
      <a:lvl4pPr marL="1600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4pPr>
      <a:lvl5pPr marL="20574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»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5pPr>
      <a:lvl6pPr marL="25146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6pPr>
      <a:lvl7pPr marL="29718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7pPr>
      <a:lvl8pPr marL="3429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8pPr>
      <a:lvl9pPr marL="3886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9pPr>
    </p:bodyStyle>
    <p:other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EAQ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8BAAA/RwAAuQgAABAAAAAmAAAACAAAAL8fAAD/HwAA"/>
              </a:ext>
            </a:extLst>
          </p:cNvSpPr>
          <p:nvPr>
            <p:ph type="title"/>
          </p:nvPr>
        </p:nvSpPr>
        <p:spPr>
          <a:xfrm>
            <a:off x="609600" y="273685"/>
            <a:ext cx="10972165" cy="114427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indent="0">
              <a:buNone/>
            </a:pPr>
            <a:r>
              <a:rPr lang="en-us" cap="none">
                <a:solidFill>
                  <a:srgbClr val="000000"/>
                </a:solidFill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8JAACvJAAAiRUAABAAAAAmAAAACAAAAL8fAAD/HwAA"/>
              </a:ext>
            </a:extLst>
          </p:cNvSpPr>
          <p:nvPr>
            <p:ph type="body"/>
          </p:nvPr>
        </p:nvSpPr>
        <p:spPr>
          <a:xfrm>
            <a:off x="609600" y="1604645"/>
            <a:ext cx="5353685" cy="189611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431800" indent="-323850">
              <a:spcBef>
                <a:spcPts val="1005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Click to edit the outline text format</a:t>
            </a:r>
          </a:p>
          <a:p>
            <a:pPr marL="864235" lvl="1" indent="-323850">
              <a:spcBef>
                <a:spcPts val="800"/>
              </a:spcBef>
              <a:buClrTx/>
              <a:buSzPts val="960"/>
              <a:buFont typeface="Symbol" pitchFamily="1" charset="0"/>
              <a:buChar char="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Second Outline Level</a:t>
            </a:r>
          </a:p>
          <a:p>
            <a:pPr marL="1296035" lvl="2" indent="-288290">
              <a:spcBef>
                <a:spcPts val="605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Third Outline Level</a:t>
            </a:r>
          </a:p>
          <a:p>
            <a:pPr marL="1727835" lvl="3" indent="-215900">
              <a:spcBef>
                <a:spcPts val="400"/>
              </a:spcBef>
              <a:buClrTx/>
              <a:buSzPts val="960"/>
              <a:buFont typeface="Symbol" pitchFamily="1" charset="0"/>
              <a:buChar char="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Fourth Outline Level</a:t>
            </a:r>
          </a:p>
          <a:p>
            <a:pPr marL="2160270" lvl="4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Fifth Outline Level</a:t>
            </a:r>
          </a:p>
          <a:p>
            <a:pPr marL="2592070" lvl="5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Sixth Outline Level</a:t>
            </a:r>
          </a:p>
          <a:p>
            <a:pPr marL="3023870" lvl="6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Seventh Outline Level</a:t>
            </a:r>
          </a:p>
        </p:txBody>
      </p:sp>
      <p:sp>
        <p:nvSpPr>
          <p:cNvPr id="4" name="PlaceHolder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iYAAN8JAABFRwAAiRUAABAAAAAmAAAACAAAAL8fAAD/HwAA"/>
              </a:ext>
            </a:extLst>
          </p:cNvSpPr>
          <p:nvPr>
            <p:ph type="body"/>
          </p:nvPr>
        </p:nvSpPr>
        <p:spPr>
          <a:xfrm>
            <a:off x="6231890" y="1604645"/>
            <a:ext cx="5353685" cy="189611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431800" indent="-323850">
              <a:spcBef>
                <a:spcPts val="1005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Click to edit the outline text format</a:t>
            </a:r>
          </a:p>
          <a:p>
            <a:pPr marL="864235" lvl="1" indent="-323850">
              <a:spcBef>
                <a:spcPts val="800"/>
              </a:spcBef>
              <a:buClrTx/>
              <a:buSzPts val="960"/>
              <a:buFont typeface="Symbol" pitchFamily="1" charset="0"/>
              <a:buChar char="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Second Outline Level</a:t>
            </a:r>
          </a:p>
          <a:p>
            <a:pPr marL="1296035" lvl="2" indent="-288290">
              <a:spcBef>
                <a:spcPts val="605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Third Outline Level</a:t>
            </a:r>
          </a:p>
          <a:p>
            <a:pPr marL="1727835" lvl="3" indent="-215900">
              <a:spcBef>
                <a:spcPts val="400"/>
              </a:spcBef>
              <a:buClrTx/>
              <a:buSzPts val="960"/>
              <a:buFont typeface="Symbol" pitchFamily="1" charset="0"/>
              <a:buChar char="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Fourth Outline Level</a:t>
            </a:r>
          </a:p>
          <a:p>
            <a:pPr marL="2160270" lvl="4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Fifth Outline Level</a:t>
            </a:r>
          </a:p>
          <a:p>
            <a:pPr marL="2592070" lvl="5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Sixth Outline Level</a:t>
            </a:r>
          </a:p>
          <a:p>
            <a:pPr marL="3023870" lvl="6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Seventh Outline Level</a:t>
            </a:r>
          </a:p>
        </p:txBody>
      </p:sp>
      <p:sp>
        <p:nvSpPr>
          <p:cNvPr id="5" name="PlaceHolder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cWAACvJAAAUSIAABAAAAAmAAAACAAAAL8fAAD/HwAA"/>
              </a:ext>
            </a:extLst>
          </p:cNvSpPr>
          <p:nvPr>
            <p:ph type="body"/>
          </p:nvPr>
        </p:nvSpPr>
        <p:spPr>
          <a:xfrm>
            <a:off x="609600" y="3682365"/>
            <a:ext cx="5353685" cy="189611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431800" indent="-323850">
              <a:spcBef>
                <a:spcPts val="1005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Click to edit the outline text format</a:t>
            </a:r>
          </a:p>
          <a:p>
            <a:pPr marL="864235" lvl="1" indent="-323850">
              <a:spcBef>
                <a:spcPts val="800"/>
              </a:spcBef>
              <a:buClrTx/>
              <a:buSzPts val="960"/>
              <a:buFont typeface="Symbol" pitchFamily="1" charset="0"/>
              <a:buChar char="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Second Outline Level</a:t>
            </a:r>
          </a:p>
          <a:p>
            <a:pPr marL="1296035" lvl="2" indent="-288290">
              <a:spcBef>
                <a:spcPts val="605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Third Outline Level</a:t>
            </a:r>
          </a:p>
          <a:p>
            <a:pPr marL="1727835" lvl="3" indent="-215900">
              <a:spcBef>
                <a:spcPts val="400"/>
              </a:spcBef>
              <a:buClrTx/>
              <a:buSzPts val="960"/>
              <a:buFont typeface="Symbol" pitchFamily="1" charset="0"/>
              <a:buChar char="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Fourth Outline Level</a:t>
            </a:r>
          </a:p>
          <a:p>
            <a:pPr marL="2160270" lvl="4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Fifth Outline Level</a:t>
            </a:r>
          </a:p>
          <a:p>
            <a:pPr marL="2592070" lvl="5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Sixth Outline Level</a:t>
            </a:r>
          </a:p>
          <a:p>
            <a:pPr marL="3023870" lvl="6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Seventh Outline Level</a:t>
            </a:r>
          </a:p>
        </p:txBody>
      </p:sp>
      <p:sp>
        <p:nvSpPr>
          <p:cNvPr id="6" name="PlaceHolder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iYAAKcWAABFRwAAUSIAABAAAAAmAAAACAAAAL8fAAD/HwAA"/>
              </a:ext>
            </a:extLst>
          </p:cNvSpPr>
          <p:nvPr>
            <p:ph type="body"/>
          </p:nvPr>
        </p:nvSpPr>
        <p:spPr>
          <a:xfrm>
            <a:off x="6231890" y="3682365"/>
            <a:ext cx="5353685" cy="189611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431800" indent="-323850">
              <a:spcBef>
                <a:spcPts val="1005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Click to edit the outline text format</a:t>
            </a:r>
          </a:p>
          <a:p>
            <a:pPr marL="864235" lvl="1" indent="-323850">
              <a:spcBef>
                <a:spcPts val="800"/>
              </a:spcBef>
              <a:buClrTx/>
              <a:buSzPts val="960"/>
              <a:buFont typeface="Symbol" pitchFamily="1" charset="0"/>
              <a:buChar char="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Second Outline Level</a:t>
            </a:r>
          </a:p>
          <a:p>
            <a:pPr marL="1296035" lvl="2" indent="-288290">
              <a:spcBef>
                <a:spcPts val="605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Third Outline Level</a:t>
            </a:r>
          </a:p>
          <a:p>
            <a:pPr marL="1727835" lvl="3" indent="-215900">
              <a:spcBef>
                <a:spcPts val="400"/>
              </a:spcBef>
              <a:buClrTx/>
              <a:buSzPts val="960"/>
              <a:buFont typeface="Symbol" pitchFamily="1" charset="0"/>
              <a:buChar char="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Fourth Outline Level</a:t>
            </a:r>
          </a:p>
          <a:p>
            <a:pPr marL="2160270" lvl="4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Fifth Outline Level</a:t>
            </a:r>
          </a:p>
          <a:p>
            <a:pPr marL="2592070" lvl="5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Sixth Outline Level</a:t>
            </a:r>
          </a:p>
          <a:p>
            <a:pPr marL="3023870" lvl="6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Seventh Outline Level</a:t>
            </a:r>
          </a:p>
        </p:txBody>
      </p:sp>
      <p:sp>
        <p:nvSpPr>
          <p:cNvPr id="7" name="PlaceHolder 6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mMgAAVykAABAAAAAmAAAACAAAAL+fAAD/HwAA"/>
              </a:ext>
            </a:extLst>
          </p:cNvSpPr>
          <p:nvPr>
            <p:ph type="ftr" idx="3"/>
          </p:nvPr>
        </p:nvSpPr>
        <p:spPr>
          <a:xfrm>
            <a:off x="4038600" y="6356350"/>
            <a:ext cx="41135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cap="none" spc="0">
                <a:solidFill>
                  <a:srgbClr val="000000"/>
                </a:solidFill>
                <a:latin typeface="Times New Roman" pitchFamily="1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/>
            </a:pPr>
            <a:r>
              <a:t>&lt;footer&gt;</a:t>
            </a:r>
          </a:p>
        </p:txBody>
      </p:sp>
      <p:sp>
        <p:nvSpPr>
          <p:cNvPr id="8" name="PlaceHolder 7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WRQAAVykAABAAAAAmAAAACAAAAL+fAAD/HwAA"/>
              </a:ext>
            </a:extLst>
          </p:cNvSpPr>
          <p:nvPr>
            <p:ph type="sldNum" idx="4"/>
          </p:nvPr>
        </p:nvSpPr>
        <p:spPr>
          <a:xfrm>
            <a:off x="8610600" y="6356350"/>
            <a:ext cx="27419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cap="none" spc="0">
                <a:solidFill>
                  <a:srgbClr val="8B8B8B"/>
                </a:solidFill>
                <a:latin typeface="Calibri" pitchFamily="2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/>
            </a:pPr>
            <a:fld id="{150C6DBC-F2F8-599B-B6B4-04CE23FA4051}" type="slidenum">
              <a:t>‹#›</a:t>
            </a:fld>
            <a:endParaRPr lang="en-us" cap="none">
              <a:solidFill>
                <a:srgbClr val="000000"/>
              </a:solidFill>
              <a:latin typeface="Times New Roman" pitchFamily="1" charset="0"/>
              <a:ea typeface="Basic Roman" pitchFamily="1" charset="0"/>
              <a:cs typeface="Basic Roman" pitchFamily="1" charset="0"/>
            </a:endParaRPr>
          </a:p>
        </p:txBody>
      </p:sp>
      <p:sp>
        <p:nvSpPr>
          <p:cNvPr id="9" name="PlaceHolder 8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GFgAAVykAABAAAAAmAAAACAAAAL+fAAD/HwAA"/>
              </a:ext>
            </a:extLst>
          </p:cNvSpPr>
          <p:nvPr>
            <p:ph type="dt" idx="2"/>
          </p:nvPr>
        </p:nvSpPr>
        <p:spPr>
          <a:xfrm>
            <a:off x="838200" y="6356350"/>
            <a:ext cx="27419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>
              <a:buNone/>
              <a:defRPr lang="en-us" sz="1400" b="0" strike="noStrike" cap="none" spc="0">
                <a:solidFill>
                  <a:srgbClr val="000000"/>
                </a:solidFill>
                <a:latin typeface="Times New Roman" pitchFamily="1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>
              <a:buNone/>
              <a:defRPr lang="en-us"/>
            </a:pPr>
            <a: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hf hdr="0" ftr="0" dt="0"/>
  <p:txStyles>
    <p:titleStyle>
      <a:lvl1pPr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4400" b="0" i="0" u="none" strike="noStrike" kern="1" cap="none" spc="0" baseline="0">
          <a:solidFill>
            <a:schemeClr val="tx2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2pPr>
      <a:lvl3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3pPr>
      <a:lvl4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4pPr>
      <a:lvl5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5pPr>
      <a:lvl6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6pPr>
      <a:lvl7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7pPr>
      <a:lvl8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8pPr>
      <a:lvl9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9pPr>
    </p:titleStyle>
    <p:bodyStyle>
      <a:lvl1pPr marL="342900" marR="0" indent="-3429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32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742950" marR="0" indent="-28575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2pPr>
      <a:lvl3pPr marL="1143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4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3pPr>
      <a:lvl4pPr marL="1600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4pPr>
      <a:lvl5pPr marL="20574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»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5pPr>
      <a:lvl6pPr marL="25146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6pPr>
      <a:lvl7pPr marL="29718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7pPr>
      <a:lvl8pPr marL="3429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8pPr>
      <a:lvl9pPr marL="3886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9pPr>
    </p:bodyStyle>
    <p:other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EAQ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8BAAA/RwAAuQgAABAAAAAmAAAACAAAAL8fAAD/HwAA"/>
              </a:ext>
            </a:extLst>
          </p:cNvSpPr>
          <p:nvPr>
            <p:ph type="title"/>
          </p:nvPr>
        </p:nvSpPr>
        <p:spPr>
          <a:xfrm>
            <a:off x="609600" y="273685"/>
            <a:ext cx="10972165" cy="114427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indent="0">
              <a:buNone/>
            </a:pPr>
            <a:r>
              <a:rPr lang="en-us" cap="none">
                <a:solidFill>
                  <a:srgbClr val="000000"/>
                </a:solidFill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8JAAB7GQAAiRUAABAAAAAmAAAACAAAAL8fAAD/HwAA"/>
              </a:ext>
            </a:extLst>
          </p:cNvSpPr>
          <p:nvPr>
            <p:ph type="body"/>
          </p:nvPr>
        </p:nvSpPr>
        <p:spPr>
          <a:xfrm>
            <a:off x="609600" y="1604645"/>
            <a:ext cx="3532505" cy="189611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431800" indent="-323850">
              <a:lnSpc>
                <a:spcPct val="80000"/>
              </a:lnSpc>
              <a:spcBef>
                <a:spcPts val="87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Click to edit the outline text format</a:t>
            </a:r>
          </a:p>
          <a:p>
            <a:pPr marL="864235" lvl="1" indent="-323850">
              <a:lnSpc>
                <a:spcPct val="80000"/>
              </a:lnSpc>
              <a:spcBef>
                <a:spcPts val="700"/>
              </a:spcBef>
              <a:buClrTx/>
              <a:buSzPts val="835"/>
              <a:buFont typeface="Symbol" pitchFamily="1" charset="0"/>
              <a:buChar char="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Second Outline Level</a:t>
            </a:r>
          </a:p>
          <a:p>
            <a:pPr marL="1296035" lvl="2" indent="-288290">
              <a:lnSpc>
                <a:spcPct val="80000"/>
              </a:lnSpc>
              <a:spcBef>
                <a:spcPts val="52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Third Outline Level</a:t>
            </a:r>
          </a:p>
          <a:p>
            <a:pPr marL="1727835" lvl="3" indent="-215900">
              <a:lnSpc>
                <a:spcPct val="80000"/>
              </a:lnSpc>
              <a:spcBef>
                <a:spcPts val="350"/>
              </a:spcBef>
              <a:buClrTx/>
              <a:buSzPts val="835"/>
              <a:buFont typeface="Symbol" pitchFamily="1" charset="0"/>
              <a:buChar char="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Fourth Outline Level</a:t>
            </a:r>
          </a:p>
          <a:p>
            <a:pPr marL="2160270" lvl="4" indent="-215900">
              <a:lnSpc>
                <a:spcPct val="80000"/>
              </a:lnSpc>
              <a:spcBef>
                <a:spcPts val="17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Fifth Outline Level</a:t>
            </a:r>
          </a:p>
          <a:p>
            <a:pPr marL="2592070" lvl="5" indent="-215900">
              <a:lnSpc>
                <a:spcPct val="80000"/>
              </a:lnSpc>
              <a:spcBef>
                <a:spcPts val="17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Sixth Outline Level</a:t>
            </a:r>
          </a:p>
          <a:p>
            <a:pPr marL="3023870" lvl="6" indent="-215900">
              <a:lnSpc>
                <a:spcPct val="80000"/>
              </a:lnSpc>
              <a:spcBef>
                <a:spcPts val="17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Seventh Outline Level</a:t>
            </a:r>
          </a:p>
        </p:txBody>
      </p:sp>
      <p:sp>
        <p:nvSpPr>
          <p:cNvPr id="4" name="PlaceHolder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xoAAN8JAABOMAAAiRUAABAAAAAmAAAACAAAAL8fAAD/HwAA"/>
              </a:ext>
            </a:extLst>
          </p:cNvSpPr>
          <p:nvPr>
            <p:ph type="body"/>
          </p:nvPr>
        </p:nvSpPr>
        <p:spPr>
          <a:xfrm>
            <a:off x="4319905" y="1604645"/>
            <a:ext cx="3532505" cy="189611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431800" indent="-323850">
              <a:lnSpc>
                <a:spcPct val="80000"/>
              </a:lnSpc>
              <a:spcBef>
                <a:spcPts val="87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Click to edit the outline text format</a:t>
            </a:r>
          </a:p>
          <a:p>
            <a:pPr marL="864235" lvl="1" indent="-323850">
              <a:lnSpc>
                <a:spcPct val="80000"/>
              </a:lnSpc>
              <a:spcBef>
                <a:spcPts val="700"/>
              </a:spcBef>
              <a:buClrTx/>
              <a:buSzPts val="835"/>
              <a:buFont typeface="Symbol" pitchFamily="1" charset="0"/>
              <a:buChar char="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Second Outline Level</a:t>
            </a:r>
          </a:p>
          <a:p>
            <a:pPr marL="1296035" lvl="2" indent="-288290">
              <a:lnSpc>
                <a:spcPct val="80000"/>
              </a:lnSpc>
              <a:spcBef>
                <a:spcPts val="52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Third Outline Level</a:t>
            </a:r>
          </a:p>
          <a:p>
            <a:pPr marL="1727835" lvl="3" indent="-215900">
              <a:lnSpc>
                <a:spcPct val="80000"/>
              </a:lnSpc>
              <a:spcBef>
                <a:spcPts val="350"/>
              </a:spcBef>
              <a:buClrTx/>
              <a:buSzPts val="835"/>
              <a:buFont typeface="Symbol" pitchFamily="1" charset="0"/>
              <a:buChar char="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Fourth Outline Level</a:t>
            </a:r>
          </a:p>
          <a:p>
            <a:pPr marL="2160270" lvl="4" indent="-215900">
              <a:lnSpc>
                <a:spcPct val="80000"/>
              </a:lnSpc>
              <a:spcBef>
                <a:spcPts val="17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Fifth Outline Level</a:t>
            </a:r>
          </a:p>
          <a:p>
            <a:pPr marL="2592070" lvl="5" indent="-215900">
              <a:lnSpc>
                <a:spcPct val="80000"/>
              </a:lnSpc>
              <a:spcBef>
                <a:spcPts val="17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Sixth Outline Level</a:t>
            </a:r>
          </a:p>
          <a:p>
            <a:pPr marL="3023870" lvl="6" indent="-215900">
              <a:lnSpc>
                <a:spcPct val="80000"/>
              </a:lnSpc>
              <a:spcBef>
                <a:spcPts val="17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Seventh Outline Level</a:t>
            </a:r>
          </a:p>
        </p:txBody>
      </p:sp>
      <p:sp>
        <p:nvSpPr>
          <p:cNvPr id="5" name="PlaceHolder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ZTEAAN8JAAAhRwAAiRUAABAAAAAmAAAACAAAAL8fAAD/HwAA"/>
              </a:ext>
            </a:extLst>
          </p:cNvSpPr>
          <p:nvPr>
            <p:ph type="body"/>
          </p:nvPr>
        </p:nvSpPr>
        <p:spPr>
          <a:xfrm>
            <a:off x="8029575" y="1604645"/>
            <a:ext cx="3533140" cy="189611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431800" indent="-323850">
              <a:lnSpc>
                <a:spcPct val="80000"/>
              </a:lnSpc>
              <a:spcBef>
                <a:spcPts val="87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Click to edit the outline text format</a:t>
            </a:r>
          </a:p>
          <a:p>
            <a:pPr marL="864235" lvl="1" indent="-323850">
              <a:lnSpc>
                <a:spcPct val="80000"/>
              </a:lnSpc>
              <a:spcBef>
                <a:spcPts val="700"/>
              </a:spcBef>
              <a:buClrTx/>
              <a:buSzPts val="835"/>
              <a:buFont typeface="Symbol" pitchFamily="1" charset="0"/>
              <a:buChar char="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Second Outline Level</a:t>
            </a:r>
          </a:p>
          <a:p>
            <a:pPr marL="1296035" lvl="2" indent="-288290">
              <a:lnSpc>
                <a:spcPct val="80000"/>
              </a:lnSpc>
              <a:spcBef>
                <a:spcPts val="52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Third Outline Level</a:t>
            </a:r>
          </a:p>
          <a:p>
            <a:pPr marL="1727835" lvl="3" indent="-215900">
              <a:lnSpc>
                <a:spcPct val="80000"/>
              </a:lnSpc>
              <a:spcBef>
                <a:spcPts val="350"/>
              </a:spcBef>
              <a:buClrTx/>
              <a:buSzPts val="835"/>
              <a:buFont typeface="Symbol" pitchFamily="1" charset="0"/>
              <a:buChar char="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Fourth Outline Level</a:t>
            </a:r>
          </a:p>
          <a:p>
            <a:pPr marL="2160270" lvl="4" indent="-215900">
              <a:lnSpc>
                <a:spcPct val="80000"/>
              </a:lnSpc>
              <a:spcBef>
                <a:spcPts val="17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Fifth Outline Level</a:t>
            </a:r>
          </a:p>
          <a:p>
            <a:pPr marL="2592070" lvl="5" indent="-215900">
              <a:lnSpc>
                <a:spcPct val="80000"/>
              </a:lnSpc>
              <a:spcBef>
                <a:spcPts val="17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Sixth Outline Level</a:t>
            </a:r>
          </a:p>
          <a:p>
            <a:pPr marL="3023870" lvl="6" indent="-215900">
              <a:lnSpc>
                <a:spcPct val="80000"/>
              </a:lnSpc>
              <a:spcBef>
                <a:spcPts val="17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Seventh Outline Level</a:t>
            </a:r>
          </a:p>
        </p:txBody>
      </p:sp>
      <p:sp>
        <p:nvSpPr>
          <p:cNvPr id="6" name="PlaceHolder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cWAAB7GQAAUSIAABAAAAAmAAAACAAAAL8fAAD/HwAA"/>
              </a:ext>
            </a:extLst>
          </p:cNvSpPr>
          <p:nvPr>
            <p:ph type="body"/>
          </p:nvPr>
        </p:nvSpPr>
        <p:spPr>
          <a:xfrm>
            <a:off x="609600" y="3682365"/>
            <a:ext cx="3532505" cy="189611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431800" indent="-323850">
              <a:lnSpc>
                <a:spcPct val="80000"/>
              </a:lnSpc>
              <a:spcBef>
                <a:spcPts val="87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Click to edit the outline text format</a:t>
            </a:r>
          </a:p>
          <a:p>
            <a:pPr marL="864235" lvl="1" indent="-323850">
              <a:lnSpc>
                <a:spcPct val="80000"/>
              </a:lnSpc>
              <a:spcBef>
                <a:spcPts val="700"/>
              </a:spcBef>
              <a:buClrTx/>
              <a:buSzPts val="835"/>
              <a:buFont typeface="Symbol" pitchFamily="1" charset="0"/>
              <a:buChar char="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Second Outline Level</a:t>
            </a:r>
          </a:p>
          <a:p>
            <a:pPr marL="1296035" lvl="2" indent="-288290">
              <a:lnSpc>
                <a:spcPct val="80000"/>
              </a:lnSpc>
              <a:spcBef>
                <a:spcPts val="52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Third Outline Level</a:t>
            </a:r>
          </a:p>
          <a:p>
            <a:pPr marL="1727835" lvl="3" indent="-215900">
              <a:lnSpc>
                <a:spcPct val="80000"/>
              </a:lnSpc>
              <a:spcBef>
                <a:spcPts val="350"/>
              </a:spcBef>
              <a:buClrTx/>
              <a:buSzPts val="835"/>
              <a:buFont typeface="Symbol" pitchFamily="1" charset="0"/>
              <a:buChar char="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Fourth Outline Level</a:t>
            </a:r>
          </a:p>
          <a:p>
            <a:pPr marL="2160270" lvl="4" indent="-215900">
              <a:lnSpc>
                <a:spcPct val="80000"/>
              </a:lnSpc>
              <a:spcBef>
                <a:spcPts val="17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Fifth Outline Level</a:t>
            </a:r>
          </a:p>
          <a:p>
            <a:pPr marL="2592070" lvl="5" indent="-215900">
              <a:lnSpc>
                <a:spcPct val="80000"/>
              </a:lnSpc>
              <a:spcBef>
                <a:spcPts val="17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Sixth Outline Level</a:t>
            </a:r>
          </a:p>
          <a:p>
            <a:pPr marL="3023870" lvl="6" indent="-215900">
              <a:lnSpc>
                <a:spcPct val="80000"/>
              </a:lnSpc>
              <a:spcBef>
                <a:spcPts val="17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Seventh Outline Level</a:t>
            </a:r>
          </a:p>
        </p:txBody>
      </p:sp>
      <p:sp>
        <p:nvSpPr>
          <p:cNvPr id="7" name="PlaceHolder 6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xoAAKcWAABOMAAAUSIAABAAAAAmAAAACAAAAL8fAAD/HwAA"/>
              </a:ext>
            </a:extLst>
          </p:cNvSpPr>
          <p:nvPr>
            <p:ph type="body"/>
          </p:nvPr>
        </p:nvSpPr>
        <p:spPr>
          <a:xfrm>
            <a:off x="4319905" y="3682365"/>
            <a:ext cx="3532505" cy="189611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431800" indent="-323850">
              <a:lnSpc>
                <a:spcPct val="80000"/>
              </a:lnSpc>
              <a:spcBef>
                <a:spcPts val="87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Click to edit the outline text format</a:t>
            </a:r>
          </a:p>
          <a:p>
            <a:pPr marL="864235" lvl="1" indent="-323850">
              <a:lnSpc>
                <a:spcPct val="80000"/>
              </a:lnSpc>
              <a:spcBef>
                <a:spcPts val="700"/>
              </a:spcBef>
              <a:buClrTx/>
              <a:buSzPts val="835"/>
              <a:buFont typeface="Symbol" pitchFamily="1" charset="0"/>
              <a:buChar char="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Second Outline Level</a:t>
            </a:r>
          </a:p>
          <a:p>
            <a:pPr marL="1296035" lvl="2" indent="-288290">
              <a:lnSpc>
                <a:spcPct val="80000"/>
              </a:lnSpc>
              <a:spcBef>
                <a:spcPts val="52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Third Outline Level</a:t>
            </a:r>
          </a:p>
          <a:p>
            <a:pPr marL="1727835" lvl="3" indent="-215900">
              <a:lnSpc>
                <a:spcPct val="80000"/>
              </a:lnSpc>
              <a:spcBef>
                <a:spcPts val="350"/>
              </a:spcBef>
              <a:buClrTx/>
              <a:buSzPts val="835"/>
              <a:buFont typeface="Symbol" pitchFamily="1" charset="0"/>
              <a:buChar char="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Fourth Outline Level</a:t>
            </a:r>
          </a:p>
          <a:p>
            <a:pPr marL="2160270" lvl="4" indent="-215900">
              <a:lnSpc>
                <a:spcPct val="80000"/>
              </a:lnSpc>
              <a:spcBef>
                <a:spcPts val="17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Fifth Outline Level</a:t>
            </a:r>
          </a:p>
          <a:p>
            <a:pPr marL="2592070" lvl="5" indent="-215900">
              <a:lnSpc>
                <a:spcPct val="80000"/>
              </a:lnSpc>
              <a:spcBef>
                <a:spcPts val="17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Sixth Outline Level</a:t>
            </a:r>
          </a:p>
          <a:p>
            <a:pPr marL="3023870" lvl="6" indent="-215900">
              <a:lnSpc>
                <a:spcPct val="80000"/>
              </a:lnSpc>
              <a:spcBef>
                <a:spcPts val="17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Seventh Outline Level</a:t>
            </a:r>
          </a:p>
        </p:txBody>
      </p:sp>
      <p:sp>
        <p:nvSpPr>
          <p:cNvPr id="8" name="PlaceHolder 7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ZTEAAKcWAAAhRwAAUSIAABAAAAAmAAAACAAAAL8fAAD/HwAA"/>
              </a:ext>
            </a:extLst>
          </p:cNvSpPr>
          <p:nvPr>
            <p:ph type="body"/>
          </p:nvPr>
        </p:nvSpPr>
        <p:spPr>
          <a:xfrm>
            <a:off x="8029575" y="3682365"/>
            <a:ext cx="3533140" cy="189611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431800" indent="-323850">
              <a:lnSpc>
                <a:spcPct val="80000"/>
              </a:lnSpc>
              <a:spcBef>
                <a:spcPts val="87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Click to edit the outline text format</a:t>
            </a:r>
          </a:p>
          <a:p>
            <a:pPr marL="864235" lvl="1" indent="-323850">
              <a:lnSpc>
                <a:spcPct val="80000"/>
              </a:lnSpc>
              <a:spcBef>
                <a:spcPts val="700"/>
              </a:spcBef>
              <a:buClrTx/>
              <a:buSzPts val="835"/>
              <a:buFont typeface="Symbol" pitchFamily="1" charset="0"/>
              <a:buChar char="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Second Outline Level</a:t>
            </a:r>
          </a:p>
          <a:p>
            <a:pPr marL="1296035" lvl="2" indent="-288290">
              <a:lnSpc>
                <a:spcPct val="80000"/>
              </a:lnSpc>
              <a:spcBef>
                <a:spcPts val="52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Third Outline Level</a:t>
            </a:r>
          </a:p>
          <a:p>
            <a:pPr marL="1727835" lvl="3" indent="-215900">
              <a:lnSpc>
                <a:spcPct val="80000"/>
              </a:lnSpc>
              <a:spcBef>
                <a:spcPts val="350"/>
              </a:spcBef>
              <a:buClrTx/>
              <a:buSzPts val="835"/>
              <a:buFont typeface="Symbol" pitchFamily="1" charset="0"/>
              <a:buChar char="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Fourth Outline Level</a:t>
            </a:r>
          </a:p>
          <a:p>
            <a:pPr marL="2160270" lvl="4" indent="-215900">
              <a:lnSpc>
                <a:spcPct val="80000"/>
              </a:lnSpc>
              <a:spcBef>
                <a:spcPts val="17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Fifth Outline Level</a:t>
            </a:r>
          </a:p>
          <a:p>
            <a:pPr marL="2592070" lvl="5" indent="-215900">
              <a:lnSpc>
                <a:spcPct val="80000"/>
              </a:lnSpc>
              <a:spcBef>
                <a:spcPts val="17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Sixth Outline Level</a:t>
            </a:r>
          </a:p>
          <a:p>
            <a:pPr marL="3023870" lvl="6" indent="-215900">
              <a:lnSpc>
                <a:spcPct val="80000"/>
              </a:lnSpc>
              <a:spcBef>
                <a:spcPts val="17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Seventh Outline Level</a:t>
            </a:r>
          </a:p>
        </p:txBody>
      </p:sp>
      <p:sp>
        <p:nvSpPr>
          <p:cNvPr id="9" name="PlaceHolder 8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mMgAAVykAABAAAAAmAAAACAAAAL+fAAD/HwAA"/>
              </a:ext>
            </a:extLst>
          </p:cNvSpPr>
          <p:nvPr>
            <p:ph type="ftr" idx="3"/>
          </p:nvPr>
        </p:nvSpPr>
        <p:spPr>
          <a:xfrm>
            <a:off x="4038600" y="6356350"/>
            <a:ext cx="41135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cap="none" spc="0">
                <a:solidFill>
                  <a:srgbClr val="000000"/>
                </a:solidFill>
                <a:latin typeface="Times New Roman" pitchFamily="1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/>
            </a:pPr>
            <a:r>
              <a:t>&lt;footer&gt;</a:t>
            </a:r>
          </a:p>
        </p:txBody>
      </p:sp>
      <p:sp>
        <p:nvSpPr>
          <p:cNvPr id="10" name="PlaceHolder 9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B0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WRQAAVykAABAAAAAmAAAACAAAAL+fAAD/HwAA"/>
              </a:ext>
            </a:extLst>
          </p:cNvSpPr>
          <p:nvPr>
            <p:ph type="sldNum" idx="4"/>
          </p:nvPr>
        </p:nvSpPr>
        <p:spPr>
          <a:xfrm>
            <a:off x="8610600" y="6356350"/>
            <a:ext cx="27419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cap="none" spc="0">
                <a:solidFill>
                  <a:srgbClr val="8B8B8B"/>
                </a:solidFill>
                <a:latin typeface="Calibri" pitchFamily="2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/>
            </a:pPr>
            <a:fld id="{1BB932C6-88F6-ECC4-B801-7E917C4F4E2B}" type="slidenum">
              <a:t>‹#›</a:t>
            </a:fld>
            <a:endParaRPr lang="en-us" cap="none">
              <a:solidFill>
                <a:srgbClr val="000000"/>
              </a:solidFill>
              <a:latin typeface="Times New Roman" pitchFamily="1" charset="0"/>
              <a:ea typeface="Basic Roman" pitchFamily="1" charset="0"/>
              <a:cs typeface="Basic Roman" pitchFamily="1" charset="0"/>
            </a:endParaRPr>
          </a:p>
        </p:txBody>
      </p:sp>
      <p:sp>
        <p:nvSpPr>
          <p:cNvPr id="11" name="PlaceHolder 10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GFgAAVykAABAAAAAmAAAACAAAAL+fAAD/HwAA"/>
              </a:ext>
            </a:extLst>
          </p:cNvSpPr>
          <p:nvPr>
            <p:ph type="dt" idx="2"/>
          </p:nvPr>
        </p:nvSpPr>
        <p:spPr>
          <a:xfrm>
            <a:off x="838200" y="6356350"/>
            <a:ext cx="27419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>
              <a:buNone/>
              <a:defRPr lang="en-us" sz="1400" b="0" strike="noStrike" cap="none" spc="0">
                <a:solidFill>
                  <a:srgbClr val="000000"/>
                </a:solidFill>
                <a:latin typeface="Times New Roman" pitchFamily="1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>
              <a:buNone/>
              <a:defRPr lang="en-us"/>
            </a:pPr>
            <a: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hf hdr="0" ftr="0" dt="0"/>
  <p:txStyles>
    <p:titleStyle>
      <a:lvl1pPr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4400" b="0" i="0" u="none" strike="noStrike" kern="1" cap="none" spc="0" baseline="0">
          <a:solidFill>
            <a:schemeClr val="tx2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2pPr>
      <a:lvl3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3pPr>
      <a:lvl4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4pPr>
      <a:lvl5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5pPr>
      <a:lvl6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6pPr>
      <a:lvl7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7pPr>
      <a:lvl8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8pPr>
      <a:lvl9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9pPr>
    </p:titleStyle>
    <p:bodyStyle>
      <a:lvl1pPr marL="342900" marR="0" indent="-3429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32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742950" marR="0" indent="-28575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2pPr>
      <a:lvl3pPr marL="1143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4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3pPr>
      <a:lvl4pPr marL="1600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4pPr>
      <a:lvl5pPr marL="20574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»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5pPr>
      <a:lvl6pPr marL="25146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6pPr>
      <a:lvl7pPr marL="29718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7pPr>
      <a:lvl8pPr marL="3429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8pPr>
      <a:lvl9pPr marL="3886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9pPr>
    </p:bodyStyle>
    <p:other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mMgAAVykAABAAAAAmAAAACAAAAL+fAAD/HwAA"/>
              </a:ext>
            </a:extLst>
          </p:cNvSpPr>
          <p:nvPr>
            <p:ph type="ftr" idx="3"/>
          </p:nvPr>
        </p:nvSpPr>
        <p:spPr>
          <a:xfrm>
            <a:off x="4038600" y="6356350"/>
            <a:ext cx="41135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cap="none" spc="0">
                <a:solidFill>
                  <a:srgbClr val="000000"/>
                </a:solidFill>
                <a:latin typeface="Times New Roman" pitchFamily="1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/>
            </a:pPr>
            <a:r>
              <a:t>&lt;footer&gt;</a:t>
            </a:r>
          </a:p>
        </p:txBody>
      </p:sp>
      <p:sp>
        <p:nvSpPr>
          <p:cNvPr id="3" name="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WRQAAVykAABAAAAAmAAAACAAAAL+fAAD/HwAA"/>
              </a:ext>
            </a:extLst>
          </p:cNvSpPr>
          <p:nvPr>
            <p:ph type="sldNum" idx="4"/>
          </p:nvPr>
        </p:nvSpPr>
        <p:spPr>
          <a:xfrm>
            <a:off x="8610600" y="6356350"/>
            <a:ext cx="27419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cap="none" spc="0">
                <a:solidFill>
                  <a:srgbClr val="8B8B8B"/>
                </a:solidFill>
                <a:latin typeface="Calibri" pitchFamily="2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/>
            </a:pPr>
            <a:fld id="{4FCD8722-6CA2-9871-EC75-9A24C93B1ACF}" type="slidenum">
              <a:t>‹#›</a:t>
            </a:fld>
            <a:endParaRPr lang="en-us" cap="none">
              <a:solidFill>
                <a:srgbClr val="000000"/>
              </a:solidFill>
              <a:latin typeface="Times New Roman" pitchFamily="1" charset="0"/>
              <a:ea typeface="Basic Roman" pitchFamily="1" charset="0"/>
              <a:cs typeface="Basic Roman" pitchFamily="1" charset="0"/>
            </a:endParaRPr>
          </a:p>
        </p:txBody>
      </p:sp>
      <p:sp>
        <p:nvSpPr>
          <p:cNvPr id="4" name="PlaceHolder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GFgAAVykAABAAAAAmAAAACAAAAL+fAAD/HwAA"/>
              </a:ext>
            </a:extLst>
          </p:cNvSpPr>
          <p:nvPr>
            <p:ph type="dt" idx="2"/>
          </p:nvPr>
        </p:nvSpPr>
        <p:spPr>
          <a:xfrm>
            <a:off x="838200" y="6356350"/>
            <a:ext cx="27419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>
              <a:buNone/>
              <a:defRPr lang="en-us" sz="1400" b="0" strike="noStrike" cap="none" spc="0">
                <a:solidFill>
                  <a:srgbClr val="000000"/>
                </a:solidFill>
                <a:latin typeface="Times New Roman" pitchFamily="1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>
              <a:buNone/>
              <a:defRPr lang="en-us"/>
            </a:pPr>
            <a:r>
              <a:t>&lt;date/time&gt;</a:t>
            </a:r>
          </a:p>
        </p:txBody>
      </p:sp>
      <p:sp>
        <p:nvSpPr>
          <p:cNvPr id="5" name="PlaceHolder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8BAAA/RwAAuggAABAAAAAmAAAACAAAAL8fAAD/HwAA"/>
              </a:ext>
            </a:extLst>
          </p:cNvSpPr>
          <p:nvPr>
            <p:ph type="title"/>
          </p:nvPr>
        </p:nvSpPr>
        <p:spPr>
          <a:xfrm>
            <a:off x="609600" y="273685"/>
            <a:ext cx="10972165" cy="114490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indent="0" algn="ctr">
              <a:buNone/>
            </a:pPr>
            <a:r>
              <a:rPr lang="en-us" cap="none">
                <a:solidFill>
                  <a:srgbClr val="000000"/>
                </a:solidFill>
              </a:rPr>
              <a:t>Click to edit the title text format</a:t>
            </a:r>
          </a:p>
        </p:txBody>
      </p:sp>
      <p:sp>
        <p:nvSpPr>
          <p:cNvPr id="6" name="PlaceHolder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8JAAA/RwAAViIAABAAAAAmAAAACAAAAL8fAAD/HwAA"/>
              </a:ext>
            </a:extLst>
          </p:cNvSpPr>
          <p:nvPr>
            <p:ph type="body"/>
          </p:nvPr>
        </p:nvSpPr>
        <p:spPr>
          <a:xfrm>
            <a:off x="609600" y="1604645"/>
            <a:ext cx="10972165" cy="397700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431800" indent="-323850">
              <a:spcBef>
                <a:spcPts val="1415"/>
              </a:spcBef>
              <a:buClrTx/>
              <a:buSzPts val="144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Click to edit the outline text format</a:t>
            </a:r>
          </a:p>
          <a:p>
            <a:pPr marL="864235" lvl="1" indent="-323850">
              <a:spcBef>
                <a:spcPts val="1130"/>
              </a:spcBef>
              <a:buClrTx/>
              <a:buSzPts val="2100"/>
              <a:buFont typeface="Symbol" pitchFamily="1" charset="0"/>
              <a:buChar char=""/>
            </a:pPr>
            <a:r>
              <a:rPr lang="en-us" cap="none">
                <a:solidFill>
                  <a:srgbClr val="000000"/>
                </a:solidFill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Tx/>
              <a:buSzPts val="108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Tx/>
              <a:buSzPts val="1500"/>
              <a:buFont typeface="Symbol" pitchFamily="1" charset="0"/>
              <a:buChar char=""/>
            </a:pPr>
            <a:r>
              <a:rPr lang="en-us" cap="none">
                <a:solidFill>
                  <a:srgbClr val="000000"/>
                </a:solidFill>
              </a:rPr>
              <a:t>Fourth Outline Level</a:t>
            </a:r>
          </a:p>
          <a:p>
            <a:pPr marL="2160270" lvl="4" indent="-215900">
              <a:spcBef>
                <a:spcPts val="280"/>
              </a:spcBef>
              <a:buClrTx/>
              <a:buSzPts val="90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Fifth Outline Level</a:t>
            </a:r>
          </a:p>
          <a:p>
            <a:pPr marL="2592070" lvl="5" indent="-215900">
              <a:spcBef>
                <a:spcPts val="280"/>
              </a:spcBef>
              <a:buClrTx/>
              <a:buSzPts val="90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Sixth Outline Level</a:t>
            </a:r>
          </a:p>
          <a:p>
            <a:pPr marL="3023870" lvl="6" indent="-215900">
              <a:spcBef>
                <a:spcPts val="280"/>
              </a:spcBef>
              <a:buClrTx/>
              <a:buSzPts val="90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hf hdr="0" ftr="0" dt="0"/>
  <p:txStyles>
    <p:titleStyle>
      <a:lvl1pPr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4400" b="0" i="0" u="none" strike="noStrike" kern="1" cap="none" spc="0" baseline="0">
          <a:solidFill>
            <a:schemeClr val="tx2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2pPr>
      <a:lvl3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3pPr>
      <a:lvl4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4pPr>
      <a:lvl5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5pPr>
      <a:lvl6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6pPr>
      <a:lvl7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7pPr>
      <a:lvl8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8pPr>
      <a:lvl9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9pPr>
    </p:titleStyle>
    <p:bodyStyle>
      <a:lvl1pPr marL="342900" marR="0" indent="-3429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32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742950" marR="0" indent="-28575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2pPr>
      <a:lvl3pPr marL="1143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4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3pPr>
      <a:lvl4pPr marL="1600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4pPr>
      <a:lvl5pPr marL="20574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»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5pPr>
      <a:lvl6pPr marL="25146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6pPr>
      <a:lvl7pPr marL="29718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7pPr>
      <a:lvl8pPr marL="3429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8pPr>
      <a:lvl9pPr marL="3886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9pPr>
    </p:bodyStyle>
    <p:other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8BAAA/RwAAuQgAABAAAAAmAAAACAAAAL8fAAD/HwAA"/>
              </a:ext>
            </a:extLst>
          </p:cNvSpPr>
          <p:nvPr>
            <p:ph type="title"/>
          </p:nvPr>
        </p:nvSpPr>
        <p:spPr>
          <a:xfrm>
            <a:off x="609600" y="273685"/>
            <a:ext cx="10972165" cy="114427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indent="0">
              <a:buNone/>
            </a:pPr>
            <a:r>
              <a:rPr lang="en-us" cap="none">
                <a:solidFill>
                  <a:srgbClr val="000000"/>
                </a:solidFill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mMgAAVykAABAAAAAmAAAACAAAAL+fAAD/HwAA"/>
              </a:ext>
            </a:extLst>
          </p:cNvSpPr>
          <p:nvPr>
            <p:ph type="ftr" idx="3"/>
          </p:nvPr>
        </p:nvSpPr>
        <p:spPr>
          <a:xfrm>
            <a:off x="4038600" y="6356350"/>
            <a:ext cx="41135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cap="none" spc="0">
                <a:solidFill>
                  <a:srgbClr val="000000"/>
                </a:solidFill>
                <a:latin typeface="Times New Roman" pitchFamily="1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/>
            </a:pPr>
            <a:r>
              <a:t>&lt;footer&gt;</a:t>
            </a:r>
          </a:p>
        </p:txBody>
      </p:sp>
      <p:sp>
        <p:nvSpPr>
          <p:cNvPr id="4" name="PlaceHolder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WRQAAVykAABAAAAAmAAAACAAAAL+fAAD/HwAA"/>
              </a:ext>
            </a:extLst>
          </p:cNvSpPr>
          <p:nvPr>
            <p:ph type="sldNum" idx="4"/>
          </p:nvPr>
        </p:nvSpPr>
        <p:spPr>
          <a:xfrm>
            <a:off x="8610600" y="6356350"/>
            <a:ext cx="27419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cap="none" spc="0">
                <a:solidFill>
                  <a:srgbClr val="8B8B8B"/>
                </a:solidFill>
                <a:latin typeface="Calibri" pitchFamily="2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/>
            </a:pPr>
            <a:fld id="{62B651CC-828F-E3A7-C10E-74F21F403721}" type="slidenum">
              <a:t>‹#›</a:t>
            </a:fld>
            <a:endParaRPr lang="en-us" cap="none">
              <a:solidFill>
                <a:srgbClr val="000000"/>
              </a:solidFill>
              <a:latin typeface="Times New Roman" pitchFamily="1" charset="0"/>
              <a:ea typeface="Basic Roman" pitchFamily="1" charset="0"/>
              <a:cs typeface="Basic Roman" pitchFamily="1" charset="0"/>
            </a:endParaRPr>
          </a:p>
        </p:txBody>
      </p:sp>
      <p:sp>
        <p:nvSpPr>
          <p:cNvPr id="5" name="PlaceHolder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GFgAAVykAABAAAAAmAAAACAAAAL+fAAD/HwAA"/>
              </a:ext>
            </a:extLst>
          </p:cNvSpPr>
          <p:nvPr>
            <p:ph type="dt" idx="2"/>
          </p:nvPr>
        </p:nvSpPr>
        <p:spPr>
          <a:xfrm>
            <a:off x="838200" y="6356350"/>
            <a:ext cx="27419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>
              <a:buNone/>
              <a:defRPr lang="en-us" sz="1400" b="0" strike="noStrike" cap="none" spc="0">
                <a:solidFill>
                  <a:srgbClr val="000000"/>
                </a:solidFill>
                <a:latin typeface="Times New Roman" pitchFamily="1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>
              <a:buNone/>
              <a:defRPr lang="en-us"/>
            </a:pPr>
            <a: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hf hdr="0" ftr="0" dt="0"/>
  <p:txStyles>
    <p:titleStyle>
      <a:lvl1pPr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4400" b="0" i="0" u="none" strike="noStrike" kern="1" cap="none" spc="0" baseline="0">
          <a:solidFill>
            <a:schemeClr val="tx2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2pPr>
      <a:lvl3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3pPr>
      <a:lvl4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4pPr>
      <a:lvl5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5pPr>
      <a:lvl6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6pPr>
      <a:lvl7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7pPr>
      <a:lvl8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8pPr>
      <a:lvl9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9pPr>
    </p:titleStyle>
    <p:bodyStyle>
      <a:lvl1pPr marL="342900" marR="0" indent="-3429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32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742950" marR="0" indent="-28575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2pPr>
      <a:lvl3pPr marL="1143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4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3pPr>
      <a:lvl4pPr marL="1600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4pPr>
      <a:lvl5pPr marL="20574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»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5pPr>
      <a:lvl6pPr marL="25146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6pPr>
      <a:lvl7pPr marL="29718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7pPr>
      <a:lvl8pPr marL="3429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8pPr>
      <a:lvl9pPr marL="3886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9pPr>
    </p:bodyStyle>
    <p:other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8BAAA/RwAAuQgAABAAAAAmAAAACAAAAL8fAAD/HwAA"/>
              </a:ext>
            </a:extLst>
          </p:cNvSpPr>
          <p:nvPr>
            <p:ph type="title"/>
          </p:nvPr>
        </p:nvSpPr>
        <p:spPr>
          <a:xfrm>
            <a:off x="609600" y="273685"/>
            <a:ext cx="10972165" cy="114427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indent="0">
              <a:buNone/>
            </a:pPr>
            <a:r>
              <a:rPr lang="en-us" cap="none">
                <a:solidFill>
                  <a:srgbClr val="000000"/>
                </a:solidFill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8JAAA/RwAAViIAABAAAAAmAAAACAAAAL8fAAD/HwAA"/>
              </a:ext>
            </a:extLst>
          </p:cNvSpPr>
          <p:nvPr>
            <p:ph type="body"/>
          </p:nvPr>
        </p:nvSpPr>
        <p:spPr>
          <a:xfrm>
            <a:off x="609600" y="1604645"/>
            <a:ext cx="10972165" cy="397700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431800" indent="-323850">
              <a:spcBef>
                <a:spcPts val="1415"/>
              </a:spcBef>
              <a:buClrTx/>
              <a:buSzPts val="144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Click to edit the outline text format</a:t>
            </a:r>
          </a:p>
          <a:p>
            <a:pPr marL="864235" lvl="1" indent="-323850">
              <a:spcBef>
                <a:spcPts val="1130"/>
              </a:spcBef>
              <a:buClrTx/>
              <a:buSzPts val="2100"/>
              <a:buFont typeface="Symbol" pitchFamily="1" charset="0"/>
              <a:buChar char=""/>
            </a:pPr>
            <a:r>
              <a:rPr lang="en-us" cap="none">
                <a:solidFill>
                  <a:srgbClr val="000000"/>
                </a:solidFill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Tx/>
              <a:buSzPts val="108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Tx/>
              <a:buSzPts val="1500"/>
              <a:buFont typeface="Symbol" pitchFamily="1" charset="0"/>
              <a:buChar char=""/>
            </a:pPr>
            <a:r>
              <a:rPr lang="en-us" cap="none">
                <a:solidFill>
                  <a:srgbClr val="000000"/>
                </a:solidFill>
              </a:rPr>
              <a:t>Fourth Outline Level</a:t>
            </a:r>
          </a:p>
          <a:p>
            <a:pPr marL="2160270" lvl="4" indent="-215900">
              <a:spcBef>
                <a:spcPts val="280"/>
              </a:spcBef>
              <a:buClrTx/>
              <a:buSzPts val="90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Fifth Outline Level</a:t>
            </a:r>
          </a:p>
          <a:p>
            <a:pPr marL="2592070" lvl="5" indent="-215900">
              <a:spcBef>
                <a:spcPts val="280"/>
              </a:spcBef>
              <a:buClrTx/>
              <a:buSzPts val="90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Sixth Outline Level</a:t>
            </a:r>
          </a:p>
          <a:p>
            <a:pPr marL="3023870" lvl="6" indent="-215900">
              <a:spcBef>
                <a:spcPts val="280"/>
              </a:spcBef>
              <a:buClrTx/>
              <a:buSzPts val="90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Seventh Outline Level</a:t>
            </a:r>
          </a:p>
        </p:txBody>
      </p:sp>
      <p:sp>
        <p:nvSpPr>
          <p:cNvPr id="4" name="PlaceHolder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mMgAAVykAABAAAAAmAAAACAAAAL+fAAD/HwAA"/>
              </a:ext>
            </a:extLst>
          </p:cNvSpPr>
          <p:nvPr>
            <p:ph type="ftr" idx="3"/>
          </p:nvPr>
        </p:nvSpPr>
        <p:spPr>
          <a:xfrm>
            <a:off x="4038600" y="6356350"/>
            <a:ext cx="41135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cap="none" spc="0">
                <a:solidFill>
                  <a:srgbClr val="000000"/>
                </a:solidFill>
                <a:latin typeface="Times New Roman" pitchFamily="1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/>
            </a:pPr>
            <a:r>
              <a:t>&lt;footer&gt;</a:t>
            </a:r>
          </a:p>
        </p:txBody>
      </p:sp>
      <p:sp>
        <p:nvSpPr>
          <p:cNvPr id="5" name="PlaceHolder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WRQAAVykAABAAAAAmAAAACAAAAL+fAAD/HwAA"/>
              </a:ext>
            </a:extLst>
          </p:cNvSpPr>
          <p:nvPr>
            <p:ph type="sldNum" idx="4"/>
          </p:nvPr>
        </p:nvSpPr>
        <p:spPr>
          <a:xfrm>
            <a:off x="8610600" y="6356350"/>
            <a:ext cx="27419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cap="none" spc="0">
                <a:solidFill>
                  <a:srgbClr val="8B8B8B"/>
                </a:solidFill>
                <a:latin typeface="Calibri" pitchFamily="2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/>
            </a:pPr>
            <a:fld id="{47C1EB3E-70AA-941D-E479-8648A53712D3}" type="slidenum">
              <a:t>‹#›</a:t>
            </a:fld>
            <a:endParaRPr lang="en-us" cap="none">
              <a:solidFill>
                <a:srgbClr val="000000"/>
              </a:solidFill>
              <a:latin typeface="Times New Roman" pitchFamily="1" charset="0"/>
              <a:ea typeface="Basic Roman" pitchFamily="1" charset="0"/>
              <a:cs typeface="Basic Roman" pitchFamily="1" charset="0"/>
            </a:endParaRPr>
          </a:p>
        </p:txBody>
      </p:sp>
      <p:sp>
        <p:nvSpPr>
          <p:cNvPr id="6" name="PlaceHolder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GFgAAVykAABAAAAAmAAAACAAAAL+fAAD/HwAA"/>
              </a:ext>
            </a:extLst>
          </p:cNvSpPr>
          <p:nvPr>
            <p:ph type="dt" idx="2"/>
          </p:nvPr>
        </p:nvSpPr>
        <p:spPr>
          <a:xfrm>
            <a:off x="838200" y="6356350"/>
            <a:ext cx="27419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>
              <a:buNone/>
              <a:defRPr lang="en-us" sz="1400" b="0" strike="noStrike" cap="none" spc="0">
                <a:solidFill>
                  <a:srgbClr val="000000"/>
                </a:solidFill>
                <a:latin typeface="Times New Roman" pitchFamily="1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>
              <a:buNone/>
              <a:defRPr lang="en-us"/>
            </a:pPr>
            <a: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4400" b="0" i="0" u="none" strike="noStrike" kern="1" cap="none" spc="0" baseline="0">
          <a:solidFill>
            <a:schemeClr val="tx2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2pPr>
      <a:lvl3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3pPr>
      <a:lvl4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4pPr>
      <a:lvl5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5pPr>
      <a:lvl6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6pPr>
      <a:lvl7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7pPr>
      <a:lvl8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8pPr>
      <a:lvl9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9pPr>
    </p:titleStyle>
    <p:bodyStyle>
      <a:lvl1pPr marL="342900" marR="0" indent="-3429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32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742950" marR="0" indent="-28575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2pPr>
      <a:lvl3pPr marL="1143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4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3pPr>
      <a:lvl4pPr marL="1600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4pPr>
      <a:lvl5pPr marL="20574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»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5pPr>
      <a:lvl6pPr marL="25146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6pPr>
      <a:lvl7pPr marL="29718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7pPr>
      <a:lvl8pPr marL="3429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8pPr>
      <a:lvl9pPr marL="3886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9pPr>
    </p:bodyStyle>
    <p:other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8BAAA/RwAAuQgAABAAAAAmAAAACAAAAL8fAAD/HwAA"/>
              </a:ext>
            </a:extLst>
          </p:cNvSpPr>
          <p:nvPr>
            <p:ph type="title"/>
          </p:nvPr>
        </p:nvSpPr>
        <p:spPr>
          <a:xfrm>
            <a:off x="609600" y="273685"/>
            <a:ext cx="10972165" cy="114427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indent="0">
              <a:buNone/>
            </a:pPr>
            <a:r>
              <a:rPr lang="en-us" cap="none">
                <a:solidFill>
                  <a:srgbClr val="000000"/>
                </a:solidFill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8JAACvJAAAViIAABAAAAAmAAAACAAAAL8fAAD/HwAA"/>
              </a:ext>
            </a:extLst>
          </p:cNvSpPr>
          <p:nvPr>
            <p:ph type="body"/>
          </p:nvPr>
        </p:nvSpPr>
        <p:spPr>
          <a:xfrm>
            <a:off x="609600" y="1604645"/>
            <a:ext cx="5353685" cy="397700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431800" indent="-323850">
              <a:spcBef>
                <a:spcPts val="1415"/>
              </a:spcBef>
              <a:buClrTx/>
              <a:buSzPts val="144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Click to edit the outline text format</a:t>
            </a:r>
          </a:p>
          <a:p>
            <a:pPr marL="864235" lvl="1" indent="-323850">
              <a:spcBef>
                <a:spcPts val="1130"/>
              </a:spcBef>
              <a:buClrTx/>
              <a:buSzPts val="2100"/>
              <a:buFont typeface="Symbol" pitchFamily="1" charset="0"/>
              <a:buChar char=""/>
            </a:pPr>
            <a:r>
              <a:rPr lang="en-us" cap="none">
                <a:solidFill>
                  <a:srgbClr val="000000"/>
                </a:solidFill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Tx/>
              <a:buSzPts val="108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Tx/>
              <a:buSzPts val="1500"/>
              <a:buFont typeface="Symbol" pitchFamily="1" charset="0"/>
              <a:buChar char=""/>
            </a:pPr>
            <a:r>
              <a:rPr lang="en-us" cap="none">
                <a:solidFill>
                  <a:srgbClr val="000000"/>
                </a:solidFill>
              </a:rPr>
              <a:t>Fourth Outline Level</a:t>
            </a:r>
          </a:p>
          <a:p>
            <a:pPr marL="2160270" lvl="4" indent="-215900">
              <a:spcBef>
                <a:spcPts val="280"/>
              </a:spcBef>
              <a:buClrTx/>
              <a:buSzPts val="90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Fifth Outline Level</a:t>
            </a:r>
          </a:p>
          <a:p>
            <a:pPr marL="2592070" lvl="5" indent="-215900">
              <a:spcBef>
                <a:spcPts val="280"/>
              </a:spcBef>
              <a:buClrTx/>
              <a:buSzPts val="90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Sixth Outline Level</a:t>
            </a:r>
          </a:p>
          <a:p>
            <a:pPr marL="3023870" lvl="6" indent="-215900">
              <a:spcBef>
                <a:spcPts val="280"/>
              </a:spcBef>
              <a:buClrTx/>
              <a:buSzPts val="90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Seventh Outline Level</a:t>
            </a:r>
          </a:p>
        </p:txBody>
      </p:sp>
      <p:sp>
        <p:nvSpPr>
          <p:cNvPr id="4" name="PlaceHolder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iYAAN8JAABFRwAAViIAABAAAAAmAAAACAAAAL8fAAD/HwAA"/>
              </a:ext>
            </a:extLst>
          </p:cNvSpPr>
          <p:nvPr>
            <p:ph type="body"/>
          </p:nvPr>
        </p:nvSpPr>
        <p:spPr>
          <a:xfrm>
            <a:off x="6231890" y="1604645"/>
            <a:ext cx="5353685" cy="397700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431800" indent="-323850">
              <a:spcBef>
                <a:spcPts val="1415"/>
              </a:spcBef>
              <a:buClrTx/>
              <a:buSzPts val="144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Click to edit the outline text format</a:t>
            </a:r>
          </a:p>
          <a:p>
            <a:pPr marL="864235" lvl="1" indent="-323850">
              <a:spcBef>
                <a:spcPts val="1130"/>
              </a:spcBef>
              <a:buClrTx/>
              <a:buSzPts val="2100"/>
              <a:buFont typeface="Symbol" pitchFamily="1" charset="0"/>
              <a:buChar char=""/>
            </a:pPr>
            <a:r>
              <a:rPr lang="en-us" cap="none">
                <a:solidFill>
                  <a:srgbClr val="000000"/>
                </a:solidFill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Tx/>
              <a:buSzPts val="108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Tx/>
              <a:buSzPts val="1500"/>
              <a:buFont typeface="Symbol" pitchFamily="1" charset="0"/>
              <a:buChar char=""/>
            </a:pPr>
            <a:r>
              <a:rPr lang="en-us" cap="none">
                <a:solidFill>
                  <a:srgbClr val="000000"/>
                </a:solidFill>
              </a:rPr>
              <a:t>Fourth Outline Level</a:t>
            </a:r>
          </a:p>
          <a:p>
            <a:pPr marL="2160270" lvl="4" indent="-215900">
              <a:spcBef>
                <a:spcPts val="280"/>
              </a:spcBef>
              <a:buClrTx/>
              <a:buSzPts val="90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Fifth Outline Level</a:t>
            </a:r>
          </a:p>
          <a:p>
            <a:pPr marL="2592070" lvl="5" indent="-215900">
              <a:spcBef>
                <a:spcPts val="280"/>
              </a:spcBef>
              <a:buClrTx/>
              <a:buSzPts val="90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Sixth Outline Level</a:t>
            </a:r>
          </a:p>
          <a:p>
            <a:pPr marL="3023870" lvl="6" indent="-215900">
              <a:spcBef>
                <a:spcPts val="280"/>
              </a:spcBef>
              <a:buClrTx/>
              <a:buSzPts val="90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Seventh Outline Level</a:t>
            </a:r>
          </a:p>
        </p:txBody>
      </p:sp>
      <p:sp>
        <p:nvSpPr>
          <p:cNvPr id="5" name="PlaceHolder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mMgAAVykAABAAAAAmAAAACAAAAL+fAAD/HwAA"/>
              </a:ext>
            </a:extLst>
          </p:cNvSpPr>
          <p:nvPr>
            <p:ph type="ftr" idx="3"/>
          </p:nvPr>
        </p:nvSpPr>
        <p:spPr>
          <a:xfrm>
            <a:off x="4038600" y="6356350"/>
            <a:ext cx="41135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cap="none" spc="0">
                <a:solidFill>
                  <a:srgbClr val="000000"/>
                </a:solidFill>
                <a:latin typeface="Times New Roman" pitchFamily="1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/>
            </a:pPr>
            <a:r>
              <a:t>&lt;footer&gt;</a:t>
            </a:r>
          </a:p>
        </p:txBody>
      </p:sp>
      <p:sp>
        <p:nvSpPr>
          <p:cNvPr id="6" name="PlaceHolder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WRQAAVykAABAAAAAmAAAACAAAAL+fAAD/HwAA"/>
              </a:ext>
            </a:extLst>
          </p:cNvSpPr>
          <p:nvPr>
            <p:ph type="sldNum" idx="4"/>
          </p:nvPr>
        </p:nvSpPr>
        <p:spPr>
          <a:xfrm>
            <a:off x="8610600" y="6356350"/>
            <a:ext cx="27419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cap="none" spc="0">
                <a:solidFill>
                  <a:srgbClr val="8B8B8B"/>
                </a:solidFill>
                <a:latin typeface="Calibri" pitchFamily="2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/>
            </a:pPr>
            <a:fld id="{416937D1-9FAC-3CC1-E2D1-6994799F143C}" type="slidenum">
              <a:t>‹#›</a:t>
            </a:fld>
            <a:endParaRPr lang="en-us" cap="none">
              <a:solidFill>
                <a:srgbClr val="000000"/>
              </a:solidFill>
              <a:latin typeface="Times New Roman" pitchFamily="1" charset="0"/>
              <a:ea typeface="Basic Roman" pitchFamily="1" charset="0"/>
              <a:cs typeface="Basic Roman" pitchFamily="1" charset="0"/>
            </a:endParaRPr>
          </a:p>
        </p:txBody>
      </p:sp>
      <p:sp>
        <p:nvSpPr>
          <p:cNvPr id="7" name="PlaceHolder 6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GFgAAVykAABAAAAAmAAAACAAAAL+fAAD/HwAA"/>
              </a:ext>
            </a:extLst>
          </p:cNvSpPr>
          <p:nvPr>
            <p:ph type="dt" idx="2"/>
          </p:nvPr>
        </p:nvSpPr>
        <p:spPr>
          <a:xfrm>
            <a:off x="838200" y="6356350"/>
            <a:ext cx="27419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>
              <a:buNone/>
              <a:defRPr lang="en-us" sz="1400" b="0" strike="noStrike" cap="none" spc="0">
                <a:solidFill>
                  <a:srgbClr val="000000"/>
                </a:solidFill>
                <a:latin typeface="Times New Roman" pitchFamily="1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>
              <a:buNone/>
              <a:defRPr lang="en-us"/>
            </a:pPr>
            <a: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hdr="0" ftr="0" dt="0"/>
  <p:txStyles>
    <p:titleStyle>
      <a:lvl1pPr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4400" b="0" i="0" u="none" strike="noStrike" kern="1" cap="none" spc="0" baseline="0">
          <a:solidFill>
            <a:schemeClr val="tx2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2pPr>
      <a:lvl3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3pPr>
      <a:lvl4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4pPr>
      <a:lvl5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5pPr>
      <a:lvl6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6pPr>
      <a:lvl7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7pPr>
      <a:lvl8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8pPr>
      <a:lvl9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9pPr>
    </p:titleStyle>
    <p:bodyStyle>
      <a:lvl1pPr marL="342900" marR="0" indent="-3429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32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742950" marR="0" indent="-28575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2pPr>
      <a:lvl3pPr marL="1143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4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3pPr>
      <a:lvl4pPr marL="1600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4pPr>
      <a:lvl5pPr marL="20574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»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5pPr>
      <a:lvl6pPr marL="25146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6pPr>
      <a:lvl7pPr marL="29718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7pPr>
      <a:lvl8pPr marL="3429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8pPr>
      <a:lvl9pPr marL="3886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9pPr>
    </p:bodyStyle>
    <p:other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8BAAA/RwAAuQgAABAAAAAmAAAACAAAAL8fAAD/HwAA"/>
              </a:ext>
            </a:extLst>
          </p:cNvSpPr>
          <p:nvPr>
            <p:ph type="title"/>
          </p:nvPr>
        </p:nvSpPr>
        <p:spPr>
          <a:xfrm>
            <a:off x="609600" y="273685"/>
            <a:ext cx="10972165" cy="114427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indent="0">
              <a:buNone/>
            </a:pPr>
            <a:r>
              <a:rPr lang="en-us" cap="none">
                <a:solidFill>
                  <a:srgbClr val="000000"/>
                </a:solidFill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mMgAAVykAABAAAAAmAAAACAAAAL+fAAD/HwAA"/>
              </a:ext>
            </a:extLst>
          </p:cNvSpPr>
          <p:nvPr>
            <p:ph type="ftr" idx="3"/>
          </p:nvPr>
        </p:nvSpPr>
        <p:spPr>
          <a:xfrm>
            <a:off x="4038600" y="6356350"/>
            <a:ext cx="41135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cap="none" spc="0">
                <a:solidFill>
                  <a:srgbClr val="000000"/>
                </a:solidFill>
                <a:latin typeface="Times New Roman" pitchFamily="1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/>
            </a:pPr>
            <a:r>
              <a:t>&lt;footer&gt;</a:t>
            </a:r>
          </a:p>
        </p:txBody>
      </p:sp>
      <p:sp>
        <p:nvSpPr>
          <p:cNvPr id="4" name="PlaceHolder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WRQAAVykAABAAAAAmAAAACAAAAL+fAAD/HwAA"/>
              </a:ext>
            </a:extLst>
          </p:cNvSpPr>
          <p:nvPr>
            <p:ph type="sldNum" idx="4"/>
          </p:nvPr>
        </p:nvSpPr>
        <p:spPr>
          <a:xfrm>
            <a:off x="8610600" y="6356350"/>
            <a:ext cx="27419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cap="none" spc="0">
                <a:solidFill>
                  <a:srgbClr val="8B8B8B"/>
                </a:solidFill>
                <a:latin typeface="Calibri" pitchFamily="2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/>
            </a:pPr>
            <a:fld id="{18656646-08F5-3090-BBDD-FEC528934DAB}" type="slidenum">
              <a:t>‹#›</a:t>
            </a:fld>
            <a:endParaRPr lang="en-us" cap="none">
              <a:solidFill>
                <a:srgbClr val="000000"/>
              </a:solidFill>
              <a:latin typeface="Times New Roman" pitchFamily="1" charset="0"/>
              <a:ea typeface="Basic Roman" pitchFamily="1" charset="0"/>
              <a:cs typeface="Basic Roman" pitchFamily="1" charset="0"/>
            </a:endParaRPr>
          </a:p>
        </p:txBody>
      </p:sp>
      <p:sp>
        <p:nvSpPr>
          <p:cNvPr id="5" name="PlaceHolder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GFgAAVykAABAAAAAmAAAACAAAAL+fAAD/HwAA"/>
              </a:ext>
            </a:extLst>
          </p:cNvSpPr>
          <p:nvPr>
            <p:ph type="dt" idx="2"/>
          </p:nvPr>
        </p:nvSpPr>
        <p:spPr>
          <a:xfrm>
            <a:off x="838200" y="6356350"/>
            <a:ext cx="27419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>
              <a:buNone/>
              <a:defRPr lang="en-us" sz="1400" b="0" strike="noStrike" cap="none" spc="0">
                <a:solidFill>
                  <a:srgbClr val="000000"/>
                </a:solidFill>
                <a:latin typeface="Times New Roman" pitchFamily="1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>
              <a:buNone/>
              <a:defRPr lang="en-us"/>
            </a:pPr>
            <a: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hf hdr="0" ftr="0" dt="0"/>
  <p:txStyles>
    <p:titleStyle>
      <a:lvl1pPr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4400" b="0" i="0" u="none" strike="noStrike" kern="1" cap="none" spc="0" baseline="0">
          <a:solidFill>
            <a:schemeClr val="tx2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2pPr>
      <a:lvl3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3pPr>
      <a:lvl4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4pPr>
      <a:lvl5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5pPr>
      <a:lvl6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6pPr>
      <a:lvl7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7pPr>
      <a:lvl8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8pPr>
      <a:lvl9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9pPr>
    </p:titleStyle>
    <p:bodyStyle>
      <a:lvl1pPr marL="342900" marR="0" indent="-3429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32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742950" marR="0" indent="-28575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2pPr>
      <a:lvl3pPr marL="1143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4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3pPr>
      <a:lvl4pPr marL="1600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4pPr>
      <a:lvl5pPr marL="20574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»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5pPr>
      <a:lvl6pPr marL="25146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6pPr>
      <a:lvl7pPr marL="29718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7pPr>
      <a:lvl8pPr marL="3429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8pPr>
      <a:lvl9pPr marL="3886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9pPr>
    </p:bodyStyle>
    <p:other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mMgAAVykAABAAAAAmAAAACAAAAL+fAAD/HwAA"/>
              </a:ext>
            </a:extLst>
          </p:cNvSpPr>
          <p:nvPr>
            <p:ph type="ftr" idx="3"/>
          </p:nvPr>
        </p:nvSpPr>
        <p:spPr>
          <a:xfrm>
            <a:off x="4038600" y="6356350"/>
            <a:ext cx="41135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cap="none" spc="0">
                <a:solidFill>
                  <a:srgbClr val="000000"/>
                </a:solidFill>
                <a:latin typeface="Times New Roman" pitchFamily="1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/>
            </a:pPr>
            <a:r>
              <a:t>&lt;footer&gt;</a:t>
            </a:r>
          </a:p>
        </p:txBody>
      </p:sp>
      <p:sp>
        <p:nvSpPr>
          <p:cNvPr id="3" name="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P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WRQAAVykAABAAAAAmAAAACAAAAL+fAAD/HwAA"/>
              </a:ext>
            </a:extLst>
          </p:cNvSpPr>
          <p:nvPr>
            <p:ph type="sldNum" idx="4"/>
          </p:nvPr>
        </p:nvSpPr>
        <p:spPr>
          <a:xfrm>
            <a:off x="8610600" y="6356350"/>
            <a:ext cx="27419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cap="none" spc="0">
                <a:solidFill>
                  <a:srgbClr val="8B8B8B"/>
                </a:solidFill>
                <a:latin typeface="Calibri" pitchFamily="2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/>
            </a:pPr>
            <a:fld id="{06FE95C1-8FEB-AB63-A546-7936DB08532C}" type="slidenum">
              <a:t>‹#›</a:t>
            </a:fld>
            <a:endParaRPr lang="en-us" cap="none">
              <a:solidFill>
                <a:srgbClr val="000000"/>
              </a:solidFill>
              <a:latin typeface="Times New Roman" pitchFamily="1" charset="0"/>
              <a:ea typeface="Basic Roman" pitchFamily="1" charset="0"/>
              <a:cs typeface="Basic Roman" pitchFamily="1" charset="0"/>
            </a:endParaRPr>
          </a:p>
        </p:txBody>
      </p:sp>
      <p:sp>
        <p:nvSpPr>
          <p:cNvPr id="4" name="PlaceHolder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GFgAAVykAABAAAAAmAAAACAAAAL+fAAD/HwAA"/>
              </a:ext>
            </a:extLst>
          </p:cNvSpPr>
          <p:nvPr>
            <p:ph type="dt" idx="2"/>
          </p:nvPr>
        </p:nvSpPr>
        <p:spPr>
          <a:xfrm>
            <a:off x="838200" y="6356350"/>
            <a:ext cx="27419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>
              <a:buNone/>
              <a:defRPr lang="en-us" sz="1400" b="0" strike="noStrike" cap="none" spc="0">
                <a:solidFill>
                  <a:srgbClr val="000000"/>
                </a:solidFill>
                <a:latin typeface="Times New Roman" pitchFamily="1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>
              <a:buNone/>
              <a:defRPr lang="en-us"/>
            </a:pPr>
            <a: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hf hdr="0" ftr="0" dt="0"/>
  <p:txStyles>
    <p:titleStyle>
      <a:lvl1pPr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4400" b="0" i="0" u="none" strike="noStrike" kern="1" cap="none" spc="0" baseline="0">
          <a:solidFill>
            <a:schemeClr val="tx2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2pPr>
      <a:lvl3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3pPr>
      <a:lvl4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4pPr>
      <a:lvl5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5pPr>
      <a:lvl6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6pPr>
      <a:lvl7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7pPr>
      <a:lvl8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8pPr>
      <a:lvl9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9pPr>
    </p:titleStyle>
    <p:bodyStyle>
      <a:lvl1pPr marL="342900" marR="0" indent="-3429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32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742950" marR="0" indent="-28575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2pPr>
      <a:lvl3pPr marL="1143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4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3pPr>
      <a:lvl4pPr marL="1600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4pPr>
      <a:lvl5pPr marL="20574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»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5pPr>
      <a:lvl6pPr marL="25146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6pPr>
      <a:lvl7pPr marL="29718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7pPr>
      <a:lvl8pPr marL="3429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8pPr>
      <a:lvl9pPr marL="3886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9pPr>
    </p:bodyStyle>
    <p:other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8BAAA/RwAAuQgAABAAAAAmAAAACAAAAL8fAAD/HwAA"/>
              </a:ext>
            </a:extLst>
          </p:cNvSpPr>
          <p:nvPr>
            <p:ph type="title"/>
          </p:nvPr>
        </p:nvSpPr>
        <p:spPr>
          <a:xfrm>
            <a:off x="609600" y="273685"/>
            <a:ext cx="10972165" cy="114427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indent="0">
              <a:buNone/>
            </a:pPr>
            <a:r>
              <a:rPr lang="en-us" cap="none">
                <a:solidFill>
                  <a:srgbClr val="000000"/>
                </a:solidFill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8JAACvJAAAiRUAABAAAAAmAAAACAAAAL8fAAD/HwAA"/>
              </a:ext>
            </a:extLst>
          </p:cNvSpPr>
          <p:nvPr>
            <p:ph type="body"/>
          </p:nvPr>
        </p:nvSpPr>
        <p:spPr>
          <a:xfrm>
            <a:off x="609600" y="1604645"/>
            <a:ext cx="5353685" cy="189611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431800" indent="-323850">
              <a:spcBef>
                <a:spcPts val="1005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Click to edit the outline text format</a:t>
            </a:r>
          </a:p>
          <a:p>
            <a:pPr marL="864235" lvl="1" indent="-323850">
              <a:spcBef>
                <a:spcPts val="800"/>
              </a:spcBef>
              <a:buClrTx/>
              <a:buSzPts val="960"/>
              <a:buFont typeface="Symbol" pitchFamily="1" charset="0"/>
              <a:buChar char="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Second Outline Level</a:t>
            </a:r>
          </a:p>
          <a:p>
            <a:pPr marL="1296035" lvl="2" indent="-288290">
              <a:spcBef>
                <a:spcPts val="605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Third Outline Level</a:t>
            </a:r>
          </a:p>
          <a:p>
            <a:pPr marL="1727835" lvl="3" indent="-215900">
              <a:spcBef>
                <a:spcPts val="400"/>
              </a:spcBef>
              <a:buClrTx/>
              <a:buSzPts val="960"/>
              <a:buFont typeface="Symbol" pitchFamily="1" charset="0"/>
              <a:buChar char="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Fourth Outline Level</a:t>
            </a:r>
          </a:p>
          <a:p>
            <a:pPr marL="2160270" lvl="4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Fifth Outline Level</a:t>
            </a:r>
          </a:p>
          <a:p>
            <a:pPr marL="2592070" lvl="5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Sixth Outline Level</a:t>
            </a:r>
          </a:p>
          <a:p>
            <a:pPr marL="3023870" lvl="6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Seventh Outline Level</a:t>
            </a:r>
          </a:p>
        </p:txBody>
      </p:sp>
      <p:sp>
        <p:nvSpPr>
          <p:cNvPr id="4" name="PlaceHolder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iYAAN8JAABFRwAAViIAABAAAAAmAAAACAAAAL8fAAD/HwAA"/>
              </a:ext>
            </a:extLst>
          </p:cNvSpPr>
          <p:nvPr>
            <p:ph type="body"/>
          </p:nvPr>
        </p:nvSpPr>
        <p:spPr>
          <a:xfrm>
            <a:off x="6231890" y="1604645"/>
            <a:ext cx="5353685" cy="397700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431800" indent="-323850">
              <a:spcBef>
                <a:spcPts val="1415"/>
              </a:spcBef>
              <a:buClrTx/>
              <a:buSzPts val="144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Click to edit the outline text format</a:t>
            </a:r>
          </a:p>
          <a:p>
            <a:pPr marL="864235" lvl="1" indent="-323850">
              <a:spcBef>
                <a:spcPts val="1130"/>
              </a:spcBef>
              <a:buClrTx/>
              <a:buSzPts val="2100"/>
              <a:buFont typeface="Symbol" pitchFamily="1" charset="0"/>
              <a:buChar char=""/>
            </a:pPr>
            <a:r>
              <a:rPr lang="en-us" cap="none">
                <a:solidFill>
                  <a:srgbClr val="000000"/>
                </a:solidFill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Tx/>
              <a:buSzPts val="108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Tx/>
              <a:buSzPts val="1500"/>
              <a:buFont typeface="Symbol" pitchFamily="1" charset="0"/>
              <a:buChar char=""/>
            </a:pPr>
            <a:r>
              <a:rPr lang="en-us" cap="none">
                <a:solidFill>
                  <a:srgbClr val="000000"/>
                </a:solidFill>
              </a:rPr>
              <a:t>Fourth Outline Level</a:t>
            </a:r>
          </a:p>
          <a:p>
            <a:pPr marL="2160270" lvl="4" indent="-215900">
              <a:spcBef>
                <a:spcPts val="280"/>
              </a:spcBef>
              <a:buClrTx/>
              <a:buSzPts val="90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Fifth Outline Level</a:t>
            </a:r>
          </a:p>
          <a:p>
            <a:pPr marL="2592070" lvl="5" indent="-215900">
              <a:spcBef>
                <a:spcPts val="280"/>
              </a:spcBef>
              <a:buClrTx/>
              <a:buSzPts val="90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Sixth Outline Level</a:t>
            </a:r>
          </a:p>
          <a:p>
            <a:pPr marL="3023870" lvl="6" indent="-215900">
              <a:spcBef>
                <a:spcPts val="280"/>
              </a:spcBef>
              <a:buClrTx/>
              <a:buSzPts val="90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Seventh Outline Level</a:t>
            </a:r>
          </a:p>
        </p:txBody>
      </p:sp>
      <p:sp>
        <p:nvSpPr>
          <p:cNvPr id="5" name="PlaceHolder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cWAACvJAAAUSIAABAAAAAmAAAACAAAAL8fAAD/HwAA"/>
              </a:ext>
            </a:extLst>
          </p:cNvSpPr>
          <p:nvPr>
            <p:ph type="body"/>
          </p:nvPr>
        </p:nvSpPr>
        <p:spPr>
          <a:xfrm>
            <a:off x="609600" y="3682365"/>
            <a:ext cx="5353685" cy="189611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431800" indent="-323850">
              <a:spcBef>
                <a:spcPts val="1005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Click to edit the outline text format</a:t>
            </a:r>
          </a:p>
          <a:p>
            <a:pPr marL="864235" lvl="1" indent="-323850">
              <a:spcBef>
                <a:spcPts val="800"/>
              </a:spcBef>
              <a:buClrTx/>
              <a:buSzPts val="960"/>
              <a:buFont typeface="Symbol" pitchFamily="1" charset="0"/>
              <a:buChar char="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Second Outline Level</a:t>
            </a:r>
          </a:p>
          <a:p>
            <a:pPr marL="1296035" lvl="2" indent="-288290">
              <a:spcBef>
                <a:spcPts val="605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Third Outline Level</a:t>
            </a:r>
          </a:p>
          <a:p>
            <a:pPr marL="1727835" lvl="3" indent="-215900">
              <a:spcBef>
                <a:spcPts val="400"/>
              </a:spcBef>
              <a:buClrTx/>
              <a:buSzPts val="960"/>
              <a:buFont typeface="Symbol" pitchFamily="1" charset="0"/>
              <a:buChar char="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Fourth Outline Level</a:t>
            </a:r>
          </a:p>
          <a:p>
            <a:pPr marL="2160270" lvl="4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Fifth Outline Level</a:t>
            </a:r>
          </a:p>
          <a:p>
            <a:pPr marL="2592070" lvl="5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Sixth Outline Level</a:t>
            </a:r>
          </a:p>
          <a:p>
            <a:pPr marL="3023870" lvl="6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Seventh Outline Level</a:t>
            </a:r>
          </a:p>
        </p:txBody>
      </p:sp>
      <p:sp>
        <p:nvSpPr>
          <p:cNvPr id="6" name="PlaceHolder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mMgAAVykAABAAAAAmAAAACAAAAL+fAAD/HwAA"/>
              </a:ext>
            </a:extLst>
          </p:cNvSpPr>
          <p:nvPr>
            <p:ph type="ftr" idx="3"/>
          </p:nvPr>
        </p:nvSpPr>
        <p:spPr>
          <a:xfrm>
            <a:off x="4038600" y="6356350"/>
            <a:ext cx="41135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cap="none" spc="0">
                <a:solidFill>
                  <a:srgbClr val="000000"/>
                </a:solidFill>
                <a:latin typeface="Times New Roman" pitchFamily="1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/>
            </a:pPr>
            <a:r>
              <a:t>&lt;footer&gt;</a:t>
            </a:r>
          </a:p>
        </p:txBody>
      </p:sp>
      <p:sp>
        <p:nvSpPr>
          <p:cNvPr id="7" name="PlaceHolder 6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WRQAAVykAABAAAAAmAAAACAAAAL+fAAD/HwAA"/>
              </a:ext>
            </a:extLst>
          </p:cNvSpPr>
          <p:nvPr>
            <p:ph type="sldNum" idx="4"/>
          </p:nvPr>
        </p:nvSpPr>
        <p:spPr>
          <a:xfrm>
            <a:off x="8610600" y="6356350"/>
            <a:ext cx="27419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cap="none" spc="0">
                <a:solidFill>
                  <a:srgbClr val="8B8B8B"/>
                </a:solidFill>
                <a:latin typeface="Calibri" pitchFamily="2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/>
            </a:pPr>
            <a:fld id="{5BB9220E-40B6-ECD4-F801-B6816C4F0EE3}" type="slidenum">
              <a:t>‹#›</a:t>
            </a:fld>
            <a:endParaRPr lang="en-us" cap="none">
              <a:solidFill>
                <a:srgbClr val="000000"/>
              </a:solidFill>
              <a:latin typeface="Times New Roman" pitchFamily="1" charset="0"/>
              <a:ea typeface="Basic Roman" pitchFamily="1" charset="0"/>
              <a:cs typeface="Basic Roman" pitchFamily="1" charset="0"/>
            </a:endParaRPr>
          </a:p>
        </p:txBody>
      </p:sp>
      <p:sp>
        <p:nvSpPr>
          <p:cNvPr id="8" name="PlaceHolder 7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GFgAAVykAABAAAAAmAAAACAAAAL+fAAD/HwAA"/>
              </a:ext>
            </a:extLst>
          </p:cNvSpPr>
          <p:nvPr>
            <p:ph type="dt" idx="2"/>
          </p:nvPr>
        </p:nvSpPr>
        <p:spPr>
          <a:xfrm>
            <a:off x="838200" y="6356350"/>
            <a:ext cx="27419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>
              <a:buNone/>
              <a:defRPr lang="en-us" sz="1400" b="0" strike="noStrike" cap="none" spc="0">
                <a:solidFill>
                  <a:srgbClr val="000000"/>
                </a:solidFill>
                <a:latin typeface="Times New Roman" pitchFamily="1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>
              <a:buNone/>
              <a:defRPr lang="en-us"/>
            </a:pPr>
            <a: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hf hdr="0" ftr="0" dt="0"/>
  <p:txStyles>
    <p:titleStyle>
      <a:lvl1pPr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4400" b="0" i="0" u="none" strike="noStrike" kern="1" cap="none" spc="0" baseline="0">
          <a:solidFill>
            <a:schemeClr val="tx2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2pPr>
      <a:lvl3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3pPr>
      <a:lvl4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4pPr>
      <a:lvl5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5pPr>
      <a:lvl6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6pPr>
      <a:lvl7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7pPr>
      <a:lvl8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8pPr>
      <a:lvl9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9pPr>
    </p:titleStyle>
    <p:bodyStyle>
      <a:lvl1pPr marL="342900" marR="0" indent="-3429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32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742950" marR="0" indent="-28575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2pPr>
      <a:lvl3pPr marL="1143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4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3pPr>
      <a:lvl4pPr marL="1600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4pPr>
      <a:lvl5pPr marL="20574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»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5pPr>
      <a:lvl6pPr marL="25146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6pPr>
      <a:lvl7pPr marL="29718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7pPr>
      <a:lvl8pPr marL="3429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8pPr>
      <a:lvl9pPr marL="3886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9pPr>
    </p:bodyStyle>
    <p:other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8BAAA/RwAAuQgAABAAAAAmAAAACAAAAL8fAAD/HwAA"/>
              </a:ext>
            </a:extLst>
          </p:cNvSpPr>
          <p:nvPr>
            <p:ph type="title"/>
          </p:nvPr>
        </p:nvSpPr>
        <p:spPr>
          <a:xfrm>
            <a:off x="609600" y="273685"/>
            <a:ext cx="10972165" cy="114427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indent="0">
              <a:buNone/>
            </a:pPr>
            <a:r>
              <a:rPr lang="en-us" cap="none">
                <a:solidFill>
                  <a:srgbClr val="000000"/>
                </a:solidFill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8JAACvJAAAViIAABAAAAAmAAAACAAAAL8fAAD/HwAA"/>
              </a:ext>
            </a:extLst>
          </p:cNvSpPr>
          <p:nvPr>
            <p:ph type="body"/>
          </p:nvPr>
        </p:nvSpPr>
        <p:spPr>
          <a:xfrm>
            <a:off x="609600" y="1604645"/>
            <a:ext cx="5353685" cy="397700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431800" indent="-323850">
              <a:spcBef>
                <a:spcPts val="1415"/>
              </a:spcBef>
              <a:buClrTx/>
              <a:buSzPts val="144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Click to edit the outline text format</a:t>
            </a:r>
          </a:p>
          <a:p>
            <a:pPr marL="864235" lvl="1" indent="-323850">
              <a:spcBef>
                <a:spcPts val="1130"/>
              </a:spcBef>
              <a:buClrTx/>
              <a:buSzPts val="2100"/>
              <a:buFont typeface="Symbol" pitchFamily="1" charset="0"/>
              <a:buChar char=""/>
            </a:pPr>
            <a:r>
              <a:rPr lang="en-us" cap="none">
                <a:solidFill>
                  <a:srgbClr val="000000"/>
                </a:solidFill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Tx/>
              <a:buSzPts val="108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Tx/>
              <a:buSzPts val="1500"/>
              <a:buFont typeface="Symbol" pitchFamily="1" charset="0"/>
              <a:buChar char=""/>
            </a:pPr>
            <a:r>
              <a:rPr lang="en-us" cap="none">
                <a:solidFill>
                  <a:srgbClr val="000000"/>
                </a:solidFill>
              </a:rPr>
              <a:t>Fourth Outline Level</a:t>
            </a:r>
          </a:p>
          <a:p>
            <a:pPr marL="2160270" lvl="4" indent="-215900">
              <a:spcBef>
                <a:spcPts val="280"/>
              </a:spcBef>
              <a:buClrTx/>
              <a:buSzPts val="90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Fifth Outline Level</a:t>
            </a:r>
          </a:p>
          <a:p>
            <a:pPr marL="2592070" lvl="5" indent="-215900">
              <a:spcBef>
                <a:spcPts val="280"/>
              </a:spcBef>
              <a:buClrTx/>
              <a:buSzPts val="90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Sixth Outline Level</a:t>
            </a:r>
          </a:p>
          <a:p>
            <a:pPr marL="3023870" lvl="6" indent="-215900">
              <a:spcBef>
                <a:spcPts val="280"/>
              </a:spcBef>
              <a:buClrTx/>
              <a:buSzPts val="90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Seventh Outline Level</a:t>
            </a:r>
          </a:p>
        </p:txBody>
      </p:sp>
      <p:sp>
        <p:nvSpPr>
          <p:cNvPr id="4" name="PlaceHolder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iYAAN8JAABFRwAAiRUAABAAAAAmAAAACAAAAL8fAAD/HwAA"/>
              </a:ext>
            </a:extLst>
          </p:cNvSpPr>
          <p:nvPr>
            <p:ph type="body"/>
          </p:nvPr>
        </p:nvSpPr>
        <p:spPr>
          <a:xfrm>
            <a:off x="6231890" y="1604645"/>
            <a:ext cx="5353685" cy="189611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431800" indent="-323850">
              <a:spcBef>
                <a:spcPts val="1005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Click to edit the outline text format</a:t>
            </a:r>
          </a:p>
          <a:p>
            <a:pPr marL="864235" lvl="1" indent="-323850">
              <a:spcBef>
                <a:spcPts val="800"/>
              </a:spcBef>
              <a:buClrTx/>
              <a:buSzPts val="960"/>
              <a:buFont typeface="Symbol" pitchFamily="1" charset="0"/>
              <a:buChar char="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Second Outline Level</a:t>
            </a:r>
          </a:p>
          <a:p>
            <a:pPr marL="1296035" lvl="2" indent="-288290">
              <a:spcBef>
                <a:spcPts val="605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Third Outline Level</a:t>
            </a:r>
          </a:p>
          <a:p>
            <a:pPr marL="1727835" lvl="3" indent="-215900">
              <a:spcBef>
                <a:spcPts val="400"/>
              </a:spcBef>
              <a:buClrTx/>
              <a:buSzPts val="960"/>
              <a:buFont typeface="Symbol" pitchFamily="1" charset="0"/>
              <a:buChar char="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Fourth Outline Level</a:t>
            </a:r>
          </a:p>
          <a:p>
            <a:pPr marL="2160270" lvl="4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Fifth Outline Level</a:t>
            </a:r>
          </a:p>
          <a:p>
            <a:pPr marL="2592070" lvl="5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Sixth Outline Level</a:t>
            </a:r>
          </a:p>
          <a:p>
            <a:pPr marL="3023870" lvl="6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Seventh Outline Level</a:t>
            </a:r>
          </a:p>
        </p:txBody>
      </p:sp>
      <p:sp>
        <p:nvSpPr>
          <p:cNvPr id="5" name="PlaceHolder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iYAAKcWAABFRwAAUSIAABAAAAAmAAAACAAAAL8fAAD/HwAA"/>
              </a:ext>
            </a:extLst>
          </p:cNvSpPr>
          <p:nvPr>
            <p:ph type="body"/>
          </p:nvPr>
        </p:nvSpPr>
        <p:spPr>
          <a:xfrm>
            <a:off x="6231890" y="3682365"/>
            <a:ext cx="5353685" cy="189611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431800" indent="-323850">
              <a:spcBef>
                <a:spcPts val="1005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Click to edit the outline text format</a:t>
            </a:r>
          </a:p>
          <a:p>
            <a:pPr marL="864235" lvl="1" indent="-323850">
              <a:spcBef>
                <a:spcPts val="800"/>
              </a:spcBef>
              <a:buClrTx/>
              <a:buSzPts val="960"/>
              <a:buFont typeface="Symbol" pitchFamily="1" charset="0"/>
              <a:buChar char="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Second Outline Level</a:t>
            </a:r>
          </a:p>
          <a:p>
            <a:pPr marL="1296035" lvl="2" indent="-288290">
              <a:spcBef>
                <a:spcPts val="605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Third Outline Level</a:t>
            </a:r>
          </a:p>
          <a:p>
            <a:pPr marL="1727835" lvl="3" indent="-215900">
              <a:spcBef>
                <a:spcPts val="400"/>
              </a:spcBef>
              <a:buClrTx/>
              <a:buSzPts val="960"/>
              <a:buFont typeface="Symbol" pitchFamily="1" charset="0"/>
              <a:buChar char="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Fourth Outline Level</a:t>
            </a:r>
          </a:p>
          <a:p>
            <a:pPr marL="2160270" lvl="4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Fifth Outline Level</a:t>
            </a:r>
          </a:p>
          <a:p>
            <a:pPr marL="2592070" lvl="5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Sixth Outline Level</a:t>
            </a:r>
          </a:p>
          <a:p>
            <a:pPr marL="3023870" lvl="6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Seventh Outline Level</a:t>
            </a:r>
          </a:p>
        </p:txBody>
      </p:sp>
      <p:sp>
        <p:nvSpPr>
          <p:cNvPr id="6" name="PlaceHolder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mMgAAVykAABAAAAAmAAAACAAAAL+fAAD/HwAA"/>
              </a:ext>
            </a:extLst>
          </p:cNvSpPr>
          <p:nvPr>
            <p:ph type="ftr" idx="3"/>
          </p:nvPr>
        </p:nvSpPr>
        <p:spPr>
          <a:xfrm>
            <a:off x="4038600" y="6356350"/>
            <a:ext cx="41135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cap="none" spc="0">
                <a:solidFill>
                  <a:srgbClr val="000000"/>
                </a:solidFill>
                <a:latin typeface="Times New Roman" pitchFamily="1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/>
            </a:pPr>
            <a:r>
              <a:t>&lt;footer&gt;</a:t>
            </a:r>
          </a:p>
        </p:txBody>
      </p:sp>
      <p:sp>
        <p:nvSpPr>
          <p:cNvPr id="7" name="PlaceHolder 6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WRQAAVykAABAAAAAmAAAACAAAAL+fAAD/HwAA"/>
              </a:ext>
            </a:extLst>
          </p:cNvSpPr>
          <p:nvPr>
            <p:ph type="sldNum" idx="4"/>
          </p:nvPr>
        </p:nvSpPr>
        <p:spPr>
          <a:xfrm>
            <a:off x="8610600" y="6356350"/>
            <a:ext cx="27419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cap="none" spc="0">
                <a:solidFill>
                  <a:srgbClr val="8B8B8B"/>
                </a:solidFill>
                <a:latin typeface="Calibri" pitchFamily="2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/>
            </a:pPr>
            <a:fld id="{4D892DB6-F8A0-DCDB-EE31-0E8E637F185B}" type="slidenum">
              <a:t>‹#›</a:t>
            </a:fld>
            <a:endParaRPr lang="en-us" cap="none">
              <a:solidFill>
                <a:srgbClr val="000000"/>
              </a:solidFill>
              <a:latin typeface="Times New Roman" pitchFamily="1" charset="0"/>
              <a:ea typeface="Basic Roman" pitchFamily="1" charset="0"/>
              <a:cs typeface="Basic Roman" pitchFamily="1" charset="0"/>
            </a:endParaRPr>
          </a:p>
        </p:txBody>
      </p:sp>
      <p:sp>
        <p:nvSpPr>
          <p:cNvPr id="8" name="PlaceHolder 7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GFgAAVykAABAAAAAmAAAACAAAAL+fAAD/HwAA"/>
              </a:ext>
            </a:extLst>
          </p:cNvSpPr>
          <p:nvPr>
            <p:ph type="dt" idx="2"/>
          </p:nvPr>
        </p:nvSpPr>
        <p:spPr>
          <a:xfrm>
            <a:off x="838200" y="6356350"/>
            <a:ext cx="27419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>
              <a:buNone/>
              <a:defRPr lang="en-us" sz="1400" b="0" strike="noStrike" cap="none" spc="0">
                <a:solidFill>
                  <a:srgbClr val="000000"/>
                </a:solidFill>
                <a:latin typeface="Times New Roman" pitchFamily="1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>
              <a:buNone/>
              <a:defRPr lang="en-us"/>
            </a:pPr>
            <a: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hf hdr="0" ftr="0" dt="0"/>
  <p:txStyles>
    <p:titleStyle>
      <a:lvl1pPr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4400" b="0" i="0" u="none" strike="noStrike" kern="1" cap="none" spc="0" baseline="0">
          <a:solidFill>
            <a:schemeClr val="tx2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2pPr>
      <a:lvl3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3pPr>
      <a:lvl4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4pPr>
      <a:lvl5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5pPr>
      <a:lvl6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6pPr>
      <a:lvl7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7pPr>
      <a:lvl8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8pPr>
      <a:lvl9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9pPr>
    </p:titleStyle>
    <p:bodyStyle>
      <a:lvl1pPr marL="342900" marR="0" indent="-3429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32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742950" marR="0" indent="-28575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2pPr>
      <a:lvl3pPr marL="1143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4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3pPr>
      <a:lvl4pPr marL="1600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4pPr>
      <a:lvl5pPr marL="20574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»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5pPr>
      <a:lvl6pPr marL="25146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6pPr>
      <a:lvl7pPr marL="29718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7pPr>
      <a:lvl8pPr marL="3429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8pPr>
      <a:lvl9pPr marL="3886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9pPr>
    </p:bodyStyle>
    <p:other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8BAAA/RwAAuQgAABAAAAAmAAAACAAAAL8fAAD/HwAA"/>
              </a:ext>
            </a:extLst>
          </p:cNvSpPr>
          <p:nvPr>
            <p:ph type="title"/>
          </p:nvPr>
        </p:nvSpPr>
        <p:spPr>
          <a:xfrm>
            <a:off x="609600" y="273685"/>
            <a:ext cx="10972165" cy="114427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indent="0">
              <a:buNone/>
            </a:pPr>
            <a:r>
              <a:rPr lang="en-us" cap="none">
                <a:solidFill>
                  <a:srgbClr val="000000"/>
                </a:solidFill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8JAACvJAAAiRUAABAAAAAmAAAACAAAAL8fAAD/HwAA"/>
              </a:ext>
            </a:extLst>
          </p:cNvSpPr>
          <p:nvPr>
            <p:ph type="body"/>
          </p:nvPr>
        </p:nvSpPr>
        <p:spPr>
          <a:xfrm>
            <a:off x="609600" y="1604645"/>
            <a:ext cx="5353685" cy="189611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431800" indent="-323850">
              <a:spcBef>
                <a:spcPts val="1005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Click to edit the outline text format</a:t>
            </a:r>
          </a:p>
          <a:p>
            <a:pPr marL="864235" lvl="1" indent="-323850">
              <a:spcBef>
                <a:spcPts val="800"/>
              </a:spcBef>
              <a:buClrTx/>
              <a:buSzPts val="960"/>
              <a:buFont typeface="Symbol" pitchFamily="1" charset="0"/>
              <a:buChar char="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Second Outline Level</a:t>
            </a:r>
          </a:p>
          <a:p>
            <a:pPr marL="1296035" lvl="2" indent="-288290">
              <a:spcBef>
                <a:spcPts val="605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Third Outline Level</a:t>
            </a:r>
          </a:p>
          <a:p>
            <a:pPr marL="1727835" lvl="3" indent="-215900">
              <a:spcBef>
                <a:spcPts val="400"/>
              </a:spcBef>
              <a:buClrTx/>
              <a:buSzPts val="960"/>
              <a:buFont typeface="Symbol" pitchFamily="1" charset="0"/>
              <a:buChar char="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Fourth Outline Level</a:t>
            </a:r>
          </a:p>
          <a:p>
            <a:pPr marL="2160270" lvl="4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Fifth Outline Level</a:t>
            </a:r>
          </a:p>
          <a:p>
            <a:pPr marL="2592070" lvl="5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Sixth Outline Level</a:t>
            </a:r>
          </a:p>
          <a:p>
            <a:pPr marL="3023870" lvl="6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Seventh Outline Level</a:t>
            </a:r>
          </a:p>
        </p:txBody>
      </p:sp>
      <p:sp>
        <p:nvSpPr>
          <p:cNvPr id="4" name="PlaceHolder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iYAAN8JAABFRwAAiRUAABAAAAAmAAAACAAAAL8fAAD/HwAA"/>
              </a:ext>
            </a:extLst>
          </p:cNvSpPr>
          <p:nvPr>
            <p:ph type="body"/>
          </p:nvPr>
        </p:nvSpPr>
        <p:spPr>
          <a:xfrm>
            <a:off x="6231890" y="1604645"/>
            <a:ext cx="5353685" cy="189611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431800" indent="-323850">
              <a:spcBef>
                <a:spcPts val="1005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Click to edit the outline text format</a:t>
            </a:r>
          </a:p>
          <a:p>
            <a:pPr marL="864235" lvl="1" indent="-323850">
              <a:spcBef>
                <a:spcPts val="800"/>
              </a:spcBef>
              <a:buClrTx/>
              <a:buSzPts val="960"/>
              <a:buFont typeface="Symbol" pitchFamily="1" charset="0"/>
              <a:buChar char="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Second Outline Level</a:t>
            </a:r>
          </a:p>
          <a:p>
            <a:pPr marL="1296035" lvl="2" indent="-288290">
              <a:spcBef>
                <a:spcPts val="605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Third Outline Level</a:t>
            </a:r>
          </a:p>
          <a:p>
            <a:pPr marL="1727835" lvl="3" indent="-215900">
              <a:spcBef>
                <a:spcPts val="400"/>
              </a:spcBef>
              <a:buClrTx/>
              <a:buSzPts val="960"/>
              <a:buFont typeface="Symbol" pitchFamily="1" charset="0"/>
              <a:buChar char="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Fourth Outline Level</a:t>
            </a:r>
          </a:p>
          <a:p>
            <a:pPr marL="2160270" lvl="4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Fifth Outline Level</a:t>
            </a:r>
          </a:p>
          <a:p>
            <a:pPr marL="2592070" lvl="5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Sixth Outline Level</a:t>
            </a:r>
          </a:p>
          <a:p>
            <a:pPr marL="3023870" lvl="6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Seventh Outline Level</a:t>
            </a:r>
          </a:p>
        </p:txBody>
      </p:sp>
      <p:sp>
        <p:nvSpPr>
          <p:cNvPr id="5" name="PlaceHolder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cWAAA/RwAAUSIAABAAAAAmAAAACAAAAL8fAAD/HwAA"/>
              </a:ext>
            </a:extLst>
          </p:cNvSpPr>
          <p:nvPr>
            <p:ph type="body"/>
          </p:nvPr>
        </p:nvSpPr>
        <p:spPr>
          <a:xfrm>
            <a:off x="609600" y="3682365"/>
            <a:ext cx="10972165" cy="189611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431800" indent="-323850">
              <a:spcBef>
                <a:spcPts val="1005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Click to edit the outline text format</a:t>
            </a:r>
          </a:p>
          <a:p>
            <a:pPr marL="864235" lvl="1" indent="-323850">
              <a:spcBef>
                <a:spcPts val="800"/>
              </a:spcBef>
              <a:buClrTx/>
              <a:buSzPts val="960"/>
              <a:buFont typeface="Symbol" pitchFamily="1" charset="0"/>
              <a:buChar char="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Second Outline Level</a:t>
            </a:r>
          </a:p>
          <a:p>
            <a:pPr marL="1296035" lvl="2" indent="-288290">
              <a:spcBef>
                <a:spcPts val="605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Third Outline Level</a:t>
            </a:r>
          </a:p>
          <a:p>
            <a:pPr marL="1727835" lvl="3" indent="-215900">
              <a:spcBef>
                <a:spcPts val="400"/>
              </a:spcBef>
              <a:buClrTx/>
              <a:buSzPts val="960"/>
              <a:buFont typeface="Symbol" pitchFamily="1" charset="0"/>
              <a:buChar char="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Fourth Outline Level</a:t>
            </a:r>
          </a:p>
          <a:p>
            <a:pPr marL="2160270" lvl="4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Fifth Outline Level</a:t>
            </a:r>
          </a:p>
          <a:p>
            <a:pPr marL="2592070" lvl="5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Sixth Outline Level</a:t>
            </a:r>
          </a:p>
          <a:p>
            <a:pPr marL="3023870" lvl="6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Seventh Outline Level</a:t>
            </a:r>
          </a:p>
        </p:txBody>
      </p:sp>
      <p:sp>
        <p:nvSpPr>
          <p:cNvPr id="6" name="PlaceHolder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mMgAAVykAABAAAAAmAAAACAAAAL+fAAD/HwAA"/>
              </a:ext>
            </a:extLst>
          </p:cNvSpPr>
          <p:nvPr>
            <p:ph type="ftr" idx="3"/>
          </p:nvPr>
        </p:nvSpPr>
        <p:spPr>
          <a:xfrm>
            <a:off x="4038600" y="6356350"/>
            <a:ext cx="41135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cap="none" spc="0">
                <a:solidFill>
                  <a:srgbClr val="000000"/>
                </a:solidFill>
                <a:latin typeface="Times New Roman" pitchFamily="1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/>
            </a:pPr>
            <a:r>
              <a:t>&lt;footer&gt;</a:t>
            </a:r>
          </a:p>
        </p:txBody>
      </p:sp>
      <p:sp>
        <p:nvSpPr>
          <p:cNvPr id="7" name="PlaceHolder 6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WRQAAVykAABAAAAAmAAAACAAAAL+fAAD/HwAA"/>
              </a:ext>
            </a:extLst>
          </p:cNvSpPr>
          <p:nvPr>
            <p:ph type="sldNum" idx="4"/>
          </p:nvPr>
        </p:nvSpPr>
        <p:spPr>
          <a:xfrm>
            <a:off x="8610600" y="6356350"/>
            <a:ext cx="27419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cap="none" spc="0">
                <a:solidFill>
                  <a:srgbClr val="8B8B8B"/>
                </a:solidFill>
                <a:latin typeface="Calibri" pitchFamily="2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/>
            </a:pPr>
            <a:fld id="{6893E39D-D385-C615-CB2B-2540AD653D70}" type="slidenum">
              <a:t>‹#›</a:t>
            </a:fld>
            <a:endParaRPr lang="en-us" cap="none">
              <a:solidFill>
                <a:srgbClr val="000000"/>
              </a:solidFill>
              <a:latin typeface="Times New Roman" pitchFamily="1" charset="0"/>
              <a:ea typeface="Basic Roman" pitchFamily="1" charset="0"/>
              <a:cs typeface="Basic Roman" pitchFamily="1" charset="0"/>
            </a:endParaRPr>
          </a:p>
        </p:txBody>
      </p:sp>
      <p:sp>
        <p:nvSpPr>
          <p:cNvPr id="8" name="PlaceHolder 7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GFgAAVykAABAAAAAmAAAACAAAAL+fAAD/HwAA"/>
              </a:ext>
            </a:extLst>
          </p:cNvSpPr>
          <p:nvPr>
            <p:ph type="dt" idx="2"/>
          </p:nvPr>
        </p:nvSpPr>
        <p:spPr>
          <a:xfrm>
            <a:off x="838200" y="6356350"/>
            <a:ext cx="27419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>
              <a:buNone/>
              <a:defRPr lang="en-us" sz="1400" b="0" strike="noStrike" cap="none" spc="0">
                <a:solidFill>
                  <a:srgbClr val="000000"/>
                </a:solidFill>
                <a:latin typeface="Times New Roman" pitchFamily="1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>
              <a:buNone/>
              <a:defRPr lang="en-us"/>
            </a:pPr>
            <a: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hf hdr="0" ftr="0" dt="0"/>
  <p:txStyles>
    <p:titleStyle>
      <a:lvl1pPr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4400" b="0" i="0" u="none" strike="noStrike" kern="1" cap="none" spc="0" baseline="0">
          <a:solidFill>
            <a:schemeClr val="tx2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2pPr>
      <a:lvl3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3pPr>
      <a:lvl4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4pPr>
      <a:lvl5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5pPr>
      <a:lvl6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6pPr>
      <a:lvl7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7pPr>
      <a:lvl8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8pPr>
      <a:lvl9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9pPr>
    </p:titleStyle>
    <p:bodyStyle>
      <a:lvl1pPr marL="342900" marR="0" indent="-3429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32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742950" marR="0" indent="-28575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2pPr>
      <a:lvl3pPr marL="1143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4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3pPr>
      <a:lvl4pPr marL="1600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4pPr>
      <a:lvl5pPr marL="20574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»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5pPr>
      <a:lvl6pPr marL="25146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6pPr>
      <a:lvl7pPr marL="29718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7pPr>
      <a:lvl8pPr marL="3429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8pPr>
      <a:lvl9pPr marL="3886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9pPr>
    </p:bodyStyle>
    <p:other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8BAAA/RwAAuQgAABAAAAAmAAAACAAAAL8fAAD/HwAA"/>
              </a:ext>
            </a:extLst>
          </p:cNvSpPr>
          <p:nvPr>
            <p:ph type="title"/>
          </p:nvPr>
        </p:nvSpPr>
        <p:spPr>
          <a:xfrm>
            <a:off x="609600" y="273685"/>
            <a:ext cx="10972165" cy="114427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indent="0">
              <a:buNone/>
            </a:pPr>
            <a:r>
              <a:rPr lang="en-us" cap="none">
                <a:solidFill>
                  <a:srgbClr val="000000"/>
                </a:solidFill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8JAAA/RwAAiRUAABAAAAAmAAAACAAAAL8fAAD/HwAA"/>
              </a:ext>
            </a:extLst>
          </p:cNvSpPr>
          <p:nvPr>
            <p:ph type="body"/>
          </p:nvPr>
        </p:nvSpPr>
        <p:spPr>
          <a:xfrm>
            <a:off x="609600" y="1604645"/>
            <a:ext cx="10972165" cy="189611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431800" indent="-323850">
              <a:spcBef>
                <a:spcPts val="1005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Click to edit the outline text format</a:t>
            </a:r>
          </a:p>
          <a:p>
            <a:pPr marL="864235" lvl="1" indent="-323850">
              <a:spcBef>
                <a:spcPts val="800"/>
              </a:spcBef>
              <a:buClrTx/>
              <a:buSzPts val="960"/>
              <a:buFont typeface="Symbol" pitchFamily="1" charset="0"/>
              <a:buChar char="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Second Outline Level</a:t>
            </a:r>
          </a:p>
          <a:p>
            <a:pPr marL="1296035" lvl="2" indent="-288290">
              <a:spcBef>
                <a:spcPts val="605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Third Outline Level</a:t>
            </a:r>
          </a:p>
          <a:p>
            <a:pPr marL="1727835" lvl="3" indent="-215900">
              <a:spcBef>
                <a:spcPts val="400"/>
              </a:spcBef>
              <a:buClrTx/>
              <a:buSzPts val="960"/>
              <a:buFont typeface="Symbol" pitchFamily="1" charset="0"/>
              <a:buChar char="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Fourth Outline Level</a:t>
            </a:r>
          </a:p>
          <a:p>
            <a:pPr marL="2160270" lvl="4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Fifth Outline Level</a:t>
            </a:r>
          </a:p>
          <a:p>
            <a:pPr marL="2592070" lvl="5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Sixth Outline Level</a:t>
            </a:r>
          </a:p>
          <a:p>
            <a:pPr marL="3023870" lvl="6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Seventh Outline Level</a:t>
            </a:r>
          </a:p>
        </p:txBody>
      </p:sp>
      <p:sp>
        <p:nvSpPr>
          <p:cNvPr id="4" name="PlaceHolder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cWAAA/RwAAUSIAABAAAAAmAAAACAAAAL8fAAD/HwAA"/>
              </a:ext>
            </a:extLst>
          </p:cNvSpPr>
          <p:nvPr>
            <p:ph type="body"/>
          </p:nvPr>
        </p:nvSpPr>
        <p:spPr>
          <a:xfrm>
            <a:off x="609600" y="3682365"/>
            <a:ext cx="10972165" cy="189611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431800" indent="-323850">
              <a:spcBef>
                <a:spcPts val="1005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Click to edit the outline text format</a:t>
            </a:r>
          </a:p>
          <a:p>
            <a:pPr marL="864235" lvl="1" indent="-323850">
              <a:spcBef>
                <a:spcPts val="800"/>
              </a:spcBef>
              <a:buClrTx/>
              <a:buSzPts val="960"/>
              <a:buFont typeface="Symbol" pitchFamily="1" charset="0"/>
              <a:buChar char="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Second Outline Level</a:t>
            </a:r>
          </a:p>
          <a:p>
            <a:pPr marL="1296035" lvl="2" indent="-288290">
              <a:spcBef>
                <a:spcPts val="605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Third Outline Level</a:t>
            </a:r>
          </a:p>
          <a:p>
            <a:pPr marL="1727835" lvl="3" indent="-215900">
              <a:spcBef>
                <a:spcPts val="400"/>
              </a:spcBef>
              <a:buClrTx/>
              <a:buSzPts val="960"/>
              <a:buFont typeface="Symbol" pitchFamily="1" charset="0"/>
              <a:buChar char="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Fourth Outline Level</a:t>
            </a:r>
          </a:p>
          <a:p>
            <a:pPr marL="2160270" lvl="4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Fifth Outline Level</a:t>
            </a:r>
          </a:p>
          <a:p>
            <a:pPr marL="2592070" lvl="5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Sixth Outline Level</a:t>
            </a:r>
          </a:p>
          <a:p>
            <a:pPr marL="3023870" lvl="6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Seventh Outline Level</a:t>
            </a:r>
          </a:p>
        </p:txBody>
      </p:sp>
      <p:sp>
        <p:nvSpPr>
          <p:cNvPr id="5" name="PlaceHolder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mMgAAVykAABAAAAAmAAAACAAAAL+fAAD/HwAA"/>
              </a:ext>
            </a:extLst>
          </p:cNvSpPr>
          <p:nvPr>
            <p:ph type="ftr" idx="3"/>
          </p:nvPr>
        </p:nvSpPr>
        <p:spPr>
          <a:xfrm>
            <a:off x="4038600" y="6356350"/>
            <a:ext cx="41135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cap="none" spc="0">
                <a:solidFill>
                  <a:srgbClr val="000000"/>
                </a:solidFill>
                <a:latin typeface="Times New Roman" pitchFamily="1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/>
            </a:pPr>
            <a:r>
              <a:t>&lt;footer&gt;</a:t>
            </a:r>
          </a:p>
        </p:txBody>
      </p:sp>
      <p:sp>
        <p:nvSpPr>
          <p:cNvPr id="6" name="PlaceHolder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WRQAAVykAABAAAAAmAAAACAAAAL+fAAD/HwAA"/>
              </a:ext>
            </a:extLst>
          </p:cNvSpPr>
          <p:nvPr>
            <p:ph type="sldNum" idx="4"/>
          </p:nvPr>
        </p:nvSpPr>
        <p:spPr>
          <a:xfrm>
            <a:off x="8610600" y="6356350"/>
            <a:ext cx="27419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cap="none" spc="0">
                <a:solidFill>
                  <a:srgbClr val="8B8B8B"/>
                </a:solidFill>
                <a:latin typeface="Calibri" pitchFamily="2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/>
            </a:pPr>
            <a:fld id="{23A0EDEF-A1CE-F51B-8018-574EA3567602}" type="slidenum">
              <a:t>‹#›</a:t>
            </a:fld>
            <a:endParaRPr lang="en-us" cap="none">
              <a:solidFill>
                <a:srgbClr val="000000"/>
              </a:solidFill>
              <a:latin typeface="Times New Roman" pitchFamily="1" charset="0"/>
              <a:ea typeface="Basic Roman" pitchFamily="1" charset="0"/>
              <a:cs typeface="Basic Roman" pitchFamily="1" charset="0"/>
            </a:endParaRPr>
          </a:p>
        </p:txBody>
      </p:sp>
      <p:sp>
        <p:nvSpPr>
          <p:cNvPr id="7" name="PlaceHolder 6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GFgAAVykAABAAAAAmAAAACAAAAL+fAAD/HwAA"/>
              </a:ext>
            </a:extLst>
          </p:cNvSpPr>
          <p:nvPr>
            <p:ph type="dt" idx="2"/>
          </p:nvPr>
        </p:nvSpPr>
        <p:spPr>
          <a:xfrm>
            <a:off x="838200" y="6356350"/>
            <a:ext cx="27419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>
              <a:buNone/>
              <a:defRPr lang="en-us" sz="1400" b="0" strike="noStrike" cap="none" spc="0">
                <a:solidFill>
                  <a:srgbClr val="000000"/>
                </a:solidFill>
                <a:latin typeface="Times New Roman" pitchFamily="1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>
              <a:buNone/>
              <a:defRPr lang="en-us"/>
            </a:pPr>
            <a: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hf hdr="0" ftr="0" dt="0"/>
  <p:txStyles>
    <p:titleStyle>
      <a:lvl1pPr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4400" b="0" i="0" u="none" strike="noStrike" kern="1" cap="none" spc="0" baseline="0">
          <a:solidFill>
            <a:schemeClr val="tx2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2pPr>
      <a:lvl3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3pPr>
      <a:lvl4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4pPr>
      <a:lvl5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5pPr>
      <a:lvl6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6pPr>
      <a:lvl7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7pPr>
      <a:lvl8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8pPr>
      <a:lvl9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9pPr>
    </p:titleStyle>
    <p:bodyStyle>
      <a:lvl1pPr marL="342900" marR="0" indent="-3429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32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742950" marR="0" indent="-28575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2pPr>
      <a:lvl3pPr marL="1143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4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3pPr>
      <a:lvl4pPr marL="1600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4pPr>
      <a:lvl5pPr marL="20574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»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5pPr>
      <a:lvl6pPr marL="25146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6pPr>
      <a:lvl7pPr marL="29718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7pPr>
      <a:lvl8pPr marL="3429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8pPr>
      <a:lvl9pPr marL="3886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9pPr>
    </p:bodyStyle>
    <p:other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8BAAA/RwAAuQgAABAAAAAmAAAACAAAAL8fAAD/HwAA"/>
              </a:ext>
            </a:extLst>
          </p:cNvSpPr>
          <p:nvPr>
            <p:ph type="title"/>
          </p:nvPr>
        </p:nvSpPr>
        <p:spPr>
          <a:xfrm>
            <a:off x="609600" y="273685"/>
            <a:ext cx="10972165" cy="114427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indent="0">
              <a:buNone/>
            </a:pPr>
            <a:r>
              <a:rPr lang="en-us" cap="none">
                <a:solidFill>
                  <a:srgbClr val="000000"/>
                </a:solidFill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8JAACvJAAAiRUAABAAAAAmAAAACAAAAL8fAAD/HwAA"/>
              </a:ext>
            </a:extLst>
          </p:cNvSpPr>
          <p:nvPr>
            <p:ph type="body"/>
          </p:nvPr>
        </p:nvSpPr>
        <p:spPr>
          <a:xfrm>
            <a:off x="609600" y="1604645"/>
            <a:ext cx="5353685" cy="189611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431800" indent="-323850">
              <a:spcBef>
                <a:spcPts val="1005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Click to edit the outline text format</a:t>
            </a:r>
          </a:p>
          <a:p>
            <a:pPr marL="864235" lvl="1" indent="-323850">
              <a:spcBef>
                <a:spcPts val="800"/>
              </a:spcBef>
              <a:buClrTx/>
              <a:buSzPts val="960"/>
              <a:buFont typeface="Symbol" pitchFamily="1" charset="0"/>
              <a:buChar char="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Second Outline Level</a:t>
            </a:r>
          </a:p>
          <a:p>
            <a:pPr marL="1296035" lvl="2" indent="-288290">
              <a:spcBef>
                <a:spcPts val="605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Third Outline Level</a:t>
            </a:r>
          </a:p>
          <a:p>
            <a:pPr marL="1727835" lvl="3" indent="-215900">
              <a:spcBef>
                <a:spcPts val="400"/>
              </a:spcBef>
              <a:buClrTx/>
              <a:buSzPts val="960"/>
              <a:buFont typeface="Symbol" pitchFamily="1" charset="0"/>
              <a:buChar char="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Fourth Outline Level</a:t>
            </a:r>
          </a:p>
          <a:p>
            <a:pPr marL="2160270" lvl="4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Fifth Outline Level</a:t>
            </a:r>
          </a:p>
          <a:p>
            <a:pPr marL="2592070" lvl="5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Sixth Outline Level</a:t>
            </a:r>
          </a:p>
          <a:p>
            <a:pPr marL="3023870" lvl="6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Seventh Outline Level</a:t>
            </a:r>
          </a:p>
        </p:txBody>
      </p:sp>
      <p:sp>
        <p:nvSpPr>
          <p:cNvPr id="4" name="PlaceHolder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iYAAN8JAABFRwAAiRUAABAAAAAmAAAACAAAAL8fAAD/HwAA"/>
              </a:ext>
            </a:extLst>
          </p:cNvSpPr>
          <p:nvPr>
            <p:ph type="body"/>
          </p:nvPr>
        </p:nvSpPr>
        <p:spPr>
          <a:xfrm>
            <a:off x="6231890" y="1604645"/>
            <a:ext cx="5353685" cy="189611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431800" indent="-323850">
              <a:spcBef>
                <a:spcPts val="1005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Click to edit the outline text format</a:t>
            </a:r>
          </a:p>
          <a:p>
            <a:pPr marL="864235" lvl="1" indent="-323850">
              <a:spcBef>
                <a:spcPts val="800"/>
              </a:spcBef>
              <a:buClrTx/>
              <a:buSzPts val="960"/>
              <a:buFont typeface="Symbol" pitchFamily="1" charset="0"/>
              <a:buChar char="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Second Outline Level</a:t>
            </a:r>
          </a:p>
          <a:p>
            <a:pPr marL="1296035" lvl="2" indent="-288290">
              <a:spcBef>
                <a:spcPts val="605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Third Outline Level</a:t>
            </a:r>
          </a:p>
          <a:p>
            <a:pPr marL="1727835" lvl="3" indent="-215900">
              <a:spcBef>
                <a:spcPts val="400"/>
              </a:spcBef>
              <a:buClrTx/>
              <a:buSzPts val="960"/>
              <a:buFont typeface="Symbol" pitchFamily="1" charset="0"/>
              <a:buChar char="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Fourth Outline Level</a:t>
            </a:r>
          </a:p>
          <a:p>
            <a:pPr marL="2160270" lvl="4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Fifth Outline Level</a:t>
            </a:r>
          </a:p>
          <a:p>
            <a:pPr marL="2592070" lvl="5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Sixth Outline Level</a:t>
            </a:r>
          </a:p>
          <a:p>
            <a:pPr marL="3023870" lvl="6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Seventh Outline Level</a:t>
            </a:r>
          </a:p>
        </p:txBody>
      </p:sp>
      <p:sp>
        <p:nvSpPr>
          <p:cNvPr id="5" name="PlaceHolder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cWAACvJAAAUSIAABAAAAAmAAAACAAAAL8fAAD/HwAA"/>
              </a:ext>
            </a:extLst>
          </p:cNvSpPr>
          <p:nvPr>
            <p:ph type="body"/>
          </p:nvPr>
        </p:nvSpPr>
        <p:spPr>
          <a:xfrm>
            <a:off x="609600" y="3682365"/>
            <a:ext cx="5353685" cy="189611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431800" indent="-323850">
              <a:spcBef>
                <a:spcPts val="1005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Click to edit the outline text format</a:t>
            </a:r>
          </a:p>
          <a:p>
            <a:pPr marL="864235" lvl="1" indent="-323850">
              <a:spcBef>
                <a:spcPts val="800"/>
              </a:spcBef>
              <a:buClrTx/>
              <a:buSzPts val="960"/>
              <a:buFont typeface="Symbol" pitchFamily="1" charset="0"/>
              <a:buChar char="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Second Outline Level</a:t>
            </a:r>
          </a:p>
          <a:p>
            <a:pPr marL="1296035" lvl="2" indent="-288290">
              <a:spcBef>
                <a:spcPts val="605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Third Outline Level</a:t>
            </a:r>
          </a:p>
          <a:p>
            <a:pPr marL="1727835" lvl="3" indent="-215900">
              <a:spcBef>
                <a:spcPts val="400"/>
              </a:spcBef>
              <a:buClrTx/>
              <a:buSzPts val="960"/>
              <a:buFont typeface="Symbol" pitchFamily="1" charset="0"/>
              <a:buChar char="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Fourth Outline Level</a:t>
            </a:r>
          </a:p>
          <a:p>
            <a:pPr marL="2160270" lvl="4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Fifth Outline Level</a:t>
            </a:r>
          </a:p>
          <a:p>
            <a:pPr marL="2592070" lvl="5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Sixth Outline Level</a:t>
            </a:r>
          </a:p>
          <a:p>
            <a:pPr marL="3023870" lvl="6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Seventh Outline Level</a:t>
            </a:r>
          </a:p>
        </p:txBody>
      </p:sp>
      <p:sp>
        <p:nvSpPr>
          <p:cNvPr id="6" name="PlaceHolder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iYAAKcWAABFRwAAUSIAABAAAAAmAAAACAAAAL8fAAD/HwAA"/>
              </a:ext>
            </a:extLst>
          </p:cNvSpPr>
          <p:nvPr>
            <p:ph type="body"/>
          </p:nvPr>
        </p:nvSpPr>
        <p:spPr>
          <a:xfrm>
            <a:off x="6231890" y="3682365"/>
            <a:ext cx="5353685" cy="189611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431800" indent="-323850">
              <a:spcBef>
                <a:spcPts val="1005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Click to edit the outline text format</a:t>
            </a:r>
          </a:p>
          <a:p>
            <a:pPr marL="864235" lvl="1" indent="-323850">
              <a:spcBef>
                <a:spcPts val="800"/>
              </a:spcBef>
              <a:buClrTx/>
              <a:buSzPts val="960"/>
              <a:buFont typeface="Symbol" pitchFamily="1" charset="0"/>
              <a:buChar char="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Second Outline Level</a:t>
            </a:r>
          </a:p>
          <a:p>
            <a:pPr marL="1296035" lvl="2" indent="-288290">
              <a:spcBef>
                <a:spcPts val="605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Third Outline Level</a:t>
            </a:r>
          </a:p>
          <a:p>
            <a:pPr marL="1727835" lvl="3" indent="-215900">
              <a:spcBef>
                <a:spcPts val="400"/>
              </a:spcBef>
              <a:buClrTx/>
              <a:buSzPts val="960"/>
              <a:buFont typeface="Symbol" pitchFamily="1" charset="0"/>
              <a:buChar char="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Fourth Outline Level</a:t>
            </a:r>
          </a:p>
          <a:p>
            <a:pPr marL="2160270" lvl="4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Fifth Outline Level</a:t>
            </a:r>
          </a:p>
          <a:p>
            <a:pPr marL="2592070" lvl="5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Sixth Outline Level</a:t>
            </a:r>
          </a:p>
          <a:p>
            <a:pPr marL="3023870" lvl="6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Seventh Outline Level</a:t>
            </a:r>
          </a:p>
        </p:txBody>
      </p:sp>
      <p:sp>
        <p:nvSpPr>
          <p:cNvPr id="7" name="PlaceHolder 6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mMgAAVykAABAAAAAmAAAACAAAAL+fAAD/HwAA"/>
              </a:ext>
            </a:extLst>
          </p:cNvSpPr>
          <p:nvPr>
            <p:ph type="ftr" idx="3"/>
          </p:nvPr>
        </p:nvSpPr>
        <p:spPr>
          <a:xfrm>
            <a:off x="4038600" y="6356350"/>
            <a:ext cx="41135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cap="none" spc="0">
                <a:solidFill>
                  <a:srgbClr val="000000"/>
                </a:solidFill>
                <a:latin typeface="Times New Roman" pitchFamily="1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/>
            </a:pPr>
            <a:r>
              <a:t>&lt;footer&gt;</a:t>
            </a:r>
          </a:p>
        </p:txBody>
      </p:sp>
      <p:sp>
        <p:nvSpPr>
          <p:cNvPr id="8" name="PlaceHolder 7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WRQAAVykAABAAAAAmAAAACAAAAL+fAAD/HwAA"/>
              </a:ext>
            </a:extLst>
          </p:cNvSpPr>
          <p:nvPr>
            <p:ph type="sldNum" idx="4"/>
          </p:nvPr>
        </p:nvSpPr>
        <p:spPr>
          <a:xfrm>
            <a:off x="8610600" y="6356350"/>
            <a:ext cx="27419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cap="none" spc="0">
                <a:solidFill>
                  <a:srgbClr val="8B8B8B"/>
                </a:solidFill>
                <a:latin typeface="Calibri" pitchFamily="2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/>
            </a:pPr>
            <a:fld id="{48C7CAFA-B4A5-923C-EB7F-426984311D17}" type="slidenum">
              <a:t>‹#›</a:t>
            </a:fld>
            <a:endParaRPr lang="en-us" cap="none">
              <a:solidFill>
                <a:srgbClr val="000000"/>
              </a:solidFill>
              <a:latin typeface="Times New Roman" pitchFamily="1" charset="0"/>
              <a:ea typeface="Basic Roman" pitchFamily="1" charset="0"/>
              <a:cs typeface="Basic Roman" pitchFamily="1" charset="0"/>
            </a:endParaRPr>
          </a:p>
        </p:txBody>
      </p:sp>
      <p:sp>
        <p:nvSpPr>
          <p:cNvPr id="9" name="PlaceHolder 8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GFgAAVykAABAAAAAmAAAACAAAAL+fAAD/HwAA"/>
              </a:ext>
            </a:extLst>
          </p:cNvSpPr>
          <p:nvPr>
            <p:ph type="dt" idx="2"/>
          </p:nvPr>
        </p:nvSpPr>
        <p:spPr>
          <a:xfrm>
            <a:off x="838200" y="6356350"/>
            <a:ext cx="27419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>
              <a:buNone/>
              <a:defRPr lang="en-us" sz="1400" b="0" strike="noStrike" cap="none" spc="0">
                <a:solidFill>
                  <a:srgbClr val="000000"/>
                </a:solidFill>
                <a:latin typeface="Times New Roman" pitchFamily="1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>
              <a:buNone/>
              <a:defRPr lang="en-us"/>
            </a:pPr>
            <a: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hf hdr="0" ftr="0" dt="0"/>
  <p:txStyles>
    <p:titleStyle>
      <a:lvl1pPr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4400" b="0" i="0" u="none" strike="noStrike" kern="1" cap="none" spc="0" baseline="0">
          <a:solidFill>
            <a:schemeClr val="tx2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2pPr>
      <a:lvl3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3pPr>
      <a:lvl4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4pPr>
      <a:lvl5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5pPr>
      <a:lvl6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6pPr>
      <a:lvl7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7pPr>
      <a:lvl8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8pPr>
      <a:lvl9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9pPr>
    </p:titleStyle>
    <p:bodyStyle>
      <a:lvl1pPr marL="342900" marR="0" indent="-3429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32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742950" marR="0" indent="-28575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2pPr>
      <a:lvl3pPr marL="1143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4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3pPr>
      <a:lvl4pPr marL="1600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4pPr>
      <a:lvl5pPr marL="20574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»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5pPr>
      <a:lvl6pPr marL="25146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6pPr>
      <a:lvl7pPr marL="29718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7pPr>
      <a:lvl8pPr marL="3429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8pPr>
      <a:lvl9pPr marL="3886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9pPr>
    </p:bodyStyle>
    <p:other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8BAAA/RwAAuQgAABAAAAAmAAAACAAAAL8fAAD/HwAA"/>
              </a:ext>
            </a:extLst>
          </p:cNvSpPr>
          <p:nvPr>
            <p:ph type="title"/>
          </p:nvPr>
        </p:nvSpPr>
        <p:spPr>
          <a:xfrm>
            <a:off x="609600" y="273685"/>
            <a:ext cx="10972165" cy="114427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indent="0">
              <a:buNone/>
            </a:pPr>
            <a:r>
              <a:rPr lang="en-us" cap="none">
                <a:solidFill>
                  <a:srgbClr val="000000"/>
                </a:solidFill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8JAAB7GQAAiRUAABAAAAAmAAAACAAAAL8fAAD/HwAA"/>
              </a:ext>
            </a:extLst>
          </p:cNvSpPr>
          <p:nvPr>
            <p:ph type="body"/>
          </p:nvPr>
        </p:nvSpPr>
        <p:spPr>
          <a:xfrm>
            <a:off x="609600" y="1604645"/>
            <a:ext cx="3532505" cy="189611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431800" indent="-323850">
              <a:lnSpc>
                <a:spcPct val="80000"/>
              </a:lnSpc>
              <a:spcBef>
                <a:spcPts val="87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Click to edit the outline text format</a:t>
            </a:r>
          </a:p>
          <a:p>
            <a:pPr marL="864235" lvl="1" indent="-323850">
              <a:lnSpc>
                <a:spcPct val="80000"/>
              </a:lnSpc>
              <a:spcBef>
                <a:spcPts val="700"/>
              </a:spcBef>
              <a:buClrTx/>
              <a:buSzPts val="835"/>
              <a:buFont typeface="Symbol" pitchFamily="1" charset="0"/>
              <a:buChar char="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Second Outline Level</a:t>
            </a:r>
          </a:p>
          <a:p>
            <a:pPr marL="1296035" lvl="2" indent="-288290">
              <a:lnSpc>
                <a:spcPct val="80000"/>
              </a:lnSpc>
              <a:spcBef>
                <a:spcPts val="52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Third Outline Level</a:t>
            </a:r>
          </a:p>
          <a:p>
            <a:pPr marL="1727835" lvl="3" indent="-215900">
              <a:lnSpc>
                <a:spcPct val="80000"/>
              </a:lnSpc>
              <a:spcBef>
                <a:spcPts val="350"/>
              </a:spcBef>
              <a:buClrTx/>
              <a:buSzPts val="835"/>
              <a:buFont typeface="Symbol" pitchFamily="1" charset="0"/>
              <a:buChar char="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Fourth Outline Level</a:t>
            </a:r>
          </a:p>
          <a:p>
            <a:pPr marL="2160270" lvl="4" indent="-215900">
              <a:lnSpc>
                <a:spcPct val="80000"/>
              </a:lnSpc>
              <a:spcBef>
                <a:spcPts val="17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Fifth Outline Level</a:t>
            </a:r>
          </a:p>
          <a:p>
            <a:pPr marL="2592070" lvl="5" indent="-215900">
              <a:lnSpc>
                <a:spcPct val="80000"/>
              </a:lnSpc>
              <a:spcBef>
                <a:spcPts val="17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Sixth Outline Level</a:t>
            </a:r>
          </a:p>
          <a:p>
            <a:pPr marL="3023870" lvl="6" indent="-215900">
              <a:lnSpc>
                <a:spcPct val="80000"/>
              </a:lnSpc>
              <a:spcBef>
                <a:spcPts val="17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Seventh Outline Level</a:t>
            </a:r>
          </a:p>
        </p:txBody>
      </p:sp>
      <p:sp>
        <p:nvSpPr>
          <p:cNvPr id="4" name="PlaceHolder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xoAAN8JAABOMAAAiRUAABAAAAAmAAAACAAAAL8fAAD/HwAA"/>
              </a:ext>
            </a:extLst>
          </p:cNvSpPr>
          <p:nvPr>
            <p:ph type="body"/>
          </p:nvPr>
        </p:nvSpPr>
        <p:spPr>
          <a:xfrm>
            <a:off x="4319905" y="1604645"/>
            <a:ext cx="3532505" cy="189611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431800" indent="-323850">
              <a:lnSpc>
                <a:spcPct val="80000"/>
              </a:lnSpc>
              <a:spcBef>
                <a:spcPts val="87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Click to edit the outline text format</a:t>
            </a:r>
          </a:p>
          <a:p>
            <a:pPr marL="864235" lvl="1" indent="-323850">
              <a:lnSpc>
                <a:spcPct val="80000"/>
              </a:lnSpc>
              <a:spcBef>
                <a:spcPts val="700"/>
              </a:spcBef>
              <a:buClrTx/>
              <a:buSzPts val="835"/>
              <a:buFont typeface="Symbol" pitchFamily="1" charset="0"/>
              <a:buChar char="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Second Outline Level</a:t>
            </a:r>
          </a:p>
          <a:p>
            <a:pPr marL="1296035" lvl="2" indent="-288290">
              <a:lnSpc>
                <a:spcPct val="80000"/>
              </a:lnSpc>
              <a:spcBef>
                <a:spcPts val="52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Third Outline Level</a:t>
            </a:r>
          </a:p>
          <a:p>
            <a:pPr marL="1727835" lvl="3" indent="-215900">
              <a:lnSpc>
                <a:spcPct val="80000"/>
              </a:lnSpc>
              <a:spcBef>
                <a:spcPts val="350"/>
              </a:spcBef>
              <a:buClrTx/>
              <a:buSzPts val="835"/>
              <a:buFont typeface="Symbol" pitchFamily="1" charset="0"/>
              <a:buChar char="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Fourth Outline Level</a:t>
            </a:r>
          </a:p>
          <a:p>
            <a:pPr marL="2160270" lvl="4" indent="-215900">
              <a:lnSpc>
                <a:spcPct val="80000"/>
              </a:lnSpc>
              <a:spcBef>
                <a:spcPts val="17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Fifth Outline Level</a:t>
            </a:r>
          </a:p>
          <a:p>
            <a:pPr marL="2592070" lvl="5" indent="-215900">
              <a:lnSpc>
                <a:spcPct val="80000"/>
              </a:lnSpc>
              <a:spcBef>
                <a:spcPts val="17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Sixth Outline Level</a:t>
            </a:r>
          </a:p>
          <a:p>
            <a:pPr marL="3023870" lvl="6" indent="-215900">
              <a:lnSpc>
                <a:spcPct val="80000"/>
              </a:lnSpc>
              <a:spcBef>
                <a:spcPts val="17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Seventh Outline Level</a:t>
            </a:r>
          </a:p>
        </p:txBody>
      </p:sp>
      <p:sp>
        <p:nvSpPr>
          <p:cNvPr id="5" name="PlaceHolder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ZTEAAN8JAAAhRwAAiRUAABAAAAAmAAAACAAAAL8fAAD/HwAA"/>
              </a:ext>
            </a:extLst>
          </p:cNvSpPr>
          <p:nvPr>
            <p:ph type="body"/>
          </p:nvPr>
        </p:nvSpPr>
        <p:spPr>
          <a:xfrm>
            <a:off x="8029575" y="1604645"/>
            <a:ext cx="3533140" cy="189611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431800" indent="-323850">
              <a:lnSpc>
                <a:spcPct val="80000"/>
              </a:lnSpc>
              <a:spcBef>
                <a:spcPts val="87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Click to edit the outline text format</a:t>
            </a:r>
          </a:p>
          <a:p>
            <a:pPr marL="864235" lvl="1" indent="-323850">
              <a:lnSpc>
                <a:spcPct val="80000"/>
              </a:lnSpc>
              <a:spcBef>
                <a:spcPts val="700"/>
              </a:spcBef>
              <a:buClrTx/>
              <a:buSzPts val="835"/>
              <a:buFont typeface="Symbol" pitchFamily="1" charset="0"/>
              <a:buChar char="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Second Outline Level</a:t>
            </a:r>
          </a:p>
          <a:p>
            <a:pPr marL="1296035" lvl="2" indent="-288290">
              <a:lnSpc>
                <a:spcPct val="80000"/>
              </a:lnSpc>
              <a:spcBef>
                <a:spcPts val="52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Third Outline Level</a:t>
            </a:r>
          </a:p>
          <a:p>
            <a:pPr marL="1727835" lvl="3" indent="-215900">
              <a:lnSpc>
                <a:spcPct val="80000"/>
              </a:lnSpc>
              <a:spcBef>
                <a:spcPts val="350"/>
              </a:spcBef>
              <a:buClrTx/>
              <a:buSzPts val="835"/>
              <a:buFont typeface="Symbol" pitchFamily="1" charset="0"/>
              <a:buChar char="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Fourth Outline Level</a:t>
            </a:r>
          </a:p>
          <a:p>
            <a:pPr marL="2160270" lvl="4" indent="-215900">
              <a:lnSpc>
                <a:spcPct val="80000"/>
              </a:lnSpc>
              <a:spcBef>
                <a:spcPts val="17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Fifth Outline Level</a:t>
            </a:r>
          </a:p>
          <a:p>
            <a:pPr marL="2592070" lvl="5" indent="-215900">
              <a:lnSpc>
                <a:spcPct val="80000"/>
              </a:lnSpc>
              <a:spcBef>
                <a:spcPts val="17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Sixth Outline Level</a:t>
            </a:r>
          </a:p>
          <a:p>
            <a:pPr marL="3023870" lvl="6" indent="-215900">
              <a:lnSpc>
                <a:spcPct val="80000"/>
              </a:lnSpc>
              <a:spcBef>
                <a:spcPts val="17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Seventh Outline Level</a:t>
            </a:r>
          </a:p>
        </p:txBody>
      </p:sp>
      <p:sp>
        <p:nvSpPr>
          <p:cNvPr id="6" name="PlaceHolder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cWAAB7GQAAUSIAABAAAAAmAAAACAAAAL8fAAD/HwAA"/>
              </a:ext>
            </a:extLst>
          </p:cNvSpPr>
          <p:nvPr>
            <p:ph type="body"/>
          </p:nvPr>
        </p:nvSpPr>
        <p:spPr>
          <a:xfrm>
            <a:off x="609600" y="3682365"/>
            <a:ext cx="3532505" cy="189611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431800" indent="-323850">
              <a:lnSpc>
                <a:spcPct val="80000"/>
              </a:lnSpc>
              <a:spcBef>
                <a:spcPts val="87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Click to edit the outline text format</a:t>
            </a:r>
          </a:p>
          <a:p>
            <a:pPr marL="864235" lvl="1" indent="-323850">
              <a:lnSpc>
                <a:spcPct val="80000"/>
              </a:lnSpc>
              <a:spcBef>
                <a:spcPts val="700"/>
              </a:spcBef>
              <a:buClrTx/>
              <a:buSzPts val="835"/>
              <a:buFont typeface="Symbol" pitchFamily="1" charset="0"/>
              <a:buChar char="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Second Outline Level</a:t>
            </a:r>
          </a:p>
          <a:p>
            <a:pPr marL="1296035" lvl="2" indent="-288290">
              <a:lnSpc>
                <a:spcPct val="80000"/>
              </a:lnSpc>
              <a:spcBef>
                <a:spcPts val="52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Third Outline Level</a:t>
            </a:r>
          </a:p>
          <a:p>
            <a:pPr marL="1727835" lvl="3" indent="-215900">
              <a:lnSpc>
                <a:spcPct val="80000"/>
              </a:lnSpc>
              <a:spcBef>
                <a:spcPts val="350"/>
              </a:spcBef>
              <a:buClrTx/>
              <a:buSzPts val="835"/>
              <a:buFont typeface="Symbol" pitchFamily="1" charset="0"/>
              <a:buChar char="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Fourth Outline Level</a:t>
            </a:r>
          </a:p>
          <a:p>
            <a:pPr marL="2160270" lvl="4" indent="-215900">
              <a:lnSpc>
                <a:spcPct val="80000"/>
              </a:lnSpc>
              <a:spcBef>
                <a:spcPts val="17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Fifth Outline Level</a:t>
            </a:r>
          </a:p>
          <a:p>
            <a:pPr marL="2592070" lvl="5" indent="-215900">
              <a:lnSpc>
                <a:spcPct val="80000"/>
              </a:lnSpc>
              <a:spcBef>
                <a:spcPts val="17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Sixth Outline Level</a:t>
            </a:r>
          </a:p>
          <a:p>
            <a:pPr marL="3023870" lvl="6" indent="-215900">
              <a:lnSpc>
                <a:spcPct val="80000"/>
              </a:lnSpc>
              <a:spcBef>
                <a:spcPts val="17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Seventh Outline Level</a:t>
            </a:r>
          </a:p>
        </p:txBody>
      </p:sp>
      <p:sp>
        <p:nvSpPr>
          <p:cNvPr id="7" name="PlaceHolder 6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xoAAKcWAABOMAAAUSIAABAAAAAmAAAACAAAAL8fAAD/HwAA"/>
              </a:ext>
            </a:extLst>
          </p:cNvSpPr>
          <p:nvPr>
            <p:ph type="body"/>
          </p:nvPr>
        </p:nvSpPr>
        <p:spPr>
          <a:xfrm>
            <a:off x="4319905" y="3682365"/>
            <a:ext cx="3532505" cy="189611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431800" indent="-323850">
              <a:lnSpc>
                <a:spcPct val="80000"/>
              </a:lnSpc>
              <a:spcBef>
                <a:spcPts val="87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Click to edit the outline text format</a:t>
            </a:r>
          </a:p>
          <a:p>
            <a:pPr marL="864235" lvl="1" indent="-323850">
              <a:lnSpc>
                <a:spcPct val="80000"/>
              </a:lnSpc>
              <a:spcBef>
                <a:spcPts val="700"/>
              </a:spcBef>
              <a:buClrTx/>
              <a:buSzPts val="835"/>
              <a:buFont typeface="Symbol" pitchFamily="1" charset="0"/>
              <a:buChar char="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Second Outline Level</a:t>
            </a:r>
          </a:p>
          <a:p>
            <a:pPr marL="1296035" lvl="2" indent="-288290">
              <a:lnSpc>
                <a:spcPct val="80000"/>
              </a:lnSpc>
              <a:spcBef>
                <a:spcPts val="52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Third Outline Level</a:t>
            </a:r>
          </a:p>
          <a:p>
            <a:pPr marL="1727835" lvl="3" indent="-215900">
              <a:lnSpc>
                <a:spcPct val="80000"/>
              </a:lnSpc>
              <a:spcBef>
                <a:spcPts val="350"/>
              </a:spcBef>
              <a:buClrTx/>
              <a:buSzPts val="835"/>
              <a:buFont typeface="Symbol" pitchFamily="1" charset="0"/>
              <a:buChar char="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Fourth Outline Level</a:t>
            </a:r>
          </a:p>
          <a:p>
            <a:pPr marL="2160270" lvl="4" indent="-215900">
              <a:lnSpc>
                <a:spcPct val="80000"/>
              </a:lnSpc>
              <a:spcBef>
                <a:spcPts val="17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Fifth Outline Level</a:t>
            </a:r>
          </a:p>
          <a:p>
            <a:pPr marL="2592070" lvl="5" indent="-215900">
              <a:lnSpc>
                <a:spcPct val="80000"/>
              </a:lnSpc>
              <a:spcBef>
                <a:spcPts val="17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Sixth Outline Level</a:t>
            </a:r>
          </a:p>
          <a:p>
            <a:pPr marL="3023870" lvl="6" indent="-215900">
              <a:lnSpc>
                <a:spcPct val="80000"/>
              </a:lnSpc>
              <a:spcBef>
                <a:spcPts val="17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Seventh Outline Level</a:t>
            </a:r>
          </a:p>
        </p:txBody>
      </p:sp>
      <p:sp>
        <p:nvSpPr>
          <p:cNvPr id="8" name="PlaceHolder 7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ZTEAAKcWAAAhRwAAUSIAABAAAAAmAAAACAAAAL8fAAD/HwAA"/>
              </a:ext>
            </a:extLst>
          </p:cNvSpPr>
          <p:nvPr>
            <p:ph type="body"/>
          </p:nvPr>
        </p:nvSpPr>
        <p:spPr>
          <a:xfrm>
            <a:off x="8029575" y="3682365"/>
            <a:ext cx="3533140" cy="189611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431800" indent="-323850">
              <a:lnSpc>
                <a:spcPct val="80000"/>
              </a:lnSpc>
              <a:spcBef>
                <a:spcPts val="87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Click to edit the outline text format</a:t>
            </a:r>
          </a:p>
          <a:p>
            <a:pPr marL="864235" lvl="1" indent="-323850">
              <a:lnSpc>
                <a:spcPct val="80000"/>
              </a:lnSpc>
              <a:spcBef>
                <a:spcPts val="700"/>
              </a:spcBef>
              <a:buClrTx/>
              <a:buSzPts val="835"/>
              <a:buFont typeface="Symbol" pitchFamily="1" charset="0"/>
              <a:buChar char="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Second Outline Level</a:t>
            </a:r>
          </a:p>
          <a:p>
            <a:pPr marL="1296035" lvl="2" indent="-288290">
              <a:lnSpc>
                <a:spcPct val="80000"/>
              </a:lnSpc>
              <a:spcBef>
                <a:spcPts val="52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Third Outline Level</a:t>
            </a:r>
          </a:p>
          <a:p>
            <a:pPr marL="1727835" lvl="3" indent="-215900">
              <a:lnSpc>
                <a:spcPct val="80000"/>
              </a:lnSpc>
              <a:spcBef>
                <a:spcPts val="350"/>
              </a:spcBef>
              <a:buClrTx/>
              <a:buSzPts val="835"/>
              <a:buFont typeface="Symbol" pitchFamily="1" charset="0"/>
              <a:buChar char="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Fourth Outline Level</a:t>
            </a:r>
          </a:p>
          <a:p>
            <a:pPr marL="2160270" lvl="4" indent="-215900">
              <a:lnSpc>
                <a:spcPct val="80000"/>
              </a:lnSpc>
              <a:spcBef>
                <a:spcPts val="17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Fifth Outline Level</a:t>
            </a:r>
          </a:p>
          <a:p>
            <a:pPr marL="2592070" lvl="5" indent="-215900">
              <a:lnSpc>
                <a:spcPct val="80000"/>
              </a:lnSpc>
              <a:spcBef>
                <a:spcPts val="17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Sixth Outline Level</a:t>
            </a:r>
          </a:p>
          <a:p>
            <a:pPr marL="3023870" lvl="6" indent="-215900">
              <a:lnSpc>
                <a:spcPct val="80000"/>
              </a:lnSpc>
              <a:spcBef>
                <a:spcPts val="17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Seventh Outline Level</a:t>
            </a:r>
          </a:p>
        </p:txBody>
      </p:sp>
      <p:sp>
        <p:nvSpPr>
          <p:cNvPr id="9" name="PlaceHolder 8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mMgAAVykAABAAAAAmAAAACAAAAL+fAAD/HwAA"/>
              </a:ext>
            </a:extLst>
          </p:cNvSpPr>
          <p:nvPr>
            <p:ph type="ftr" idx="3"/>
          </p:nvPr>
        </p:nvSpPr>
        <p:spPr>
          <a:xfrm>
            <a:off x="4038600" y="6356350"/>
            <a:ext cx="41135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cap="none" spc="0">
                <a:solidFill>
                  <a:srgbClr val="000000"/>
                </a:solidFill>
                <a:latin typeface="Times New Roman" pitchFamily="1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/>
            </a:pPr>
            <a:r>
              <a:t>&lt;footer&gt;</a:t>
            </a:r>
          </a:p>
        </p:txBody>
      </p:sp>
      <p:sp>
        <p:nvSpPr>
          <p:cNvPr id="10" name="PlaceHolder 9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WRQAAVykAABAAAAAmAAAACAAAAL+fAAD/HwAA"/>
              </a:ext>
            </a:extLst>
          </p:cNvSpPr>
          <p:nvPr>
            <p:ph type="sldNum" idx="4"/>
          </p:nvPr>
        </p:nvSpPr>
        <p:spPr>
          <a:xfrm>
            <a:off x="8610600" y="6356350"/>
            <a:ext cx="27419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cap="none" spc="0">
                <a:solidFill>
                  <a:srgbClr val="8B8B8B"/>
                </a:solidFill>
                <a:latin typeface="Calibri" pitchFamily="2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/>
            </a:pPr>
            <a:fld id="{55DF7A6F-21B8-8A8C-F667-D7D934290082}" type="slidenum">
              <a:t>‹#›</a:t>
            </a:fld>
            <a:endParaRPr lang="en-us" cap="none">
              <a:solidFill>
                <a:srgbClr val="000000"/>
              </a:solidFill>
              <a:latin typeface="Times New Roman" pitchFamily="1" charset="0"/>
              <a:ea typeface="Basic Roman" pitchFamily="1" charset="0"/>
              <a:cs typeface="Basic Roman" pitchFamily="1" charset="0"/>
            </a:endParaRPr>
          </a:p>
        </p:txBody>
      </p:sp>
      <p:sp>
        <p:nvSpPr>
          <p:cNvPr id="11" name="PlaceHolder 10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GFgAAVykAABAAAAAmAAAACAAAAL+fAAD/HwAA"/>
              </a:ext>
            </a:extLst>
          </p:cNvSpPr>
          <p:nvPr>
            <p:ph type="dt" idx="2"/>
          </p:nvPr>
        </p:nvSpPr>
        <p:spPr>
          <a:xfrm>
            <a:off x="838200" y="6356350"/>
            <a:ext cx="27419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>
              <a:buNone/>
              <a:defRPr lang="en-us" sz="1400" b="0" strike="noStrike" cap="none" spc="0">
                <a:solidFill>
                  <a:srgbClr val="000000"/>
                </a:solidFill>
                <a:latin typeface="Times New Roman" pitchFamily="1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>
              <a:buNone/>
              <a:defRPr lang="en-us"/>
            </a:pPr>
            <a: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hf hdr="0" ftr="0" dt="0"/>
  <p:txStyles>
    <p:titleStyle>
      <a:lvl1pPr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4400" b="0" i="0" u="none" strike="noStrike" kern="1" cap="none" spc="0" baseline="0">
          <a:solidFill>
            <a:schemeClr val="tx2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2pPr>
      <a:lvl3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3pPr>
      <a:lvl4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4pPr>
      <a:lvl5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5pPr>
      <a:lvl6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6pPr>
      <a:lvl7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7pPr>
      <a:lvl8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8pPr>
      <a:lvl9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9pPr>
    </p:titleStyle>
    <p:bodyStyle>
      <a:lvl1pPr marL="342900" marR="0" indent="-3429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32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742950" marR="0" indent="-28575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2pPr>
      <a:lvl3pPr marL="1143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4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3pPr>
      <a:lvl4pPr marL="1600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4pPr>
      <a:lvl5pPr marL="20574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»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5pPr>
      <a:lvl6pPr marL="25146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6pPr>
      <a:lvl7pPr marL="29718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7pPr>
      <a:lvl8pPr marL="3429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8pPr>
      <a:lvl9pPr marL="3886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9pPr>
    </p:bodyStyle>
    <p:other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mMgAAVykAABAAAAAmAAAACAAAAL+fAAD/HwAA"/>
              </a:ext>
            </a:extLst>
          </p:cNvSpPr>
          <p:nvPr>
            <p:ph type="ftr" idx="3"/>
          </p:nvPr>
        </p:nvSpPr>
        <p:spPr>
          <a:xfrm>
            <a:off x="4038600" y="6356350"/>
            <a:ext cx="41135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cap="none" spc="0">
                <a:solidFill>
                  <a:srgbClr val="000000"/>
                </a:solidFill>
                <a:latin typeface="Times New Roman" pitchFamily="1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/>
            </a:pPr>
            <a:r>
              <a:t>&lt;footer&gt;</a:t>
            </a:r>
          </a:p>
        </p:txBody>
      </p:sp>
      <p:sp>
        <p:nvSpPr>
          <p:cNvPr id="3" name="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WRQAAVykAABAAAAAmAAAACAAAAL+fAAD/HwAA"/>
              </a:ext>
            </a:extLst>
          </p:cNvSpPr>
          <p:nvPr>
            <p:ph type="sldNum" idx="4"/>
          </p:nvPr>
        </p:nvSpPr>
        <p:spPr>
          <a:xfrm>
            <a:off x="8610600" y="6356350"/>
            <a:ext cx="27419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cap="none" spc="0">
                <a:solidFill>
                  <a:srgbClr val="8B8B8B"/>
                </a:solidFill>
                <a:latin typeface="Calibri" pitchFamily="2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/>
            </a:pPr>
            <a:fld id="{2F960FE4-AAC2-C3F9-8C2E-5CAC41607A09}" type="slidenum">
              <a:t>‹#›</a:t>
            </a:fld>
            <a:endParaRPr lang="en-us" cap="none">
              <a:solidFill>
                <a:srgbClr val="000000"/>
              </a:solidFill>
              <a:latin typeface="Times New Roman" pitchFamily="1" charset="0"/>
              <a:ea typeface="Basic Roman" pitchFamily="1" charset="0"/>
              <a:cs typeface="Basic Roman" pitchFamily="1" charset="0"/>
            </a:endParaRPr>
          </a:p>
        </p:txBody>
      </p:sp>
      <p:sp>
        <p:nvSpPr>
          <p:cNvPr id="4" name="PlaceHolder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GFgAAVykAABAAAAAmAAAACAAAAL+fAAD/HwAA"/>
              </a:ext>
            </a:extLst>
          </p:cNvSpPr>
          <p:nvPr>
            <p:ph type="dt" idx="2"/>
          </p:nvPr>
        </p:nvSpPr>
        <p:spPr>
          <a:xfrm>
            <a:off x="838200" y="6356350"/>
            <a:ext cx="27419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>
              <a:buNone/>
              <a:defRPr lang="en-us" sz="1400" b="0" strike="noStrike" cap="none" spc="0">
                <a:solidFill>
                  <a:srgbClr val="000000"/>
                </a:solidFill>
                <a:latin typeface="Times New Roman" pitchFamily="1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>
              <a:buNone/>
              <a:defRPr lang="en-us"/>
            </a:pPr>
            <a:r>
              <a:t>&lt;date/time&gt;</a:t>
            </a:r>
          </a:p>
        </p:txBody>
      </p:sp>
      <p:sp>
        <p:nvSpPr>
          <p:cNvPr id="5" name="PlaceHolder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8BAAA/RwAAuggAABAAAAAmAAAACAAAAL8fAAD/HwAA"/>
              </a:ext>
            </a:extLst>
          </p:cNvSpPr>
          <p:nvPr>
            <p:ph type="title"/>
          </p:nvPr>
        </p:nvSpPr>
        <p:spPr>
          <a:xfrm>
            <a:off x="609600" y="273685"/>
            <a:ext cx="10972165" cy="114490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indent="0" algn="ctr">
              <a:buNone/>
            </a:pPr>
            <a:r>
              <a:rPr lang="en-us" cap="none">
                <a:solidFill>
                  <a:srgbClr val="000000"/>
                </a:solidFill>
              </a:rPr>
              <a:t>Click to edit the title text format</a:t>
            </a:r>
          </a:p>
        </p:txBody>
      </p:sp>
      <p:sp>
        <p:nvSpPr>
          <p:cNvPr id="6" name="PlaceHolder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8JAAA/RwAAViIAABAAAAAmAAAACAAAAL8fAAD/HwAA"/>
              </a:ext>
            </a:extLst>
          </p:cNvSpPr>
          <p:nvPr>
            <p:ph type="body"/>
          </p:nvPr>
        </p:nvSpPr>
        <p:spPr>
          <a:xfrm>
            <a:off x="609600" y="1604645"/>
            <a:ext cx="10972165" cy="397700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431800" indent="-323850">
              <a:spcBef>
                <a:spcPts val="1415"/>
              </a:spcBef>
              <a:buClrTx/>
              <a:buSzPts val="144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Click to edit the outline text format</a:t>
            </a:r>
          </a:p>
          <a:p>
            <a:pPr marL="864235" lvl="1" indent="-323850">
              <a:spcBef>
                <a:spcPts val="1130"/>
              </a:spcBef>
              <a:buClrTx/>
              <a:buSzPts val="2100"/>
              <a:buFont typeface="Symbol" pitchFamily="1" charset="0"/>
              <a:buChar char=""/>
            </a:pPr>
            <a:r>
              <a:rPr lang="en-us" cap="none">
                <a:solidFill>
                  <a:srgbClr val="000000"/>
                </a:solidFill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Tx/>
              <a:buSzPts val="108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Tx/>
              <a:buSzPts val="1500"/>
              <a:buFont typeface="Symbol" pitchFamily="1" charset="0"/>
              <a:buChar char=""/>
            </a:pPr>
            <a:r>
              <a:rPr lang="en-us" cap="none">
                <a:solidFill>
                  <a:srgbClr val="000000"/>
                </a:solidFill>
              </a:rPr>
              <a:t>Fourth Outline Level</a:t>
            </a:r>
          </a:p>
          <a:p>
            <a:pPr marL="2160270" lvl="4" indent="-215900">
              <a:spcBef>
                <a:spcPts val="280"/>
              </a:spcBef>
              <a:buClrTx/>
              <a:buSzPts val="90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Fifth Outline Level</a:t>
            </a:r>
          </a:p>
          <a:p>
            <a:pPr marL="2592070" lvl="5" indent="-215900">
              <a:spcBef>
                <a:spcPts val="280"/>
              </a:spcBef>
              <a:buClrTx/>
              <a:buSzPts val="90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Sixth Outline Level</a:t>
            </a:r>
          </a:p>
          <a:p>
            <a:pPr marL="3023870" lvl="6" indent="-215900">
              <a:spcBef>
                <a:spcPts val="280"/>
              </a:spcBef>
              <a:buClrTx/>
              <a:buSzPts val="90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hf hdr="0" ftr="0" dt="0"/>
  <p:txStyles>
    <p:titleStyle>
      <a:lvl1pPr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4400" b="0" i="0" u="none" strike="noStrike" kern="1" cap="none" spc="0" baseline="0">
          <a:solidFill>
            <a:schemeClr val="tx2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2pPr>
      <a:lvl3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3pPr>
      <a:lvl4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4pPr>
      <a:lvl5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5pPr>
      <a:lvl6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6pPr>
      <a:lvl7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7pPr>
      <a:lvl8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8pPr>
      <a:lvl9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9pPr>
    </p:titleStyle>
    <p:bodyStyle>
      <a:lvl1pPr marL="342900" marR="0" indent="-3429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32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742950" marR="0" indent="-28575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2pPr>
      <a:lvl3pPr marL="1143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4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3pPr>
      <a:lvl4pPr marL="1600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4pPr>
      <a:lvl5pPr marL="20574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»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5pPr>
      <a:lvl6pPr marL="25146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6pPr>
      <a:lvl7pPr marL="29718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7pPr>
      <a:lvl8pPr marL="3429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8pPr>
      <a:lvl9pPr marL="3886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9pPr>
    </p:bodyStyle>
    <p:other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8BAAA/RwAAuQgAABAAAAAmAAAACAAAAL8fAAD/HwAA"/>
              </a:ext>
            </a:extLst>
          </p:cNvSpPr>
          <p:nvPr>
            <p:ph type="title"/>
          </p:nvPr>
        </p:nvSpPr>
        <p:spPr>
          <a:xfrm>
            <a:off x="609600" y="273685"/>
            <a:ext cx="10972165" cy="114427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indent="0">
              <a:buNone/>
            </a:pPr>
            <a:r>
              <a:rPr lang="en-us" cap="none">
                <a:solidFill>
                  <a:srgbClr val="000000"/>
                </a:solidFill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mMgAAVykAABAAAAAmAAAACAAAAL+fAAD/HwAA"/>
              </a:ext>
            </a:extLst>
          </p:cNvSpPr>
          <p:nvPr>
            <p:ph type="ftr" idx="3"/>
          </p:nvPr>
        </p:nvSpPr>
        <p:spPr>
          <a:xfrm>
            <a:off x="4038600" y="6356350"/>
            <a:ext cx="41135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cap="none" spc="0">
                <a:solidFill>
                  <a:srgbClr val="000000"/>
                </a:solidFill>
                <a:latin typeface="Times New Roman" pitchFamily="1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/>
            </a:pPr>
            <a:r>
              <a:t>&lt;footer&gt;</a:t>
            </a:r>
          </a:p>
        </p:txBody>
      </p:sp>
      <p:sp>
        <p:nvSpPr>
          <p:cNvPr id="4" name="PlaceHolder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WRQAAVykAABAAAAAmAAAACAAAAL+fAAD/HwAA"/>
              </a:ext>
            </a:extLst>
          </p:cNvSpPr>
          <p:nvPr>
            <p:ph type="sldNum" idx="4"/>
          </p:nvPr>
        </p:nvSpPr>
        <p:spPr>
          <a:xfrm>
            <a:off x="8610600" y="6356350"/>
            <a:ext cx="27419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cap="none" spc="0">
                <a:solidFill>
                  <a:srgbClr val="8B8B8B"/>
                </a:solidFill>
                <a:latin typeface="Calibri" pitchFamily="2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/>
            </a:pPr>
            <a:fld id="{00256BD2-9CED-709D-A39D-6AC825D3553F}" type="slidenum">
              <a:t>‹#›</a:t>
            </a:fld>
            <a:endParaRPr lang="en-us" cap="none">
              <a:solidFill>
                <a:srgbClr val="000000"/>
              </a:solidFill>
              <a:latin typeface="Times New Roman" pitchFamily="1" charset="0"/>
              <a:ea typeface="Basic Roman" pitchFamily="1" charset="0"/>
              <a:cs typeface="Basic Roman" pitchFamily="1" charset="0"/>
            </a:endParaRPr>
          </a:p>
        </p:txBody>
      </p:sp>
      <p:sp>
        <p:nvSpPr>
          <p:cNvPr id="5" name="PlaceHolder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GFgAAVykAABAAAAAmAAAACAAAAL+fAAD/HwAA"/>
              </a:ext>
            </a:extLst>
          </p:cNvSpPr>
          <p:nvPr>
            <p:ph type="dt" idx="2"/>
          </p:nvPr>
        </p:nvSpPr>
        <p:spPr>
          <a:xfrm>
            <a:off x="838200" y="6356350"/>
            <a:ext cx="27419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>
              <a:buNone/>
              <a:defRPr lang="en-us" sz="1400" b="0" strike="noStrike" cap="none" spc="0">
                <a:solidFill>
                  <a:srgbClr val="000000"/>
                </a:solidFill>
                <a:latin typeface="Times New Roman" pitchFamily="1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>
              <a:buNone/>
              <a:defRPr lang="en-us"/>
            </a:pPr>
            <a: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hf hdr="0" ftr="0" dt="0"/>
  <p:txStyles>
    <p:titleStyle>
      <a:lvl1pPr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4400" b="0" i="0" u="none" strike="noStrike" kern="1" cap="none" spc="0" baseline="0">
          <a:solidFill>
            <a:schemeClr val="tx2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2pPr>
      <a:lvl3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3pPr>
      <a:lvl4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4pPr>
      <a:lvl5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5pPr>
      <a:lvl6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6pPr>
      <a:lvl7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7pPr>
      <a:lvl8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8pPr>
      <a:lvl9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9pPr>
    </p:titleStyle>
    <p:bodyStyle>
      <a:lvl1pPr marL="342900" marR="0" indent="-3429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32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742950" marR="0" indent="-28575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2pPr>
      <a:lvl3pPr marL="1143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4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3pPr>
      <a:lvl4pPr marL="1600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4pPr>
      <a:lvl5pPr marL="20574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»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5pPr>
      <a:lvl6pPr marL="25146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6pPr>
      <a:lvl7pPr marL="29718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7pPr>
      <a:lvl8pPr marL="3429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8pPr>
      <a:lvl9pPr marL="3886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9pPr>
    </p:bodyStyle>
    <p:other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8BAAA/RwAAuQgAABAAAAAmAAAACAAAAL8fAAD/HwAA"/>
              </a:ext>
            </a:extLst>
          </p:cNvSpPr>
          <p:nvPr>
            <p:ph type="title"/>
          </p:nvPr>
        </p:nvSpPr>
        <p:spPr>
          <a:xfrm>
            <a:off x="609600" y="273685"/>
            <a:ext cx="10972165" cy="114427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indent="0">
              <a:buNone/>
            </a:pPr>
            <a:r>
              <a:rPr lang="en-us" cap="none">
                <a:solidFill>
                  <a:srgbClr val="000000"/>
                </a:solidFill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8JAAA/RwAAViIAABAAAAAmAAAACAAAAL8fAAD/HwAA"/>
              </a:ext>
            </a:extLst>
          </p:cNvSpPr>
          <p:nvPr>
            <p:ph type="body"/>
          </p:nvPr>
        </p:nvSpPr>
        <p:spPr>
          <a:xfrm>
            <a:off x="609600" y="1604645"/>
            <a:ext cx="10972165" cy="397700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431800" indent="-323850">
              <a:spcBef>
                <a:spcPts val="1415"/>
              </a:spcBef>
              <a:buClrTx/>
              <a:buSzPts val="144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Click to edit the outline text format</a:t>
            </a:r>
          </a:p>
          <a:p>
            <a:pPr marL="864235" lvl="1" indent="-323850">
              <a:spcBef>
                <a:spcPts val="1130"/>
              </a:spcBef>
              <a:buClrTx/>
              <a:buSzPts val="2100"/>
              <a:buFont typeface="Symbol" pitchFamily="1" charset="0"/>
              <a:buChar char=""/>
            </a:pPr>
            <a:r>
              <a:rPr lang="en-us" cap="none">
                <a:solidFill>
                  <a:srgbClr val="000000"/>
                </a:solidFill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Tx/>
              <a:buSzPts val="108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Tx/>
              <a:buSzPts val="1500"/>
              <a:buFont typeface="Symbol" pitchFamily="1" charset="0"/>
              <a:buChar char=""/>
            </a:pPr>
            <a:r>
              <a:rPr lang="en-us" cap="none">
                <a:solidFill>
                  <a:srgbClr val="000000"/>
                </a:solidFill>
              </a:rPr>
              <a:t>Fourth Outline Level</a:t>
            </a:r>
          </a:p>
          <a:p>
            <a:pPr marL="2160270" lvl="4" indent="-215900">
              <a:spcBef>
                <a:spcPts val="280"/>
              </a:spcBef>
              <a:buClrTx/>
              <a:buSzPts val="90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Fifth Outline Level</a:t>
            </a:r>
          </a:p>
          <a:p>
            <a:pPr marL="2592070" lvl="5" indent="-215900">
              <a:spcBef>
                <a:spcPts val="280"/>
              </a:spcBef>
              <a:buClrTx/>
              <a:buSzPts val="90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Sixth Outline Level</a:t>
            </a:r>
          </a:p>
          <a:p>
            <a:pPr marL="3023870" lvl="6" indent="-215900">
              <a:spcBef>
                <a:spcPts val="280"/>
              </a:spcBef>
              <a:buClrTx/>
              <a:buSzPts val="90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Seventh Outline Level</a:t>
            </a:r>
          </a:p>
        </p:txBody>
      </p:sp>
      <p:sp>
        <p:nvSpPr>
          <p:cNvPr id="4" name="PlaceHolder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mMgAAVykAABAAAAAmAAAACAAAAL+fAAD/HwAA"/>
              </a:ext>
            </a:extLst>
          </p:cNvSpPr>
          <p:nvPr>
            <p:ph type="ftr" idx="3"/>
          </p:nvPr>
        </p:nvSpPr>
        <p:spPr>
          <a:xfrm>
            <a:off x="4038600" y="6356350"/>
            <a:ext cx="41135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cap="none" spc="0">
                <a:solidFill>
                  <a:srgbClr val="000000"/>
                </a:solidFill>
                <a:latin typeface="Times New Roman" pitchFamily="1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/>
            </a:pPr>
            <a:r>
              <a:t>&lt;footer&gt;</a:t>
            </a:r>
          </a:p>
        </p:txBody>
      </p:sp>
      <p:sp>
        <p:nvSpPr>
          <p:cNvPr id="5" name="PlaceHolder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WRQAAVykAABAAAAAmAAAACAAAAL+fAAD/HwAA"/>
              </a:ext>
            </a:extLst>
          </p:cNvSpPr>
          <p:nvPr>
            <p:ph type="sldNum" idx="4"/>
          </p:nvPr>
        </p:nvSpPr>
        <p:spPr>
          <a:xfrm>
            <a:off x="8610600" y="6356350"/>
            <a:ext cx="27419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cap="none" spc="0">
                <a:solidFill>
                  <a:srgbClr val="8B8B8B"/>
                </a:solidFill>
                <a:latin typeface="Calibri" pitchFamily="2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/>
            </a:pPr>
            <a:fld id="{1D75B1CB-85F0-2047-BECD-7312FF834826}" type="slidenum">
              <a:t>‹#›</a:t>
            </a:fld>
            <a:endParaRPr lang="en-us" cap="none">
              <a:solidFill>
                <a:srgbClr val="000000"/>
              </a:solidFill>
              <a:latin typeface="Times New Roman" pitchFamily="1" charset="0"/>
              <a:ea typeface="Basic Roman" pitchFamily="1" charset="0"/>
              <a:cs typeface="Basic Roman" pitchFamily="1" charset="0"/>
            </a:endParaRPr>
          </a:p>
        </p:txBody>
      </p:sp>
      <p:sp>
        <p:nvSpPr>
          <p:cNvPr id="6" name="PlaceHolder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GFgAAVykAABAAAAAmAAAACAAAAL+fAAD/HwAA"/>
              </a:ext>
            </a:extLst>
          </p:cNvSpPr>
          <p:nvPr>
            <p:ph type="dt" idx="2"/>
          </p:nvPr>
        </p:nvSpPr>
        <p:spPr>
          <a:xfrm>
            <a:off x="838200" y="6356350"/>
            <a:ext cx="27419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>
              <a:buNone/>
              <a:defRPr lang="en-us" sz="1400" b="0" strike="noStrike" cap="none" spc="0">
                <a:solidFill>
                  <a:srgbClr val="000000"/>
                </a:solidFill>
                <a:latin typeface="Times New Roman" pitchFamily="1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>
              <a:buNone/>
              <a:defRPr lang="en-us"/>
            </a:pPr>
            <a: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hf hdr="0" ftr="0" dt="0"/>
  <p:txStyles>
    <p:titleStyle>
      <a:lvl1pPr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4400" b="0" i="0" u="none" strike="noStrike" kern="1" cap="none" spc="0" baseline="0">
          <a:solidFill>
            <a:schemeClr val="tx2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2pPr>
      <a:lvl3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3pPr>
      <a:lvl4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4pPr>
      <a:lvl5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5pPr>
      <a:lvl6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6pPr>
      <a:lvl7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7pPr>
      <a:lvl8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8pPr>
      <a:lvl9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9pPr>
    </p:titleStyle>
    <p:bodyStyle>
      <a:lvl1pPr marL="342900" marR="0" indent="-3429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32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742950" marR="0" indent="-28575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2pPr>
      <a:lvl3pPr marL="1143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4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3pPr>
      <a:lvl4pPr marL="1600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4pPr>
      <a:lvl5pPr marL="20574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»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5pPr>
      <a:lvl6pPr marL="25146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6pPr>
      <a:lvl7pPr marL="29718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7pPr>
      <a:lvl8pPr marL="3429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8pPr>
      <a:lvl9pPr marL="3886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9pPr>
    </p:bodyStyle>
    <p:other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8BAAA/RwAAuQgAABAAAAAmAAAACAAAAL8fAAD/HwAA"/>
              </a:ext>
            </a:extLst>
          </p:cNvSpPr>
          <p:nvPr>
            <p:ph type="title"/>
          </p:nvPr>
        </p:nvSpPr>
        <p:spPr>
          <a:xfrm>
            <a:off x="609600" y="273685"/>
            <a:ext cx="10972165" cy="114427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indent="0">
              <a:buNone/>
            </a:pPr>
            <a:r>
              <a:rPr lang="en-us" cap="none">
                <a:solidFill>
                  <a:srgbClr val="000000"/>
                </a:solidFill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8JAACvJAAAViIAABAAAAAmAAAACAAAAL8fAAD/HwAA"/>
              </a:ext>
            </a:extLst>
          </p:cNvSpPr>
          <p:nvPr>
            <p:ph type="body"/>
          </p:nvPr>
        </p:nvSpPr>
        <p:spPr>
          <a:xfrm>
            <a:off x="609600" y="1604645"/>
            <a:ext cx="5353685" cy="397700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431800" indent="-323850">
              <a:spcBef>
                <a:spcPts val="1415"/>
              </a:spcBef>
              <a:buClrTx/>
              <a:buSzPts val="144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Click to edit the outline text format</a:t>
            </a:r>
          </a:p>
          <a:p>
            <a:pPr marL="864235" lvl="1" indent="-323850">
              <a:spcBef>
                <a:spcPts val="1130"/>
              </a:spcBef>
              <a:buClrTx/>
              <a:buSzPts val="2100"/>
              <a:buFont typeface="Symbol" pitchFamily="1" charset="0"/>
              <a:buChar char=""/>
            </a:pPr>
            <a:r>
              <a:rPr lang="en-us" cap="none">
                <a:solidFill>
                  <a:srgbClr val="000000"/>
                </a:solidFill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Tx/>
              <a:buSzPts val="108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Tx/>
              <a:buSzPts val="1500"/>
              <a:buFont typeface="Symbol" pitchFamily="1" charset="0"/>
              <a:buChar char=""/>
            </a:pPr>
            <a:r>
              <a:rPr lang="en-us" cap="none">
                <a:solidFill>
                  <a:srgbClr val="000000"/>
                </a:solidFill>
              </a:rPr>
              <a:t>Fourth Outline Level</a:t>
            </a:r>
          </a:p>
          <a:p>
            <a:pPr marL="2160270" lvl="4" indent="-215900">
              <a:spcBef>
                <a:spcPts val="280"/>
              </a:spcBef>
              <a:buClrTx/>
              <a:buSzPts val="90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Fifth Outline Level</a:t>
            </a:r>
          </a:p>
          <a:p>
            <a:pPr marL="2592070" lvl="5" indent="-215900">
              <a:spcBef>
                <a:spcPts val="280"/>
              </a:spcBef>
              <a:buClrTx/>
              <a:buSzPts val="90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Sixth Outline Level</a:t>
            </a:r>
          </a:p>
          <a:p>
            <a:pPr marL="3023870" lvl="6" indent="-215900">
              <a:spcBef>
                <a:spcPts val="280"/>
              </a:spcBef>
              <a:buClrTx/>
              <a:buSzPts val="90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Seventh Outline Level</a:t>
            </a:r>
          </a:p>
        </p:txBody>
      </p:sp>
      <p:sp>
        <p:nvSpPr>
          <p:cNvPr id="4" name="PlaceHolder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iYAAN8JAABFRwAAViIAABAAAAAmAAAACAAAAL8fAAD/HwAA"/>
              </a:ext>
            </a:extLst>
          </p:cNvSpPr>
          <p:nvPr>
            <p:ph type="body"/>
          </p:nvPr>
        </p:nvSpPr>
        <p:spPr>
          <a:xfrm>
            <a:off x="6231890" y="1604645"/>
            <a:ext cx="5353685" cy="397700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431800" indent="-323850">
              <a:spcBef>
                <a:spcPts val="1415"/>
              </a:spcBef>
              <a:buClrTx/>
              <a:buSzPts val="144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Click to edit the outline text format</a:t>
            </a:r>
          </a:p>
          <a:p>
            <a:pPr marL="864235" lvl="1" indent="-323850">
              <a:spcBef>
                <a:spcPts val="1130"/>
              </a:spcBef>
              <a:buClrTx/>
              <a:buSzPts val="2100"/>
              <a:buFont typeface="Symbol" pitchFamily="1" charset="0"/>
              <a:buChar char=""/>
            </a:pPr>
            <a:r>
              <a:rPr lang="en-us" cap="none">
                <a:solidFill>
                  <a:srgbClr val="000000"/>
                </a:solidFill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Tx/>
              <a:buSzPts val="108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Tx/>
              <a:buSzPts val="1500"/>
              <a:buFont typeface="Symbol" pitchFamily="1" charset="0"/>
              <a:buChar char=""/>
            </a:pPr>
            <a:r>
              <a:rPr lang="en-us" cap="none">
                <a:solidFill>
                  <a:srgbClr val="000000"/>
                </a:solidFill>
              </a:rPr>
              <a:t>Fourth Outline Level</a:t>
            </a:r>
          </a:p>
          <a:p>
            <a:pPr marL="2160270" lvl="4" indent="-215900">
              <a:spcBef>
                <a:spcPts val="280"/>
              </a:spcBef>
              <a:buClrTx/>
              <a:buSzPts val="90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Fifth Outline Level</a:t>
            </a:r>
          </a:p>
          <a:p>
            <a:pPr marL="2592070" lvl="5" indent="-215900">
              <a:spcBef>
                <a:spcPts val="280"/>
              </a:spcBef>
              <a:buClrTx/>
              <a:buSzPts val="90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Sixth Outline Level</a:t>
            </a:r>
          </a:p>
          <a:p>
            <a:pPr marL="3023870" lvl="6" indent="-215900">
              <a:spcBef>
                <a:spcPts val="280"/>
              </a:spcBef>
              <a:buClrTx/>
              <a:buSzPts val="90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Seventh Outline Level</a:t>
            </a:r>
          </a:p>
        </p:txBody>
      </p:sp>
      <p:sp>
        <p:nvSpPr>
          <p:cNvPr id="5" name="PlaceHolder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mMgAAVykAABAAAAAmAAAACAAAAL+fAAD/HwAA"/>
              </a:ext>
            </a:extLst>
          </p:cNvSpPr>
          <p:nvPr>
            <p:ph type="ftr" idx="3"/>
          </p:nvPr>
        </p:nvSpPr>
        <p:spPr>
          <a:xfrm>
            <a:off x="4038600" y="6356350"/>
            <a:ext cx="41135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cap="none" spc="0">
                <a:solidFill>
                  <a:srgbClr val="000000"/>
                </a:solidFill>
                <a:latin typeface="Times New Roman" pitchFamily="1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/>
            </a:pPr>
            <a:r>
              <a:t>&lt;footer&gt;</a:t>
            </a:r>
          </a:p>
        </p:txBody>
      </p:sp>
      <p:sp>
        <p:nvSpPr>
          <p:cNvPr id="6" name="PlaceHolder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WRQAAVykAABAAAAAmAAAACAAAAL+fAAD/HwAA"/>
              </a:ext>
            </a:extLst>
          </p:cNvSpPr>
          <p:nvPr>
            <p:ph type="sldNum" idx="4"/>
          </p:nvPr>
        </p:nvSpPr>
        <p:spPr>
          <a:xfrm>
            <a:off x="8610600" y="6356350"/>
            <a:ext cx="27419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cap="none" spc="0">
                <a:solidFill>
                  <a:srgbClr val="8B8B8B"/>
                </a:solidFill>
                <a:latin typeface="Calibri" pitchFamily="2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/>
            </a:pPr>
            <a:fld id="{063CD461-2FEB-6922-A584-D9779ACA538C}" type="slidenum">
              <a:t>‹#›</a:t>
            </a:fld>
            <a:endParaRPr lang="en-us" cap="none">
              <a:solidFill>
                <a:srgbClr val="000000"/>
              </a:solidFill>
              <a:latin typeface="Times New Roman" pitchFamily="1" charset="0"/>
              <a:ea typeface="Basic Roman" pitchFamily="1" charset="0"/>
              <a:cs typeface="Basic Roman" pitchFamily="1" charset="0"/>
            </a:endParaRPr>
          </a:p>
        </p:txBody>
      </p:sp>
      <p:sp>
        <p:nvSpPr>
          <p:cNvPr id="7" name="PlaceHolder 6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GFgAAVykAABAAAAAmAAAACAAAAL+fAAD/HwAA"/>
              </a:ext>
            </a:extLst>
          </p:cNvSpPr>
          <p:nvPr>
            <p:ph type="dt" idx="2"/>
          </p:nvPr>
        </p:nvSpPr>
        <p:spPr>
          <a:xfrm>
            <a:off x="838200" y="6356350"/>
            <a:ext cx="27419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>
              <a:buNone/>
              <a:defRPr lang="en-us" sz="1400" b="0" strike="noStrike" cap="none" spc="0">
                <a:solidFill>
                  <a:srgbClr val="000000"/>
                </a:solidFill>
                <a:latin typeface="Times New Roman" pitchFamily="1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>
              <a:buNone/>
              <a:defRPr lang="en-us"/>
            </a:pPr>
            <a: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hf hdr="0" ftr="0" dt="0"/>
  <p:txStyles>
    <p:titleStyle>
      <a:lvl1pPr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4400" b="0" i="0" u="none" strike="noStrike" kern="1" cap="none" spc="0" baseline="0">
          <a:solidFill>
            <a:schemeClr val="tx2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2pPr>
      <a:lvl3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3pPr>
      <a:lvl4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4pPr>
      <a:lvl5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5pPr>
      <a:lvl6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6pPr>
      <a:lvl7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7pPr>
      <a:lvl8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8pPr>
      <a:lvl9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9pPr>
    </p:titleStyle>
    <p:bodyStyle>
      <a:lvl1pPr marL="342900" marR="0" indent="-3429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32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742950" marR="0" indent="-28575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2pPr>
      <a:lvl3pPr marL="1143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4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3pPr>
      <a:lvl4pPr marL="1600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4pPr>
      <a:lvl5pPr marL="20574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»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5pPr>
      <a:lvl6pPr marL="25146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6pPr>
      <a:lvl7pPr marL="29718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7pPr>
      <a:lvl8pPr marL="3429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8pPr>
      <a:lvl9pPr marL="3886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9pPr>
    </p:bodyStyle>
    <p:other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8BAAA/RwAAuQgAABAAAAAmAAAACAAAAL8fAAD/HwAA"/>
              </a:ext>
            </a:extLst>
          </p:cNvSpPr>
          <p:nvPr>
            <p:ph type="title"/>
          </p:nvPr>
        </p:nvSpPr>
        <p:spPr>
          <a:xfrm>
            <a:off x="609600" y="273685"/>
            <a:ext cx="10972165" cy="114427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indent="0">
              <a:buNone/>
            </a:pPr>
            <a:r>
              <a:rPr lang="en-us" cap="none">
                <a:solidFill>
                  <a:srgbClr val="000000"/>
                </a:solidFill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mMgAAVykAABAAAAAmAAAACAAAAL+fAAD/HwAA"/>
              </a:ext>
            </a:extLst>
          </p:cNvSpPr>
          <p:nvPr>
            <p:ph type="ftr" idx="3"/>
          </p:nvPr>
        </p:nvSpPr>
        <p:spPr>
          <a:xfrm>
            <a:off x="4038600" y="6356350"/>
            <a:ext cx="41135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cap="none" spc="0">
                <a:solidFill>
                  <a:srgbClr val="000000"/>
                </a:solidFill>
                <a:latin typeface="Times New Roman" pitchFamily="1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/>
            </a:pPr>
            <a:r>
              <a:t>&lt;footer&gt;</a:t>
            </a:r>
          </a:p>
        </p:txBody>
      </p:sp>
      <p:sp>
        <p:nvSpPr>
          <p:cNvPr id="4" name="PlaceHolder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WRQAAVykAABAAAAAmAAAACAAAAL+fAAD/HwAA"/>
              </a:ext>
            </a:extLst>
          </p:cNvSpPr>
          <p:nvPr>
            <p:ph type="sldNum" idx="4"/>
          </p:nvPr>
        </p:nvSpPr>
        <p:spPr>
          <a:xfrm>
            <a:off x="8610600" y="6356350"/>
            <a:ext cx="27419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cap="none" spc="0">
                <a:solidFill>
                  <a:srgbClr val="8B8B8B"/>
                </a:solidFill>
                <a:latin typeface="Calibri" pitchFamily="2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/>
            </a:pPr>
            <a:fld id="{7BB254B0-FE96-E7A2-D80A-08F71A442E5D}" type="slidenum">
              <a:t>‹#›</a:t>
            </a:fld>
            <a:endParaRPr lang="en-us" cap="none">
              <a:solidFill>
                <a:srgbClr val="000000"/>
              </a:solidFill>
              <a:latin typeface="Times New Roman" pitchFamily="1" charset="0"/>
              <a:ea typeface="Basic Roman" pitchFamily="1" charset="0"/>
              <a:cs typeface="Basic Roman" pitchFamily="1" charset="0"/>
            </a:endParaRPr>
          </a:p>
        </p:txBody>
      </p:sp>
      <p:sp>
        <p:nvSpPr>
          <p:cNvPr id="5" name="PlaceHolder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GFgAAVykAABAAAAAmAAAACAAAAL+fAAD/HwAA"/>
              </a:ext>
            </a:extLst>
          </p:cNvSpPr>
          <p:nvPr>
            <p:ph type="dt" idx="2"/>
          </p:nvPr>
        </p:nvSpPr>
        <p:spPr>
          <a:xfrm>
            <a:off x="838200" y="6356350"/>
            <a:ext cx="27419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>
              <a:buNone/>
              <a:defRPr lang="en-us" sz="1400" b="0" strike="noStrike" cap="none" spc="0">
                <a:solidFill>
                  <a:srgbClr val="000000"/>
                </a:solidFill>
                <a:latin typeface="Times New Roman" pitchFamily="1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>
              <a:buNone/>
              <a:defRPr lang="en-us"/>
            </a:pPr>
            <a: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hf hdr="0" ftr="0" dt="0"/>
  <p:txStyles>
    <p:titleStyle>
      <a:lvl1pPr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4400" b="0" i="0" u="none" strike="noStrike" kern="1" cap="none" spc="0" baseline="0">
          <a:solidFill>
            <a:schemeClr val="tx2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2pPr>
      <a:lvl3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3pPr>
      <a:lvl4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4pPr>
      <a:lvl5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5pPr>
      <a:lvl6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6pPr>
      <a:lvl7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7pPr>
      <a:lvl8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8pPr>
      <a:lvl9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9pPr>
    </p:titleStyle>
    <p:bodyStyle>
      <a:lvl1pPr marL="342900" marR="0" indent="-3429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32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742950" marR="0" indent="-28575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2pPr>
      <a:lvl3pPr marL="1143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4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3pPr>
      <a:lvl4pPr marL="1600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4pPr>
      <a:lvl5pPr marL="20574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»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5pPr>
      <a:lvl6pPr marL="25146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6pPr>
      <a:lvl7pPr marL="29718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7pPr>
      <a:lvl8pPr marL="3429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8pPr>
      <a:lvl9pPr marL="3886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9pPr>
    </p:bodyStyle>
    <p:other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mMgAAVykAABAAAAAmAAAACAAAAL+fAAD/HwAA"/>
              </a:ext>
            </a:extLst>
          </p:cNvSpPr>
          <p:nvPr>
            <p:ph type="ftr" idx="3"/>
          </p:nvPr>
        </p:nvSpPr>
        <p:spPr>
          <a:xfrm>
            <a:off x="4038600" y="6356350"/>
            <a:ext cx="41135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cap="none" spc="0">
                <a:solidFill>
                  <a:srgbClr val="000000"/>
                </a:solidFill>
                <a:latin typeface="Times New Roman" pitchFamily="1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/>
            </a:pPr>
            <a:r>
              <a:t>&lt;footer&gt;</a:t>
            </a:r>
          </a:p>
        </p:txBody>
      </p:sp>
      <p:sp>
        <p:nvSpPr>
          <p:cNvPr id="3" name="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WRQAAVykAABAAAAAmAAAACAAAAL+fAAD/HwAA"/>
              </a:ext>
            </a:extLst>
          </p:cNvSpPr>
          <p:nvPr>
            <p:ph type="sldNum" idx="4"/>
          </p:nvPr>
        </p:nvSpPr>
        <p:spPr>
          <a:xfrm>
            <a:off x="8610600" y="6356350"/>
            <a:ext cx="27419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cap="none" spc="0">
                <a:solidFill>
                  <a:srgbClr val="8B8B8B"/>
                </a:solidFill>
                <a:latin typeface="Calibri" pitchFamily="2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/>
            </a:pPr>
            <a:fld id="{545BBFB6-F8B9-0E49-F7E3-0E1CF1AD015B}" type="slidenum">
              <a:t>‹#›</a:t>
            </a:fld>
            <a:endParaRPr lang="en-us" cap="none">
              <a:solidFill>
                <a:srgbClr val="000000"/>
              </a:solidFill>
              <a:latin typeface="Times New Roman" pitchFamily="1" charset="0"/>
              <a:ea typeface="Basic Roman" pitchFamily="1" charset="0"/>
              <a:cs typeface="Basic Roman" pitchFamily="1" charset="0"/>
            </a:endParaRPr>
          </a:p>
        </p:txBody>
      </p:sp>
      <p:sp>
        <p:nvSpPr>
          <p:cNvPr id="4" name="PlaceHolder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P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GFgAAVykAABAAAAAmAAAACAAAAL+fAAD/HwAA"/>
              </a:ext>
            </a:extLst>
          </p:cNvSpPr>
          <p:nvPr>
            <p:ph type="dt" idx="2"/>
          </p:nvPr>
        </p:nvSpPr>
        <p:spPr>
          <a:xfrm>
            <a:off x="838200" y="6356350"/>
            <a:ext cx="27419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>
              <a:buNone/>
              <a:defRPr lang="en-us" sz="1400" b="0" strike="noStrike" cap="none" spc="0">
                <a:solidFill>
                  <a:srgbClr val="000000"/>
                </a:solidFill>
                <a:latin typeface="Times New Roman" pitchFamily="1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>
              <a:buNone/>
              <a:defRPr lang="en-us"/>
            </a:pPr>
            <a: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hf hdr="0" ftr="0" dt="0"/>
  <p:txStyles>
    <p:titleStyle>
      <a:lvl1pPr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4400" b="0" i="0" u="none" strike="noStrike" kern="1" cap="none" spc="0" baseline="0">
          <a:solidFill>
            <a:schemeClr val="tx2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2pPr>
      <a:lvl3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3pPr>
      <a:lvl4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4pPr>
      <a:lvl5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5pPr>
      <a:lvl6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6pPr>
      <a:lvl7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7pPr>
      <a:lvl8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8pPr>
      <a:lvl9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9pPr>
    </p:titleStyle>
    <p:bodyStyle>
      <a:lvl1pPr marL="342900" marR="0" indent="-3429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32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742950" marR="0" indent="-28575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2pPr>
      <a:lvl3pPr marL="1143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4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3pPr>
      <a:lvl4pPr marL="1600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4pPr>
      <a:lvl5pPr marL="20574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»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5pPr>
      <a:lvl6pPr marL="25146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6pPr>
      <a:lvl7pPr marL="29718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7pPr>
      <a:lvl8pPr marL="3429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8pPr>
      <a:lvl9pPr marL="3886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9pPr>
    </p:bodyStyle>
    <p:other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8BAAA/RwAAuQgAABAAAAAmAAAACAAAAL8fAAD/HwAA"/>
              </a:ext>
            </a:extLst>
          </p:cNvSpPr>
          <p:nvPr>
            <p:ph type="title"/>
          </p:nvPr>
        </p:nvSpPr>
        <p:spPr>
          <a:xfrm>
            <a:off x="609600" y="273685"/>
            <a:ext cx="10972165" cy="114427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indent="0">
              <a:buNone/>
            </a:pPr>
            <a:r>
              <a:rPr lang="en-us" cap="none">
                <a:solidFill>
                  <a:srgbClr val="000000"/>
                </a:solidFill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8JAACvJAAAiRUAABAAAAAmAAAACAAAAL8fAAD/HwAA"/>
              </a:ext>
            </a:extLst>
          </p:cNvSpPr>
          <p:nvPr>
            <p:ph type="body"/>
          </p:nvPr>
        </p:nvSpPr>
        <p:spPr>
          <a:xfrm>
            <a:off x="609600" y="1604645"/>
            <a:ext cx="5353685" cy="189611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431800" indent="-323850">
              <a:spcBef>
                <a:spcPts val="1005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Click to edit the outline text format</a:t>
            </a:r>
          </a:p>
          <a:p>
            <a:pPr marL="864235" lvl="1" indent="-323850">
              <a:spcBef>
                <a:spcPts val="800"/>
              </a:spcBef>
              <a:buClrTx/>
              <a:buSzPts val="960"/>
              <a:buFont typeface="Symbol" pitchFamily="1" charset="0"/>
              <a:buChar char="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Second Outline Level</a:t>
            </a:r>
          </a:p>
          <a:p>
            <a:pPr marL="1296035" lvl="2" indent="-288290">
              <a:spcBef>
                <a:spcPts val="605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Third Outline Level</a:t>
            </a:r>
          </a:p>
          <a:p>
            <a:pPr marL="1727835" lvl="3" indent="-215900">
              <a:spcBef>
                <a:spcPts val="400"/>
              </a:spcBef>
              <a:buClrTx/>
              <a:buSzPts val="960"/>
              <a:buFont typeface="Symbol" pitchFamily="1" charset="0"/>
              <a:buChar char="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Fourth Outline Level</a:t>
            </a:r>
          </a:p>
          <a:p>
            <a:pPr marL="2160270" lvl="4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Fifth Outline Level</a:t>
            </a:r>
          </a:p>
          <a:p>
            <a:pPr marL="2592070" lvl="5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Sixth Outline Level</a:t>
            </a:r>
          </a:p>
          <a:p>
            <a:pPr marL="3023870" lvl="6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Seventh Outline Level</a:t>
            </a:r>
          </a:p>
        </p:txBody>
      </p:sp>
      <p:sp>
        <p:nvSpPr>
          <p:cNvPr id="4" name="PlaceHolder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iYAAN8JAABFRwAAViIAABAAAAAmAAAACAAAAL8fAAD/HwAA"/>
              </a:ext>
            </a:extLst>
          </p:cNvSpPr>
          <p:nvPr>
            <p:ph type="body"/>
          </p:nvPr>
        </p:nvSpPr>
        <p:spPr>
          <a:xfrm>
            <a:off x="6231890" y="1604645"/>
            <a:ext cx="5353685" cy="397700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431800" indent="-323850">
              <a:spcBef>
                <a:spcPts val="1415"/>
              </a:spcBef>
              <a:buClrTx/>
              <a:buSzPts val="144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Click to edit the outline text format</a:t>
            </a:r>
          </a:p>
          <a:p>
            <a:pPr marL="864235" lvl="1" indent="-323850">
              <a:spcBef>
                <a:spcPts val="1130"/>
              </a:spcBef>
              <a:buClrTx/>
              <a:buSzPts val="2100"/>
              <a:buFont typeface="Symbol" pitchFamily="1" charset="0"/>
              <a:buChar char=""/>
            </a:pPr>
            <a:r>
              <a:rPr lang="en-us" cap="none">
                <a:solidFill>
                  <a:srgbClr val="000000"/>
                </a:solidFill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Tx/>
              <a:buSzPts val="108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Tx/>
              <a:buSzPts val="1500"/>
              <a:buFont typeface="Symbol" pitchFamily="1" charset="0"/>
              <a:buChar char=""/>
            </a:pPr>
            <a:r>
              <a:rPr lang="en-us" cap="none">
                <a:solidFill>
                  <a:srgbClr val="000000"/>
                </a:solidFill>
              </a:rPr>
              <a:t>Fourth Outline Level</a:t>
            </a:r>
          </a:p>
          <a:p>
            <a:pPr marL="2160270" lvl="4" indent="-215900">
              <a:spcBef>
                <a:spcPts val="280"/>
              </a:spcBef>
              <a:buClrTx/>
              <a:buSzPts val="90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Fifth Outline Level</a:t>
            </a:r>
          </a:p>
          <a:p>
            <a:pPr marL="2592070" lvl="5" indent="-215900">
              <a:spcBef>
                <a:spcPts val="280"/>
              </a:spcBef>
              <a:buClrTx/>
              <a:buSzPts val="90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Sixth Outline Level</a:t>
            </a:r>
          </a:p>
          <a:p>
            <a:pPr marL="3023870" lvl="6" indent="-215900">
              <a:spcBef>
                <a:spcPts val="280"/>
              </a:spcBef>
              <a:buClrTx/>
              <a:buSzPts val="90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Seventh Outline Level</a:t>
            </a:r>
          </a:p>
        </p:txBody>
      </p:sp>
      <p:sp>
        <p:nvSpPr>
          <p:cNvPr id="5" name="PlaceHolder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cWAACvJAAAUSIAABAAAAAmAAAACAAAAL8fAAD/HwAA"/>
              </a:ext>
            </a:extLst>
          </p:cNvSpPr>
          <p:nvPr>
            <p:ph type="body"/>
          </p:nvPr>
        </p:nvSpPr>
        <p:spPr>
          <a:xfrm>
            <a:off x="609600" y="3682365"/>
            <a:ext cx="5353685" cy="189611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431800" indent="-323850">
              <a:spcBef>
                <a:spcPts val="1005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Click to edit the outline text format</a:t>
            </a:r>
          </a:p>
          <a:p>
            <a:pPr marL="864235" lvl="1" indent="-323850">
              <a:spcBef>
                <a:spcPts val="800"/>
              </a:spcBef>
              <a:buClrTx/>
              <a:buSzPts val="960"/>
              <a:buFont typeface="Symbol" pitchFamily="1" charset="0"/>
              <a:buChar char="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Second Outline Level</a:t>
            </a:r>
          </a:p>
          <a:p>
            <a:pPr marL="1296035" lvl="2" indent="-288290">
              <a:spcBef>
                <a:spcPts val="605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Third Outline Level</a:t>
            </a:r>
          </a:p>
          <a:p>
            <a:pPr marL="1727835" lvl="3" indent="-215900">
              <a:spcBef>
                <a:spcPts val="400"/>
              </a:spcBef>
              <a:buClrTx/>
              <a:buSzPts val="960"/>
              <a:buFont typeface="Symbol" pitchFamily="1" charset="0"/>
              <a:buChar char="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Fourth Outline Level</a:t>
            </a:r>
          </a:p>
          <a:p>
            <a:pPr marL="2160270" lvl="4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Fifth Outline Level</a:t>
            </a:r>
          </a:p>
          <a:p>
            <a:pPr marL="2592070" lvl="5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Sixth Outline Level</a:t>
            </a:r>
          </a:p>
          <a:p>
            <a:pPr marL="3023870" lvl="6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Seventh Outline Level</a:t>
            </a:r>
          </a:p>
        </p:txBody>
      </p:sp>
      <p:sp>
        <p:nvSpPr>
          <p:cNvPr id="6" name="PlaceHolder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GMAQ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mMgAAVykAABAAAAAmAAAACAAAAL+fAAD/HwAA"/>
              </a:ext>
            </a:extLst>
          </p:cNvSpPr>
          <p:nvPr>
            <p:ph type="ftr" idx="3"/>
          </p:nvPr>
        </p:nvSpPr>
        <p:spPr>
          <a:xfrm>
            <a:off x="4038600" y="6356350"/>
            <a:ext cx="41135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cap="none" spc="0">
                <a:solidFill>
                  <a:srgbClr val="000000"/>
                </a:solidFill>
                <a:latin typeface="Times New Roman" pitchFamily="1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/>
            </a:pPr>
            <a:r>
              <a:t>&lt;footer&gt;</a:t>
            </a:r>
          </a:p>
        </p:txBody>
      </p:sp>
      <p:sp>
        <p:nvSpPr>
          <p:cNvPr id="7" name="PlaceHolder 6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WRQAAVykAABAAAAAmAAAACAAAAL+fAAD/HwAA"/>
              </a:ext>
            </a:extLst>
          </p:cNvSpPr>
          <p:nvPr>
            <p:ph type="sldNum" idx="4"/>
          </p:nvPr>
        </p:nvSpPr>
        <p:spPr>
          <a:xfrm>
            <a:off x="8610600" y="6356350"/>
            <a:ext cx="27419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cap="none" spc="0">
                <a:solidFill>
                  <a:srgbClr val="8B8B8B"/>
                </a:solidFill>
                <a:latin typeface="Calibri" pitchFamily="2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/>
            </a:pPr>
            <a:fld id="{097D2928-66E4-28DF-AAC5-908A678B5CC5}" type="slidenum">
              <a:t>‹#›</a:t>
            </a:fld>
            <a:endParaRPr lang="en-us" cap="none">
              <a:solidFill>
                <a:srgbClr val="000000"/>
              </a:solidFill>
              <a:latin typeface="Times New Roman" pitchFamily="1" charset="0"/>
              <a:ea typeface="Basic Roman" pitchFamily="1" charset="0"/>
              <a:cs typeface="Basic Roman" pitchFamily="1" charset="0"/>
            </a:endParaRPr>
          </a:p>
        </p:txBody>
      </p:sp>
      <p:sp>
        <p:nvSpPr>
          <p:cNvPr id="8" name="PlaceHolder 7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EAQ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GFgAAVykAABAAAAAmAAAACAAAAL+fAAD/HwAA"/>
              </a:ext>
            </a:extLst>
          </p:cNvSpPr>
          <p:nvPr>
            <p:ph type="dt" idx="2"/>
          </p:nvPr>
        </p:nvSpPr>
        <p:spPr>
          <a:xfrm>
            <a:off x="838200" y="6356350"/>
            <a:ext cx="27419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>
              <a:buNone/>
              <a:defRPr lang="en-us" sz="1400" b="0" strike="noStrike" cap="none" spc="0">
                <a:solidFill>
                  <a:srgbClr val="000000"/>
                </a:solidFill>
                <a:latin typeface="Times New Roman" pitchFamily="1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>
              <a:buNone/>
              <a:defRPr lang="en-us"/>
            </a:pPr>
            <a: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</p:sldLayoutIdLst>
  <p:hf hdr="0" ftr="0" dt="0"/>
  <p:txStyles>
    <p:titleStyle>
      <a:lvl1pPr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4400" b="0" i="0" u="none" strike="noStrike" kern="1" cap="none" spc="0" baseline="0">
          <a:solidFill>
            <a:schemeClr val="tx2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2pPr>
      <a:lvl3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3pPr>
      <a:lvl4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4pPr>
      <a:lvl5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5pPr>
      <a:lvl6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6pPr>
      <a:lvl7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7pPr>
      <a:lvl8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8pPr>
      <a:lvl9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9pPr>
    </p:titleStyle>
    <p:bodyStyle>
      <a:lvl1pPr marL="342900" marR="0" indent="-3429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32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742950" marR="0" indent="-28575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2pPr>
      <a:lvl3pPr marL="1143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4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3pPr>
      <a:lvl4pPr marL="1600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4pPr>
      <a:lvl5pPr marL="20574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»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5pPr>
      <a:lvl6pPr marL="25146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6pPr>
      <a:lvl7pPr marL="29718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7pPr>
      <a:lvl8pPr marL="3429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8pPr>
      <a:lvl9pPr marL="3886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9pPr>
    </p:bodyStyle>
    <p:other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8BAAA/RwAAuQgAABAAAAAmAAAACAAAAL8fAAD/HwAA"/>
              </a:ext>
            </a:extLst>
          </p:cNvSpPr>
          <p:nvPr>
            <p:ph type="title"/>
          </p:nvPr>
        </p:nvSpPr>
        <p:spPr>
          <a:xfrm>
            <a:off x="609600" y="273685"/>
            <a:ext cx="10972165" cy="114427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indent="0">
              <a:buNone/>
            </a:pPr>
            <a:r>
              <a:rPr lang="en-us" cap="none">
                <a:solidFill>
                  <a:srgbClr val="000000"/>
                </a:solidFill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8JAACvJAAAViIAABAAAAAmAAAACAAAAL8fAAD/HwAA"/>
              </a:ext>
            </a:extLst>
          </p:cNvSpPr>
          <p:nvPr>
            <p:ph type="body"/>
          </p:nvPr>
        </p:nvSpPr>
        <p:spPr>
          <a:xfrm>
            <a:off x="609600" y="1604645"/>
            <a:ext cx="5353685" cy="397700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431800" indent="-323850">
              <a:spcBef>
                <a:spcPts val="1415"/>
              </a:spcBef>
              <a:buClrTx/>
              <a:buSzPts val="144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Click to edit the outline text format</a:t>
            </a:r>
          </a:p>
          <a:p>
            <a:pPr marL="864235" lvl="1" indent="-323850">
              <a:spcBef>
                <a:spcPts val="1130"/>
              </a:spcBef>
              <a:buClrTx/>
              <a:buSzPts val="2100"/>
              <a:buFont typeface="Symbol" pitchFamily="1" charset="0"/>
              <a:buChar char=""/>
            </a:pPr>
            <a:r>
              <a:rPr lang="en-us" cap="none">
                <a:solidFill>
                  <a:srgbClr val="000000"/>
                </a:solidFill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Tx/>
              <a:buSzPts val="108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Tx/>
              <a:buSzPts val="1500"/>
              <a:buFont typeface="Symbol" pitchFamily="1" charset="0"/>
              <a:buChar char=""/>
            </a:pPr>
            <a:r>
              <a:rPr lang="en-us" cap="none">
                <a:solidFill>
                  <a:srgbClr val="000000"/>
                </a:solidFill>
              </a:rPr>
              <a:t>Fourth Outline Level</a:t>
            </a:r>
          </a:p>
          <a:p>
            <a:pPr marL="2160270" lvl="4" indent="-215900">
              <a:spcBef>
                <a:spcPts val="280"/>
              </a:spcBef>
              <a:buClrTx/>
              <a:buSzPts val="90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Fifth Outline Level</a:t>
            </a:r>
          </a:p>
          <a:p>
            <a:pPr marL="2592070" lvl="5" indent="-215900">
              <a:spcBef>
                <a:spcPts val="280"/>
              </a:spcBef>
              <a:buClrTx/>
              <a:buSzPts val="90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Sixth Outline Level</a:t>
            </a:r>
          </a:p>
          <a:p>
            <a:pPr marL="3023870" lvl="6" indent="-215900">
              <a:spcBef>
                <a:spcPts val="280"/>
              </a:spcBef>
              <a:buClrTx/>
              <a:buSzPts val="90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Seventh Outline Level</a:t>
            </a:r>
          </a:p>
        </p:txBody>
      </p:sp>
      <p:sp>
        <p:nvSpPr>
          <p:cNvPr id="4" name="PlaceHolder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iYAAN8JAABFRwAAiRUAABAAAAAmAAAACAAAAL8fAAD/HwAA"/>
              </a:ext>
            </a:extLst>
          </p:cNvSpPr>
          <p:nvPr>
            <p:ph type="body"/>
          </p:nvPr>
        </p:nvSpPr>
        <p:spPr>
          <a:xfrm>
            <a:off x="6231890" y="1604645"/>
            <a:ext cx="5353685" cy="189611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431800" indent="-323850">
              <a:spcBef>
                <a:spcPts val="1005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Click to edit the outline text format</a:t>
            </a:r>
          </a:p>
          <a:p>
            <a:pPr marL="864235" lvl="1" indent="-323850">
              <a:spcBef>
                <a:spcPts val="800"/>
              </a:spcBef>
              <a:buClrTx/>
              <a:buSzPts val="960"/>
              <a:buFont typeface="Symbol" pitchFamily="1" charset="0"/>
              <a:buChar char="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Second Outline Level</a:t>
            </a:r>
          </a:p>
          <a:p>
            <a:pPr marL="1296035" lvl="2" indent="-288290">
              <a:spcBef>
                <a:spcPts val="605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Third Outline Level</a:t>
            </a:r>
          </a:p>
          <a:p>
            <a:pPr marL="1727835" lvl="3" indent="-215900">
              <a:spcBef>
                <a:spcPts val="400"/>
              </a:spcBef>
              <a:buClrTx/>
              <a:buSzPts val="960"/>
              <a:buFont typeface="Symbol" pitchFamily="1" charset="0"/>
              <a:buChar char="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Fourth Outline Level</a:t>
            </a:r>
          </a:p>
          <a:p>
            <a:pPr marL="2160270" lvl="4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Fifth Outline Level</a:t>
            </a:r>
          </a:p>
          <a:p>
            <a:pPr marL="2592070" lvl="5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Sixth Outline Level</a:t>
            </a:r>
          </a:p>
          <a:p>
            <a:pPr marL="3023870" lvl="6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Seventh Outline Level</a:t>
            </a:r>
          </a:p>
        </p:txBody>
      </p:sp>
      <p:sp>
        <p:nvSpPr>
          <p:cNvPr id="5" name="PlaceHolder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iYAAKcWAABFRwAAUSIAABAAAAAmAAAACAAAAL8fAAD/HwAA"/>
              </a:ext>
            </a:extLst>
          </p:cNvSpPr>
          <p:nvPr>
            <p:ph type="body"/>
          </p:nvPr>
        </p:nvSpPr>
        <p:spPr>
          <a:xfrm>
            <a:off x="6231890" y="3682365"/>
            <a:ext cx="5353685" cy="189611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431800" indent="-323850">
              <a:spcBef>
                <a:spcPts val="1005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Click to edit the outline text format</a:t>
            </a:r>
          </a:p>
          <a:p>
            <a:pPr marL="864235" lvl="1" indent="-323850">
              <a:spcBef>
                <a:spcPts val="800"/>
              </a:spcBef>
              <a:buClrTx/>
              <a:buSzPts val="960"/>
              <a:buFont typeface="Symbol" pitchFamily="1" charset="0"/>
              <a:buChar char="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Second Outline Level</a:t>
            </a:r>
          </a:p>
          <a:p>
            <a:pPr marL="1296035" lvl="2" indent="-288290">
              <a:spcBef>
                <a:spcPts val="605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Third Outline Level</a:t>
            </a:r>
          </a:p>
          <a:p>
            <a:pPr marL="1727835" lvl="3" indent="-215900">
              <a:spcBef>
                <a:spcPts val="400"/>
              </a:spcBef>
              <a:buClrTx/>
              <a:buSzPts val="960"/>
              <a:buFont typeface="Symbol" pitchFamily="1" charset="0"/>
              <a:buChar char="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Fourth Outline Level</a:t>
            </a:r>
          </a:p>
          <a:p>
            <a:pPr marL="2160270" lvl="4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Fifth Outline Level</a:t>
            </a:r>
          </a:p>
          <a:p>
            <a:pPr marL="2592070" lvl="5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Sixth Outline Level</a:t>
            </a:r>
          </a:p>
          <a:p>
            <a:pPr marL="3023870" lvl="6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Seventh Outline Level</a:t>
            </a:r>
          </a:p>
        </p:txBody>
      </p:sp>
      <p:sp>
        <p:nvSpPr>
          <p:cNvPr id="6" name="PlaceHolder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mMgAAVykAABAAAAAmAAAACAAAAL+fAAD/HwAA"/>
              </a:ext>
            </a:extLst>
          </p:cNvSpPr>
          <p:nvPr>
            <p:ph type="ftr" idx="3"/>
          </p:nvPr>
        </p:nvSpPr>
        <p:spPr>
          <a:xfrm>
            <a:off x="4038600" y="6356350"/>
            <a:ext cx="41135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cap="none" spc="0">
                <a:solidFill>
                  <a:srgbClr val="000000"/>
                </a:solidFill>
                <a:latin typeface="Times New Roman" pitchFamily="1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/>
            </a:pPr>
            <a:r>
              <a:t>&lt;footer&gt;</a:t>
            </a:r>
          </a:p>
        </p:txBody>
      </p:sp>
      <p:sp>
        <p:nvSpPr>
          <p:cNvPr id="7" name="PlaceHolder 6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WRQAAVykAABAAAAAmAAAACAAAAL+fAAD/HwAA"/>
              </a:ext>
            </a:extLst>
          </p:cNvSpPr>
          <p:nvPr>
            <p:ph type="sldNum" idx="4"/>
          </p:nvPr>
        </p:nvSpPr>
        <p:spPr>
          <a:xfrm>
            <a:off x="8610600" y="6356350"/>
            <a:ext cx="27419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cap="none" spc="0">
                <a:solidFill>
                  <a:srgbClr val="8B8B8B"/>
                </a:solidFill>
                <a:latin typeface="Calibri" pitchFamily="2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/>
            </a:pPr>
            <a:fld id="{56DEF8F9-B7BB-8B0E-F566-415BB6280314}" type="slidenum">
              <a:t>‹#›</a:t>
            </a:fld>
            <a:endParaRPr lang="en-us" cap="none">
              <a:solidFill>
                <a:srgbClr val="000000"/>
              </a:solidFill>
              <a:latin typeface="Times New Roman" pitchFamily="1" charset="0"/>
              <a:ea typeface="Basic Roman" pitchFamily="1" charset="0"/>
              <a:cs typeface="Basic Roman" pitchFamily="1" charset="0"/>
            </a:endParaRPr>
          </a:p>
        </p:txBody>
      </p:sp>
      <p:sp>
        <p:nvSpPr>
          <p:cNvPr id="8" name="PlaceHolder 7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GFgAAVykAABAAAAAmAAAACAAAAL+fAAD/HwAA"/>
              </a:ext>
            </a:extLst>
          </p:cNvSpPr>
          <p:nvPr>
            <p:ph type="dt" idx="2"/>
          </p:nvPr>
        </p:nvSpPr>
        <p:spPr>
          <a:xfrm>
            <a:off x="838200" y="6356350"/>
            <a:ext cx="27419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>
              <a:buNone/>
              <a:defRPr lang="en-us" sz="1400" b="0" strike="noStrike" cap="none" spc="0">
                <a:solidFill>
                  <a:srgbClr val="000000"/>
                </a:solidFill>
                <a:latin typeface="Times New Roman" pitchFamily="1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>
              <a:buNone/>
              <a:defRPr lang="en-us"/>
            </a:pPr>
            <a: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hf hdr="0" ftr="0" dt="0"/>
  <p:txStyles>
    <p:titleStyle>
      <a:lvl1pPr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4400" b="0" i="0" u="none" strike="noStrike" kern="1" cap="none" spc="0" baseline="0">
          <a:solidFill>
            <a:schemeClr val="tx2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2pPr>
      <a:lvl3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3pPr>
      <a:lvl4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4pPr>
      <a:lvl5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5pPr>
      <a:lvl6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6pPr>
      <a:lvl7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7pPr>
      <a:lvl8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8pPr>
      <a:lvl9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9pPr>
    </p:titleStyle>
    <p:bodyStyle>
      <a:lvl1pPr marL="342900" marR="0" indent="-3429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32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742950" marR="0" indent="-28575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2pPr>
      <a:lvl3pPr marL="1143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4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3pPr>
      <a:lvl4pPr marL="1600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4pPr>
      <a:lvl5pPr marL="20574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»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5pPr>
      <a:lvl6pPr marL="25146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6pPr>
      <a:lvl7pPr marL="29718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7pPr>
      <a:lvl8pPr marL="3429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8pPr>
      <a:lvl9pPr marL="3886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9pPr>
    </p:bodyStyle>
    <p:other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8BAAA/RwAAuQgAABAAAAAmAAAACAAAAL8fAAD/HwAA"/>
              </a:ext>
            </a:extLst>
          </p:cNvSpPr>
          <p:nvPr>
            <p:ph type="title"/>
          </p:nvPr>
        </p:nvSpPr>
        <p:spPr>
          <a:xfrm>
            <a:off x="609600" y="273685"/>
            <a:ext cx="10972165" cy="114427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indent="0">
              <a:buNone/>
            </a:pPr>
            <a:r>
              <a:rPr lang="en-us" cap="none">
                <a:solidFill>
                  <a:srgbClr val="000000"/>
                </a:solidFill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8JAACvJAAAiRUAABAAAAAmAAAACAAAAL8fAAD/HwAA"/>
              </a:ext>
            </a:extLst>
          </p:cNvSpPr>
          <p:nvPr>
            <p:ph type="body"/>
          </p:nvPr>
        </p:nvSpPr>
        <p:spPr>
          <a:xfrm>
            <a:off x="609600" y="1604645"/>
            <a:ext cx="5353685" cy="189611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431800" indent="-323850">
              <a:spcBef>
                <a:spcPts val="1005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Click to edit the outline text format</a:t>
            </a:r>
          </a:p>
          <a:p>
            <a:pPr marL="864235" lvl="1" indent="-323850">
              <a:spcBef>
                <a:spcPts val="800"/>
              </a:spcBef>
              <a:buClrTx/>
              <a:buSzPts val="960"/>
              <a:buFont typeface="Symbol" pitchFamily="1" charset="0"/>
              <a:buChar char="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Second Outline Level</a:t>
            </a:r>
          </a:p>
          <a:p>
            <a:pPr marL="1296035" lvl="2" indent="-288290">
              <a:spcBef>
                <a:spcPts val="605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Third Outline Level</a:t>
            </a:r>
          </a:p>
          <a:p>
            <a:pPr marL="1727835" lvl="3" indent="-215900">
              <a:spcBef>
                <a:spcPts val="400"/>
              </a:spcBef>
              <a:buClrTx/>
              <a:buSzPts val="960"/>
              <a:buFont typeface="Symbol" pitchFamily="1" charset="0"/>
              <a:buChar char="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Fourth Outline Level</a:t>
            </a:r>
          </a:p>
          <a:p>
            <a:pPr marL="2160270" lvl="4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Fifth Outline Level</a:t>
            </a:r>
          </a:p>
          <a:p>
            <a:pPr marL="2592070" lvl="5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Sixth Outline Level</a:t>
            </a:r>
          </a:p>
          <a:p>
            <a:pPr marL="3023870" lvl="6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Seventh Outline Level</a:t>
            </a:r>
          </a:p>
        </p:txBody>
      </p:sp>
      <p:sp>
        <p:nvSpPr>
          <p:cNvPr id="4" name="PlaceHolder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iYAAN8JAABFRwAAiRUAABAAAAAmAAAACAAAAL8fAAD/HwAA"/>
              </a:ext>
            </a:extLst>
          </p:cNvSpPr>
          <p:nvPr>
            <p:ph type="body"/>
          </p:nvPr>
        </p:nvSpPr>
        <p:spPr>
          <a:xfrm>
            <a:off x="6231890" y="1604645"/>
            <a:ext cx="5353685" cy="189611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431800" indent="-323850">
              <a:spcBef>
                <a:spcPts val="1005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Click to edit the outline text format</a:t>
            </a:r>
          </a:p>
          <a:p>
            <a:pPr marL="864235" lvl="1" indent="-323850">
              <a:spcBef>
                <a:spcPts val="800"/>
              </a:spcBef>
              <a:buClrTx/>
              <a:buSzPts val="960"/>
              <a:buFont typeface="Symbol" pitchFamily="1" charset="0"/>
              <a:buChar char="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Second Outline Level</a:t>
            </a:r>
          </a:p>
          <a:p>
            <a:pPr marL="1296035" lvl="2" indent="-288290">
              <a:spcBef>
                <a:spcPts val="605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Third Outline Level</a:t>
            </a:r>
          </a:p>
          <a:p>
            <a:pPr marL="1727835" lvl="3" indent="-215900">
              <a:spcBef>
                <a:spcPts val="400"/>
              </a:spcBef>
              <a:buClrTx/>
              <a:buSzPts val="960"/>
              <a:buFont typeface="Symbol" pitchFamily="1" charset="0"/>
              <a:buChar char="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Fourth Outline Level</a:t>
            </a:r>
          </a:p>
          <a:p>
            <a:pPr marL="2160270" lvl="4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Fifth Outline Level</a:t>
            </a:r>
          </a:p>
          <a:p>
            <a:pPr marL="2592070" lvl="5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Sixth Outline Level</a:t>
            </a:r>
          </a:p>
          <a:p>
            <a:pPr marL="3023870" lvl="6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Seventh Outline Level</a:t>
            </a:r>
          </a:p>
        </p:txBody>
      </p:sp>
      <p:sp>
        <p:nvSpPr>
          <p:cNvPr id="5" name="PlaceHolder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cWAAA/RwAAUSIAABAAAAAmAAAACAAAAL8fAAD/HwAA"/>
              </a:ext>
            </a:extLst>
          </p:cNvSpPr>
          <p:nvPr>
            <p:ph type="body"/>
          </p:nvPr>
        </p:nvSpPr>
        <p:spPr>
          <a:xfrm>
            <a:off x="609600" y="3682365"/>
            <a:ext cx="10972165" cy="189611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431800" indent="-323850">
              <a:spcBef>
                <a:spcPts val="1005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Click to edit the outline text format</a:t>
            </a:r>
          </a:p>
          <a:p>
            <a:pPr marL="864235" lvl="1" indent="-323850">
              <a:spcBef>
                <a:spcPts val="800"/>
              </a:spcBef>
              <a:buClrTx/>
              <a:buSzPts val="960"/>
              <a:buFont typeface="Symbol" pitchFamily="1" charset="0"/>
              <a:buChar char="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Second Outline Level</a:t>
            </a:r>
          </a:p>
          <a:p>
            <a:pPr marL="1296035" lvl="2" indent="-288290">
              <a:spcBef>
                <a:spcPts val="605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Third Outline Level</a:t>
            </a:r>
          </a:p>
          <a:p>
            <a:pPr marL="1727835" lvl="3" indent="-215900">
              <a:spcBef>
                <a:spcPts val="400"/>
              </a:spcBef>
              <a:buClrTx/>
              <a:buSzPts val="960"/>
              <a:buFont typeface="Symbol" pitchFamily="1" charset="0"/>
              <a:buChar char="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Fourth Outline Level</a:t>
            </a:r>
          </a:p>
          <a:p>
            <a:pPr marL="2160270" lvl="4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Fifth Outline Level</a:t>
            </a:r>
          </a:p>
          <a:p>
            <a:pPr marL="2592070" lvl="5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Sixth Outline Level</a:t>
            </a:r>
          </a:p>
          <a:p>
            <a:pPr marL="3023870" lvl="6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Seventh Outline Level</a:t>
            </a:r>
          </a:p>
        </p:txBody>
      </p:sp>
      <p:sp>
        <p:nvSpPr>
          <p:cNvPr id="6" name="PlaceHolder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mMgAAVykAABAAAAAmAAAACAAAAL+fAAD/HwAA"/>
              </a:ext>
            </a:extLst>
          </p:cNvSpPr>
          <p:nvPr>
            <p:ph type="ftr" idx="3"/>
          </p:nvPr>
        </p:nvSpPr>
        <p:spPr>
          <a:xfrm>
            <a:off x="4038600" y="6356350"/>
            <a:ext cx="41135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cap="none" spc="0">
                <a:solidFill>
                  <a:srgbClr val="000000"/>
                </a:solidFill>
                <a:latin typeface="Times New Roman" pitchFamily="1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/>
            </a:pPr>
            <a:r>
              <a:t>&lt;footer&gt;</a:t>
            </a:r>
          </a:p>
        </p:txBody>
      </p:sp>
      <p:sp>
        <p:nvSpPr>
          <p:cNvPr id="7" name="PlaceHolder 6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WRQAAVykAABAAAAAmAAAACAAAAL+fAAD/HwAA"/>
              </a:ext>
            </a:extLst>
          </p:cNvSpPr>
          <p:nvPr>
            <p:ph type="sldNum" idx="4"/>
          </p:nvPr>
        </p:nvSpPr>
        <p:spPr>
          <a:xfrm>
            <a:off x="8610600" y="6356350"/>
            <a:ext cx="27419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cap="none" spc="0">
                <a:solidFill>
                  <a:srgbClr val="8B8B8B"/>
                </a:solidFill>
                <a:latin typeface="Calibri" pitchFamily="2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/>
            </a:pPr>
            <a:fld id="{3A0E915D-13D7-5B67-99B6-E532DFF86FB0}" type="slidenum">
              <a:t>‹#›</a:t>
            </a:fld>
            <a:endParaRPr lang="en-us" cap="none">
              <a:solidFill>
                <a:srgbClr val="000000"/>
              </a:solidFill>
              <a:latin typeface="Times New Roman" pitchFamily="1" charset="0"/>
              <a:ea typeface="Basic Roman" pitchFamily="1" charset="0"/>
              <a:cs typeface="Basic Roman" pitchFamily="1" charset="0"/>
            </a:endParaRPr>
          </a:p>
        </p:txBody>
      </p:sp>
      <p:sp>
        <p:nvSpPr>
          <p:cNvPr id="8" name="PlaceHolder 7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EAQ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GFgAAVykAABAAAAAmAAAACAAAAL+fAAD/HwAA"/>
              </a:ext>
            </a:extLst>
          </p:cNvSpPr>
          <p:nvPr>
            <p:ph type="dt" idx="2"/>
          </p:nvPr>
        </p:nvSpPr>
        <p:spPr>
          <a:xfrm>
            <a:off x="838200" y="6356350"/>
            <a:ext cx="27419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>
              <a:buNone/>
              <a:defRPr lang="en-us" sz="1400" b="0" strike="noStrike" cap="none" spc="0">
                <a:solidFill>
                  <a:srgbClr val="000000"/>
                </a:solidFill>
                <a:latin typeface="Times New Roman" pitchFamily="1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>
              <a:buNone/>
              <a:defRPr lang="en-us"/>
            </a:pPr>
            <a: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hf hdr="0" ftr="0" dt="0"/>
  <p:txStyles>
    <p:titleStyle>
      <a:lvl1pPr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4400" b="0" i="0" u="none" strike="noStrike" kern="1" cap="none" spc="0" baseline="0">
          <a:solidFill>
            <a:schemeClr val="tx2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2pPr>
      <a:lvl3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3pPr>
      <a:lvl4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4pPr>
      <a:lvl5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5pPr>
      <a:lvl6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6pPr>
      <a:lvl7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7pPr>
      <a:lvl8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8pPr>
      <a:lvl9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9pPr>
    </p:titleStyle>
    <p:bodyStyle>
      <a:lvl1pPr marL="342900" marR="0" indent="-3429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32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742950" marR="0" indent="-28575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2pPr>
      <a:lvl3pPr marL="1143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4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3pPr>
      <a:lvl4pPr marL="1600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4pPr>
      <a:lvl5pPr marL="20574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»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5pPr>
      <a:lvl6pPr marL="25146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6pPr>
      <a:lvl7pPr marL="29718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7pPr>
      <a:lvl8pPr marL="3429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8pPr>
      <a:lvl9pPr marL="3886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9pPr>
    </p:bodyStyle>
    <p:other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8BAAA/RwAAuQgAABAAAAAmAAAACAAAAL8fAAD/HwAA"/>
              </a:ext>
            </a:extLst>
          </p:cNvSpPr>
          <p:nvPr>
            <p:ph type="title"/>
          </p:nvPr>
        </p:nvSpPr>
        <p:spPr>
          <a:xfrm>
            <a:off x="609600" y="273685"/>
            <a:ext cx="10972165" cy="114427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indent="0">
              <a:buNone/>
            </a:pPr>
            <a:r>
              <a:rPr lang="en-us" cap="none">
                <a:solidFill>
                  <a:srgbClr val="000000"/>
                </a:solidFill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8JAAA/RwAAiRUAABAAAAAmAAAACAAAAL8fAAD/HwAA"/>
              </a:ext>
            </a:extLst>
          </p:cNvSpPr>
          <p:nvPr>
            <p:ph type="body"/>
          </p:nvPr>
        </p:nvSpPr>
        <p:spPr>
          <a:xfrm>
            <a:off x="609600" y="1604645"/>
            <a:ext cx="10972165" cy="189611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431800" indent="-323850">
              <a:spcBef>
                <a:spcPts val="1005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Click to edit the outline text format</a:t>
            </a:r>
          </a:p>
          <a:p>
            <a:pPr marL="864235" lvl="1" indent="-323850">
              <a:spcBef>
                <a:spcPts val="800"/>
              </a:spcBef>
              <a:buClrTx/>
              <a:buSzPts val="960"/>
              <a:buFont typeface="Symbol" pitchFamily="1" charset="0"/>
              <a:buChar char="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Second Outline Level</a:t>
            </a:r>
          </a:p>
          <a:p>
            <a:pPr marL="1296035" lvl="2" indent="-288290">
              <a:spcBef>
                <a:spcPts val="605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Third Outline Level</a:t>
            </a:r>
          </a:p>
          <a:p>
            <a:pPr marL="1727835" lvl="3" indent="-215900">
              <a:spcBef>
                <a:spcPts val="400"/>
              </a:spcBef>
              <a:buClrTx/>
              <a:buSzPts val="960"/>
              <a:buFont typeface="Symbol" pitchFamily="1" charset="0"/>
              <a:buChar char="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Fourth Outline Level</a:t>
            </a:r>
          </a:p>
          <a:p>
            <a:pPr marL="2160270" lvl="4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Fifth Outline Level</a:t>
            </a:r>
          </a:p>
          <a:p>
            <a:pPr marL="2592070" lvl="5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Sixth Outline Level</a:t>
            </a:r>
          </a:p>
          <a:p>
            <a:pPr marL="3023870" lvl="6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Seventh Outline Level</a:t>
            </a:r>
          </a:p>
        </p:txBody>
      </p:sp>
      <p:sp>
        <p:nvSpPr>
          <p:cNvPr id="4" name="PlaceHolder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cWAAA/RwAAUSIAABAAAAAmAAAACAAAAL8fAAD/HwAA"/>
              </a:ext>
            </a:extLst>
          </p:cNvSpPr>
          <p:nvPr>
            <p:ph type="body"/>
          </p:nvPr>
        </p:nvSpPr>
        <p:spPr>
          <a:xfrm>
            <a:off x="609600" y="3682365"/>
            <a:ext cx="10972165" cy="189611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431800" indent="-323850">
              <a:spcBef>
                <a:spcPts val="1005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Click to edit the outline text format</a:t>
            </a:r>
          </a:p>
          <a:p>
            <a:pPr marL="864235" lvl="1" indent="-323850">
              <a:spcBef>
                <a:spcPts val="800"/>
              </a:spcBef>
              <a:buClrTx/>
              <a:buSzPts val="960"/>
              <a:buFont typeface="Symbol" pitchFamily="1" charset="0"/>
              <a:buChar char="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Second Outline Level</a:t>
            </a:r>
          </a:p>
          <a:p>
            <a:pPr marL="1296035" lvl="2" indent="-288290">
              <a:spcBef>
                <a:spcPts val="605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Third Outline Level</a:t>
            </a:r>
          </a:p>
          <a:p>
            <a:pPr marL="1727835" lvl="3" indent="-215900">
              <a:spcBef>
                <a:spcPts val="400"/>
              </a:spcBef>
              <a:buClrTx/>
              <a:buSzPts val="960"/>
              <a:buFont typeface="Symbol" pitchFamily="1" charset="0"/>
              <a:buChar char="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Fourth Outline Level</a:t>
            </a:r>
          </a:p>
          <a:p>
            <a:pPr marL="2160270" lvl="4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Fifth Outline Level</a:t>
            </a:r>
          </a:p>
          <a:p>
            <a:pPr marL="2592070" lvl="5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Sixth Outline Level</a:t>
            </a:r>
          </a:p>
          <a:p>
            <a:pPr marL="3023870" lvl="6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Seventh Outline Level</a:t>
            </a:r>
          </a:p>
        </p:txBody>
      </p:sp>
      <p:sp>
        <p:nvSpPr>
          <p:cNvPr id="5" name="PlaceHolder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mMgAAVykAABAAAAAmAAAACAAAAL+fAAD/HwAA"/>
              </a:ext>
            </a:extLst>
          </p:cNvSpPr>
          <p:nvPr>
            <p:ph type="ftr" idx="3"/>
          </p:nvPr>
        </p:nvSpPr>
        <p:spPr>
          <a:xfrm>
            <a:off x="4038600" y="6356350"/>
            <a:ext cx="41135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cap="none" spc="0">
                <a:solidFill>
                  <a:srgbClr val="000000"/>
                </a:solidFill>
                <a:latin typeface="Times New Roman" pitchFamily="1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/>
            </a:pPr>
            <a:r>
              <a:t>&lt;footer&gt;</a:t>
            </a:r>
          </a:p>
        </p:txBody>
      </p:sp>
      <p:sp>
        <p:nvSpPr>
          <p:cNvPr id="6" name="PlaceHolder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WRQAAVykAABAAAAAmAAAACAAAAL+fAAD/HwAA"/>
              </a:ext>
            </a:extLst>
          </p:cNvSpPr>
          <p:nvPr>
            <p:ph type="sldNum" idx="4"/>
          </p:nvPr>
        </p:nvSpPr>
        <p:spPr>
          <a:xfrm>
            <a:off x="8610600" y="6356350"/>
            <a:ext cx="27419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cap="none" spc="0">
                <a:solidFill>
                  <a:srgbClr val="8B8B8B"/>
                </a:solidFill>
                <a:latin typeface="Calibri" pitchFamily="2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/>
            </a:pPr>
            <a:fld id="{19DD166D-23F4-88E0-BA65-D5B5582B4C80}" type="slidenum">
              <a:t>‹#›</a:t>
            </a:fld>
            <a:endParaRPr lang="en-us" cap="none">
              <a:solidFill>
                <a:srgbClr val="000000"/>
              </a:solidFill>
              <a:latin typeface="Times New Roman" pitchFamily="1" charset="0"/>
              <a:ea typeface="Basic Roman" pitchFamily="1" charset="0"/>
              <a:cs typeface="Basic Roman" pitchFamily="1" charset="0"/>
            </a:endParaRPr>
          </a:p>
        </p:txBody>
      </p:sp>
      <p:sp>
        <p:nvSpPr>
          <p:cNvPr id="7" name="PlaceHolder 6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GFgAAVykAABAAAAAmAAAACAAAAL+fAAD/HwAA"/>
              </a:ext>
            </a:extLst>
          </p:cNvSpPr>
          <p:nvPr>
            <p:ph type="dt" idx="2"/>
          </p:nvPr>
        </p:nvSpPr>
        <p:spPr>
          <a:xfrm>
            <a:off x="838200" y="6356350"/>
            <a:ext cx="27419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>
              <a:buNone/>
              <a:defRPr lang="en-us" sz="1400" b="0" strike="noStrike" cap="none" spc="0">
                <a:solidFill>
                  <a:srgbClr val="000000"/>
                </a:solidFill>
                <a:latin typeface="Times New Roman" pitchFamily="1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>
              <a:buNone/>
              <a:defRPr lang="en-us"/>
            </a:pPr>
            <a: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hf hdr="0" ftr="0" dt="0"/>
  <p:txStyles>
    <p:titleStyle>
      <a:lvl1pPr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4400" b="0" i="0" u="none" strike="noStrike" kern="1" cap="none" spc="0" baseline="0">
          <a:solidFill>
            <a:schemeClr val="tx2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2pPr>
      <a:lvl3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3pPr>
      <a:lvl4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4pPr>
      <a:lvl5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5pPr>
      <a:lvl6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6pPr>
      <a:lvl7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7pPr>
      <a:lvl8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8pPr>
      <a:lvl9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9pPr>
    </p:titleStyle>
    <p:bodyStyle>
      <a:lvl1pPr marL="342900" marR="0" indent="-3429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32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742950" marR="0" indent="-28575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2pPr>
      <a:lvl3pPr marL="1143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4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3pPr>
      <a:lvl4pPr marL="1600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4pPr>
      <a:lvl5pPr marL="20574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»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5pPr>
      <a:lvl6pPr marL="25146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6pPr>
      <a:lvl7pPr marL="29718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7pPr>
      <a:lvl8pPr marL="3429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8pPr>
      <a:lvl9pPr marL="3886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9pPr>
    </p:bodyStyle>
    <p:other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8BAAA/RwAAuQgAABAAAAAmAAAACAAAAL8fAAD/HwAA"/>
              </a:ext>
            </a:extLst>
          </p:cNvSpPr>
          <p:nvPr>
            <p:ph type="title"/>
          </p:nvPr>
        </p:nvSpPr>
        <p:spPr>
          <a:xfrm>
            <a:off x="609600" y="273685"/>
            <a:ext cx="10972165" cy="114427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indent="0">
              <a:buNone/>
            </a:pPr>
            <a:r>
              <a:rPr lang="en-us" cap="none">
                <a:solidFill>
                  <a:srgbClr val="000000"/>
                </a:solidFill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8JAACvJAAAiRUAABAAAAAmAAAACAAAAL8fAAD/HwAA"/>
              </a:ext>
            </a:extLst>
          </p:cNvSpPr>
          <p:nvPr>
            <p:ph type="body"/>
          </p:nvPr>
        </p:nvSpPr>
        <p:spPr>
          <a:xfrm>
            <a:off x="609600" y="1604645"/>
            <a:ext cx="5353685" cy="189611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431800" indent="-323850">
              <a:spcBef>
                <a:spcPts val="1005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Click to edit the outline text format</a:t>
            </a:r>
          </a:p>
          <a:p>
            <a:pPr marL="864235" lvl="1" indent="-323850">
              <a:spcBef>
                <a:spcPts val="800"/>
              </a:spcBef>
              <a:buClrTx/>
              <a:buSzPts val="960"/>
              <a:buFont typeface="Symbol" pitchFamily="1" charset="0"/>
              <a:buChar char="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Second Outline Level</a:t>
            </a:r>
          </a:p>
          <a:p>
            <a:pPr marL="1296035" lvl="2" indent="-288290">
              <a:spcBef>
                <a:spcPts val="605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Third Outline Level</a:t>
            </a:r>
          </a:p>
          <a:p>
            <a:pPr marL="1727835" lvl="3" indent="-215900">
              <a:spcBef>
                <a:spcPts val="400"/>
              </a:spcBef>
              <a:buClrTx/>
              <a:buSzPts val="960"/>
              <a:buFont typeface="Symbol" pitchFamily="1" charset="0"/>
              <a:buChar char="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Fourth Outline Level</a:t>
            </a:r>
          </a:p>
          <a:p>
            <a:pPr marL="2160270" lvl="4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Fifth Outline Level</a:t>
            </a:r>
          </a:p>
          <a:p>
            <a:pPr marL="2592070" lvl="5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Sixth Outline Level</a:t>
            </a:r>
          </a:p>
          <a:p>
            <a:pPr marL="3023870" lvl="6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Seventh Outline Level</a:t>
            </a:r>
          </a:p>
        </p:txBody>
      </p:sp>
      <p:sp>
        <p:nvSpPr>
          <p:cNvPr id="4" name="PlaceHolder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iYAAN8JAABFRwAAiRUAABAAAAAmAAAACAAAAL8fAAD/HwAA"/>
              </a:ext>
            </a:extLst>
          </p:cNvSpPr>
          <p:nvPr>
            <p:ph type="body"/>
          </p:nvPr>
        </p:nvSpPr>
        <p:spPr>
          <a:xfrm>
            <a:off x="6231890" y="1604645"/>
            <a:ext cx="5353685" cy="189611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431800" indent="-323850">
              <a:spcBef>
                <a:spcPts val="1005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Click to edit the outline text format</a:t>
            </a:r>
          </a:p>
          <a:p>
            <a:pPr marL="864235" lvl="1" indent="-323850">
              <a:spcBef>
                <a:spcPts val="800"/>
              </a:spcBef>
              <a:buClrTx/>
              <a:buSzPts val="960"/>
              <a:buFont typeface="Symbol" pitchFamily="1" charset="0"/>
              <a:buChar char="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Second Outline Level</a:t>
            </a:r>
          </a:p>
          <a:p>
            <a:pPr marL="1296035" lvl="2" indent="-288290">
              <a:spcBef>
                <a:spcPts val="605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Third Outline Level</a:t>
            </a:r>
          </a:p>
          <a:p>
            <a:pPr marL="1727835" lvl="3" indent="-215900">
              <a:spcBef>
                <a:spcPts val="400"/>
              </a:spcBef>
              <a:buClrTx/>
              <a:buSzPts val="960"/>
              <a:buFont typeface="Symbol" pitchFamily="1" charset="0"/>
              <a:buChar char="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Fourth Outline Level</a:t>
            </a:r>
          </a:p>
          <a:p>
            <a:pPr marL="2160270" lvl="4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Fifth Outline Level</a:t>
            </a:r>
          </a:p>
          <a:p>
            <a:pPr marL="2592070" lvl="5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Sixth Outline Level</a:t>
            </a:r>
          </a:p>
          <a:p>
            <a:pPr marL="3023870" lvl="6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Seventh Outline Level</a:t>
            </a:r>
          </a:p>
        </p:txBody>
      </p:sp>
      <p:sp>
        <p:nvSpPr>
          <p:cNvPr id="5" name="PlaceHolder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cWAACvJAAAUSIAABAAAAAmAAAACAAAAL8fAAD/HwAA"/>
              </a:ext>
            </a:extLst>
          </p:cNvSpPr>
          <p:nvPr>
            <p:ph type="body"/>
          </p:nvPr>
        </p:nvSpPr>
        <p:spPr>
          <a:xfrm>
            <a:off x="609600" y="3682365"/>
            <a:ext cx="5353685" cy="189611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431800" indent="-323850">
              <a:spcBef>
                <a:spcPts val="1005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Click to edit the outline text format</a:t>
            </a:r>
          </a:p>
          <a:p>
            <a:pPr marL="864235" lvl="1" indent="-323850">
              <a:spcBef>
                <a:spcPts val="800"/>
              </a:spcBef>
              <a:buClrTx/>
              <a:buSzPts val="960"/>
              <a:buFont typeface="Symbol" pitchFamily="1" charset="0"/>
              <a:buChar char="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Second Outline Level</a:t>
            </a:r>
          </a:p>
          <a:p>
            <a:pPr marL="1296035" lvl="2" indent="-288290">
              <a:spcBef>
                <a:spcPts val="605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Third Outline Level</a:t>
            </a:r>
          </a:p>
          <a:p>
            <a:pPr marL="1727835" lvl="3" indent="-215900">
              <a:spcBef>
                <a:spcPts val="400"/>
              </a:spcBef>
              <a:buClrTx/>
              <a:buSzPts val="960"/>
              <a:buFont typeface="Symbol" pitchFamily="1" charset="0"/>
              <a:buChar char="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Fourth Outline Level</a:t>
            </a:r>
          </a:p>
          <a:p>
            <a:pPr marL="2160270" lvl="4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Fifth Outline Level</a:t>
            </a:r>
          </a:p>
          <a:p>
            <a:pPr marL="2592070" lvl="5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Sixth Outline Level</a:t>
            </a:r>
          </a:p>
          <a:p>
            <a:pPr marL="3023870" lvl="6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Seventh Outline Level</a:t>
            </a:r>
          </a:p>
        </p:txBody>
      </p:sp>
      <p:sp>
        <p:nvSpPr>
          <p:cNvPr id="6" name="PlaceHolder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iYAAKcWAABFRwAAUSIAABAAAAAmAAAACAAAAL8fAAD/HwAA"/>
              </a:ext>
            </a:extLst>
          </p:cNvSpPr>
          <p:nvPr>
            <p:ph type="body"/>
          </p:nvPr>
        </p:nvSpPr>
        <p:spPr>
          <a:xfrm>
            <a:off x="6231890" y="3682365"/>
            <a:ext cx="5353685" cy="189611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431800" indent="-323850">
              <a:spcBef>
                <a:spcPts val="1005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Click to edit the outline text format</a:t>
            </a:r>
          </a:p>
          <a:p>
            <a:pPr marL="864235" lvl="1" indent="-323850">
              <a:spcBef>
                <a:spcPts val="800"/>
              </a:spcBef>
              <a:buClrTx/>
              <a:buSzPts val="960"/>
              <a:buFont typeface="Symbol" pitchFamily="1" charset="0"/>
              <a:buChar char="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Second Outline Level</a:t>
            </a:r>
          </a:p>
          <a:p>
            <a:pPr marL="1296035" lvl="2" indent="-288290">
              <a:spcBef>
                <a:spcPts val="605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Third Outline Level</a:t>
            </a:r>
          </a:p>
          <a:p>
            <a:pPr marL="1727835" lvl="3" indent="-215900">
              <a:spcBef>
                <a:spcPts val="400"/>
              </a:spcBef>
              <a:buClrTx/>
              <a:buSzPts val="960"/>
              <a:buFont typeface="Symbol" pitchFamily="1" charset="0"/>
              <a:buChar char="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Fourth Outline Level</a:t>
            </a:r>
          </a:p>
          <a:p>
            <a:pPr marL="2160270" lvl="4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Fifth Outline Level</a:t>
            </a:r>
          </a:p>
          <a:p>
            <a:pPr marL="2592070" lvl="5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Sixth Outline Level</a:t>
            </a:r>
          </a:p>
          <a:p>
            <a:pPr marL="3023870" lvl="6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Seventh Outline Level</a:t>
            </a:r>
          </a:p>
        </p:txBody>
      </p:sp>
      <p:sp>
        <p:nvSpPr>
          <p:cNvPr id="7" name="PlaceHolder 6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mMgAAVykAABAAAAAmAAAACAAAAL+fAAD/HwAA"/>
              </a:ext>
            </a:extLst>
          </p:cNvSpPr>
          <p:nvPr>
            <p:ph type="ftr" idx="3"/>
          </p:nvPr>
        </p:nvSpPr>
        <p:spPr>
          <a:xfrm>
            <a:off x="4038600" y="6356350"/>
            <a:ext cx="41135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cap="none" spc="0">
                <a:solidFill>
                  <a:srgbClr val="000000"/>
                </a:solidFill>
                <a:latin typeface="Times New Roman" pitchFamily="1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/>
            </a:pPr>
            <a:r>
              <a:t>&lt;footer&gt;</a:t>
            </a:r>
          </a:p>
        </p:txBody>
      </p:sp>
      <p:sp>
        <p:nvSpPr>
          <p:cNvPr id="8" name="PlaceHolder 7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WRQAAVykAABAAAAAmAAAACAAAAL+fAAD/HwAA"/>
              </a:ext>
            </a:extLst>
          </p:cNvSpPr>
          <p:nvPr>
            <p:ph type="sldNum" idx="4"/>
          </p:nvPr>
        </p:nvSpPr>
        <p:spPr>
          <a:xfrm>
            <a:off x="8610600" y="6356350"/>
            <a:ext cx="27419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cap="none" spc="0">
                <a:solidFill>
                  <a:srgbClr val="8B8B8B"/>
                </a:solidFill>
                <a:latin typeface="Calibri" pitchFamily="2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/>
            </a:pPr>
            <a:fld id="{1FAF8168-26F2-FA77-BC17-D022CF594A85}" type="slidenum">
              <a:t>‹#›</a:t>
            </a:fld>
            <a:endParaRPr lang="en-us" cap="none">
              <a:solidFill>
                <a:srgbClr val="000000"/>
              </a:solidFill>
              <a:latin typeface="Times New Roman" pitchFamily="1" charset="0"/>
              <a:ea typeface="Basic Roman" pitchFamily="1" charset="0"/>
              <a:cs typeface="Basic Roman" pitchFamily="1" charset="0"/>
            </a:endParaRPr>
          </a:p>
        </p:txBody>
      </p:sp>
      <p:sp>
        <p:nvSpPr>
          <p:cNvPr id="9" name="PlaceHolder 8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GFgAAVykAABAAAAAmAAAACAAAAL+fAAD/HwAA"/>
              </a:ext>
            </a:extLst>
          </p:cNvSpPr>
          <p:nvPr>
            <p:ph type="dt" idx="2"/>
          </p:nvPr>
        </p:nvSpPr>
        <p:spPr>
          <a:xfrm>
            <a:off x="838200" y="6356350"/>
            <a:ext cx="27419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>
              <a:buNone/>
              <a:defRPr lang="en-us" sz="1400" b="0" strike="noStrike" cap="none" spc="0">
                <a:solidFill>
                  <a:srgbClr val="000000"/>
                </a:solidFill>
                <a:latin typeface="Times New Roman" pitchFamily="1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>
              <a:buNone/>
              <a:defRPr lang="en-us"/>
            </a:pPr>
            <a: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hf hdr="0" ftr="0" dt="0"/>
  <p:txStyles>
    <p:titleStyle>
      <a:lvl1pPr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4400" b="0" i="0" u="none" strike="noStrike" kern="1" cap="none" spc="0" baseline="0">
          <a:solidFill>
            <a:schemeClr val="tx2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2pPr>
      <a:lvl3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3pPr>
      <a:lvl4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4pPr>
      <a:lvl5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5pPr>
      <a:lvl6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6pPr>
      <a:lvl7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7pPr>
      <a:lvl8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8pPr>
      <a:lvl9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9pPr>
    </p:titleStyle>
    <p:bodyStyle>
      <a:lvl1pPr marL="342900" marR="0" indent="-3429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32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742950" marR="0" indent="-28575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2pPr>
      <a:lvl3pPr marL="1143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4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3pPr>
      <a:lvl4pPr marL="1600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4pPr>
      <a:lvl5pPr marL="20574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»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5pPr>
      <a:lvl6pPr marL="25146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6pPr>
      <a:lvl7pPr marL="29718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7pPr>
      <a:lvl8pPr marL="3429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8pPr>
      <a:lvl9pPr marL="3886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9pPr>
    </p:bodyStyle>
    <p:other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8BAAA/RwAAuQgAABAAAAAmAAAACAAAAL8fAAD/HwAA"/>
              </a:ext>
            </a:extLst>
          </p:cNvSpPr>
          <p:nvPr>
            <p:ph type="title"/>
          </p:nvPr>
        </p:nvSpPr>
        <p:spPr>
          <a:xfrm>
            <a:off x="609600" y="273685"/>
            <a:ext cx="10972165" cy="114427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indent="0">
              <a:buNone/>
            </a:pPr>
            <a:r>
              <a:rPr lang="en-us" cap="none">
                <a:solidFill>
                  <a:srgbClr val="000000"/>
                </a:solidFill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8JAAB7GQAAiRUAABAAAAAmAAAACAAAAL8fAAD/HwAA"/>
              </a:ext>
            </a:extLst>
          </p:cNvSpPr>
          <p:nvPr>
            <p:ph type="body"/>
          </p:nvPr>
        </p:nvSpPr>
        <p:spPr>
          <a:xfrm>
            <a:off x="609600" y="1604645"/>
            <a:ext cx="3532505" cy="189611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431800" indent="-323850">
              <a:lnSpc>
                <a:spcPct val="80000"/>
              </a:lnSpc>
              <a:spcBef>
                <a:spcPts val="87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Click to edit the outline text format</a:t>
            </a:r>
          </a:p>
          <a:p>
            <a:pPr marL="864235" lvl="1" indent="-323850">
              <a:lnSpc>
                <a:spcPct val="80000"/>
              </a:lnSpc>
              <a:spcBef>
                <a:spcPts val="700"/>
              </a:spcBef>
              <a:buClrTx/>
              <a:buSzPts val="835"/>
              <a:buFont typeface="Symbol" pitchFamily="1" charset="0"/>
              <a:buChar char="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Second Outline Level</a:t>
            </a:r>
          </a:p>
          <a:p>
            <a:pPr marL="1296035" lvl="2" indent="-288290">
              <a:lnSpc>
                <a:spcPct val="80000"/>
              </a:lnSpc>
              <a:spcBef>
                <a:spcPts val="52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Third Outline Level</a:t>
            </a:r>
          </a:p>
          <a:p>
            <a:pPr marL="1727835" lvl="3" indent="-215900">
              <a:lnSpc>
                <a:spcPct val="80000"/>
              </a:lnSpc>
              <a:spcBef>
                <a:spcPts val="350"/>
              </a:spcBef>
              <a:buClrTx/>
              <a:buSzPts val="835"/>
              <a:buFont typeface="Symbol" pitchFamily="1" charset="0"/>
              <a:buChar char="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Fourth Outline Level</a:t>
            </a:r>
          </a:p>
          <a:p>
            <a:pPr marL="2160270" lvl="4" indent="-215900">
              <a:lnSpc>
                <a:spcPct val="80000"/>
              </a:lnSpc>
              <a:spcBef>
                <a:spcPts val="17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Fifth Outline Level</a:t>
            </a:r>
          </a:p>
          <a:p>
            <a:pPr marL="2592070" lvl="5" indent="-215900">
              <a:lnSpc>
                <a:spcPct val="80000"/>
              </a:lnSpc>
              <a:spcBef>
                <a:spcPts val="17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Sixth Outline Level</a:t>
            </a:r>
          </a:p>
          <a:p>
            <a:pPr marL="3023870" lvl="6" indent="-215900">
              <a:lnSpc>
                <a:spcPct val="80000"/>
              </a:lnSpc>
              <a:spcBef>
                <a:spcPts val="17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Seventh Outline Level</a:t>
            </a:r>
          </a:p>
        </p:txBody>
      </p:sp>
      <p:sp>
        <p:nvSpPr>
          <p:cNvPr id="4" name="PlaceHolder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xoAAN8JAABOMAAAiRUAABAAAAAmAAAACAAAAL8fAAD/HwAA"/>
              </a:ext>
            </a:extLst>
          </p:cNvSpPr>
          <p:nvPr>
            <p:ph type="body"/>
          </p:nvPr>
        </p:nvSpPr>
        <p:spPr>
          <a:xfrm>
            <a:off x="4319905" y="1604645"/>
            <a:ext cx="3532505" cy="189611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431800" indent="-323850">
              <a:lnSpc>
                <a:spcPct val="80000"/>
              </a:lnSpc>
              <a:spcBef>
                <a:spcPts val="87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Click to edit the outline text format</a:t>
            </a:r>
          </a:p>
          <a:p>
            <a:pPr marL="864235" lvl="1" indent="-323850">
              <a:lnSpc>
                <a:spcPct val="80000"/>
              </a:lnSpc>
              <a:spcBef>
                <a:spcPts val="700"/>
              </a:spcBef>
              <a:buClrTx/>
              <a:buSzPts val="835"/>
              <a:buFont typeface="Symbol" pitchFamily="1" charset="0"/>
              <a:buChar char="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Second Outline Level</a:t>
            </a:r>
          </a:p>
          <a:p>
            <a:pPr marL="1296035" lvl="2" indent="-288290">
              <a:lnSpc>
                <a:spcPct val="80000"/>
              </a:lnSpc>
              <a:spcBef>
                <a:spcPts val="52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Third Outline Level</a:t>
            </a:r>
          </a:p>
          <a:p>
            <a:pPr marL="1727835" lvl="3" indent="-215900">
              <a:lnSpc>
                <a:spcPct val="80000"/>
              </a:lnSpc>
              <a:spcBef>
                <a:spcPts val="350"/>
              </a:spcBef>
              <a:buClrTx/>
              <a:buSzPts val="835"/>
              <a:buFont typeface="Symbol" pitchFamily="1" charset="0"/>
              <a:buChar char="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Fourth Outline Level</a:t>
            </a:r>
          </a:p>
          <a:p>
            <a:pPr marL="2160270" lvl="4" indent="-215900">
              <a:lnSpc>
                <a:spcPct val="80000"/>
              </a:lnSpc>
              <a:spcBef>
                <a:spcPts val="17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Fifth Outline Level</a:t>
            </a:r>
          </a:p>
          <a:p>
            <a:pPr marL="2592070" lvl="5" indent="-215900">
              <a:lnSpc>
                <a:spcPct val="80000"/>
              </a:lnSpc>
              <a:spcBef>
                <a:spcPts val="17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Sixth Outline Level</a:t>
            </a:r>
          </a:p>
          <a:p>
            <a:pPr marL="3023870" lvl="6" indent="-215900">
              <a:lnSpc>
                <a:spcPct val="80000"/>
              </a:lnSpc>
              <a:spcBef>
                <a:spcPts val="17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Seventh Outline Level</a:t>
            </a:r>
          </a:p>
        </p:txBody>
      </p:sp>
      <p:sp>
        <p:nvSpPr>
          <p:cNvPr id="5" name="PlaceHolder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ZTEAAN8JAAAhRwAAiRUAABAAAAAmAAAACAAAAL8fAAD/HwAA"/>
              </a:ext>
            </a:extLst>
          </p:cNvSpPr>
          <p:nvPr>
            <p:ph type="body"/>
          </p:nvPr>
        </p:nvSpPr>
        <p:spPr>
          <a:xfrm>
            <a:off x="8029575" y="1604645"/>
            <a:ext cx="3533140" cy="189611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431800" indent="-323850">
              <a:lnSpc>
                <a:spcPct val="80000"/>
              </a:lnSpc>
              <a:spcBef>
                <a:spcPts val="87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Click to edit the outline text format</a:t>
            </a:r>
          </a:p>
          <a:p>
            <a:pPr marL="864235" lvl="1" indent="-323850">
              <a:lnSpc>
                <a:spcPct val="80000"/>
              </a:lnSpc>
              <a:spcBef>
                <a:spcPts val="700"/>
              </a:spcBef>
              <a:buClrTx/>
              <a:buSzPts val="835"/>
              <a:buFont typeface="Symbol" pitchFamily="1" charset="0"/>
              <a:buChar char="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Second Outline Level</a:t>
            </a:r>
          </a:p>
          <a:p>
            <a:pPr marL="1296035" lvl="2" indent="-288290">
              <a:lnSpc>
                <a:spcPct val="80000"/>
              </a:lnSpc>
              <a:spcBef>
                <a:spcPts val="52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Third Outline Level</a:t>
            </a:r>
          </a:p>
          <a:p>
            <a:pPr marL="1727835" lvl="3" indent="-215900">
              <a:lnSpc>
                <a:spcPct val="80000"/>
              </a:lnSpc>
              <a:spcBef>
                <a:spcPts val="350"/>
              </a:spcBef>
              <a:buClrTx/>
              <a:buSzPts val="835"/>
              <a:buFont typeface="Symbol" pitchFamily="1" charset="0"/>
              <a:buChar char="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Fourth Outline Level</a:t>
            </a:r>
          </a:p>
          <a:p>
            <a:pPr marL="2160270" lvl="4" indent="-215900">
              <a:lnSpc>
                <a:spcPct val="80000"/>
              </a:lnSpc>
              <a:spcBef>
                <a:spcPts val="17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Fifth Outline Level</a:t>
            </a:r>
          </a:p>
          <a:p>
            <a:pPr marL="2592070" lvl="5" indent="-215900">
              <a:lnSpc>
                <a:spcPct val="80000"/>
              </a:lnSpc>
              <a:spcBef>
                <a:spcPts val="17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Sixth Outline Level</a:t>
            </a:r>
          </a:p>
          <a:p>
            <a:pPr marL="3023870" lvl="6" indent="-215900">
              <a:lnSpc>
                <a:spcPct val="80000"/>
              </a:lnSpc>
              <a:spcBef>
                <a:spcPts val="17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Seventh Outline Level</a:t>
            </a:r>
          </a:p>
        </p:txBody>
      </p:sp>
      <p:sp>
        <p:nvSpPr>
          <p:cNvPr id="6" name="PlaceHolder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cWAAB7GQAAUSIAABAAAAAmAAAACAAAAL8fAAD/HwAA"/>
              </a:ext>
            </a:extLst>
          </p:cNvSpPr>
          <p:nvPr>
            <p:ph type="body"/>
          </p:nvPr>
        </p:nvSpPr>
        <p:spPr>
          <a:xfrm>
            <a:off x="609600" y="3682365"/>
            <a:ext cx="3532505" cy="189611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431800" indent="-323850">
              <a:lnSpc>
                <a:spcPct val="80000"/>
              </a:lnSpc>
              <a:spcBef>
                <a:spcPts val="87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Click to edit the outline text format</a:t>
            </a:r>
          </a:p>
          <a:p>
            <a:pPr marL="864235" lvl="1" indent="-323850">
              <a:lnSpc>
                <a:spcPct val="80000"/>
              </a:lnSpc>
              <a:spcBef>
                <a:spcPts val="700"/>
              </a:spcBef>
              <a:buClrTx/>
              <a:buSzPts val="835"/>
              <a:buFont typeface="Symbol" pitchFamily="1" charset="0"/>
              <a:buChar char="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Second Outline Level</a:t>
            </a:r>
          </a:p>
          <a:p>
            <a:pPr marL="1296035" lvl="2" indent="-288290">
              <a:lnSpc>
                <a:spcPct val="80000"/>
              </a:lnSpc>
              <a:spcBef>
                <a:spcPts val="52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Third Outline Level</a:t>
            </a:r>
          </a:p>
          <a:p>
            <a:pPr marL="1727835" lvl="3" indent="-215900">
              <a:lnSpc>
                <a:spcPct val="80000"/>
              </a:lnSpc>
              <a:spcBef>
                <a:spcPts val="350"/>
              </a:spcBef>
              <a:buClrTx/>
              <a:buSzPts val="835"/>
              <a:buFont typeface="Symbol" pitchFamily="1" charset="0"/>
              <a:buChar char="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Fourth Outline Level</a:t>
            </a:r>
          </a:p>
          <a:p>
            <a:pPr marL="2160270" lvl="4" indent="-215900">
              <a:lnSpc>
                <a:spcPct val="80000"/>
              </a:lnSpc>
              <a:spcBef>
                <a:spcPts val="17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Fifth Outline Level</a:t>
            </a:r>
          </a:p>
          <a:p>
            <a:pPr marL="2592070" lvl="5" indent="-215900">
              <a:lnSpc>
                <a:spcPct val="80000"/>
              </a:lnSpc>
              <a:spcBef>
                <a:spcPts val="17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Sixth Outline Level</a:t>
            </a:r>
          </a:p>
          <a:p>
            <a:pPr marL="3023870" lvl="6" indent="-215900">
              <a:lnSpc>
                <a:spcPct val="80000"/>
              </a:lnSpc>
              <a:spcBef>
                <a:spcPts val="17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Seventh Outline Level</a:t>
            </a:r>
          </a:p>
        </p:txBody>
      </p:sp>
      <p:sp>
        <p:nvSpPr>
          <p:cNvPr id="7" name="PlaceHolder 6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xoAAKcWAABOMAAAUSIAABAAAAAmAAAACAAAAL8fAAD/HwAA"/>
              </a:ext>
            </a:extLst>
          </p:cNvSpPr>
          <p:nvPr>
            <p:ph type="body"/>
          </p:nvPr>
        </p:nvSpPr>
        <p:spPr>
          <a:xfrm>
            <a:off x="4319905" y="3682365"/>
            <a:ext cx="3532505" cy="189611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431800" indent="-323850">
              <a:lnSpc>
                <a:spcPct val="80000"/>
              </a:lnSpc>
              <a:spcBef>
                <a:spcPts val="87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Click to edit the outline text format</a:t>
            </a:r>
          </a:p>
          <a:p>
            <a:pPr marL="864235" lvl="1" indent="-323850">
              <a:lnSpc>
                <a:spcPct val="80000"/>
              </a:lnSpc>
              <a:spcBef>
                <a:spcPts val="700"/>
              </a:spcBef>
              <a:buClrTx/>
              <a:buSzPts val="835"/>
              <a:buFont typeface="Symbol" pitchFamily="1" charset="0"/>
              <a:buChar char="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Second Outline Level</a:t>
            </a:r>
          </a:p>
          <a:p>
            <a:pPr marL="1296035" lvl="2" indent="-288290">
              <a:lnSpc>
                <a:spcPct val="80000"/>
              </a:lnSpc>
              <a:spcBef>
                <a:spcPts val="52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Third Outline Level</a:t>
            </a:r>
          </a:p>
          <a:p>
            <a:pPr marL="1727835" lvl="3" indent="-215900">
              <a:lnSpc>
                <a:spcPct val="80000"/>
              </a:lnSpc>
              <a:spcBef>
                <a:spcPts val="350"/>
              </a:spcBef>
              <a:buClrTx/>
              <a:buSzPts val="835"/>
              <a:buFont typeface="Symbol" pitchFamily="1" charset="0"/>
              <a:buChar char="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Fourth Outline Level</a:t>
            </a:r>
          </a:p>
          <a:p>
            <a:pPr marL="2160270" lvl="4" indent="-215900">
              <a:lnSpc>
                <a:spcPct val="80000"/>
              </a:lnSpc>
              <a:spcBef>
                <a:spcPts val="17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Fifth Outline Level</a:t>
            </a:r>
          </a:p>
          <a:p>
            <a:pPr marL="2592070" lvl="5" indent="-215900">
              <a:lnSpc>
                <a:spcPct val="80000"/>
              </a:lnSpc>
              <a:spcBef>
                <a:spcPts val="17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Sixth Outline Level</a:t>
            </a:r>
          </a:p>
          <a:p>
            <a:pPr marL="3023870" lvl="6" indent="-215900">
              <a:lnSpc>
                <a:spcPct val="80000"/>
              </a:lnSpc>
              <a:spcBef>
                <a:spcPts val="17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Seventh Outline Level</a:t>
            </a:r>
          </a:p>
        </p:txBody>
      </p:sp>
      <p:sp>
        <p:nvSpPr>
          <p:cNvPr id="8" name="PlaceHolder 7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ZTEAAKcWAAAhRwAAUSIAABAAAAAmAAAACAAAAL8fAAD/HwAA"/>
              </a:ext>
            </a:extLst>
          </p:cNvSpPr>
          <p:nvPr>
            <p:ph type="body"/>
          </p:nvPr>
        </p:nvSpPr>
        <p:spPr>
          <a:xfrm>
            <a:off x="8029575" y="3682365"/>
            <a:ext cx="3533140" cy="189611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431800" indent="-323850">
              <a:lnSpc>
                <a:spcPct val="80000"/>
              </a:lnSpc>
              <a:spcBef>
                <a:spcPts val="87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Click to edit the outline text format</a:t>
            </a:r>
          </a:p>
          <a:p>
            <a:pPr marL="864235" lvl="1" indent="-323850">
              <a:lnSpc>
                <a:spcPct val="80000"/>
              </a:lnSpc>
              <a:spcBef>
                <a:spcPts val="700"/>
              </a:spcBef>
              <a:buClrTx/>
              <a:buSzPts val="835"/>
              <a:buFont typeface="Symbol" pitchFamily="1" charset="0"/>
              <a:buChar char="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Second Outline Level</a:t>
            </a:r>
          </a:p>
          <a:p>
            <a:pPr marL="1296035" lvl="2" indent="-288290">
              <a:lnSpc>
                <a:spcPct val="80000"/>
              </a:lnSpc>
              <a:spcBef>
                <a:spcPts val="52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Third Outline Level</a:t>
            </a:r>
          </a:p>
          <a:p>
            <a:pPr marL="1727835" lvl="3" indent="-215900">
              <a:lnSpc>
                <a:spcPct val="80000"/>
              </a:lnSpc>
              <a:spcBef>
                <a:spcPts val="350"/>
              </a:spcBef>
              <a:buClrTx/>
              <a:buSzPts val="835"/>
              <a:buFont typeface="Symbol" pitchFamily="1" charset="0"/>
              <a:buChar char="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Fourth Outline Level</a:t>
            </a:r>
          </a:p>
          <a:p>
            <a:pPr marL="2160270" lvl="4" indent="-215900">
              <a:lnSpc>
                <a:spcPct val="80000"/>
              </a:lnSpc>
              <a:spcBef>
                <a:spcPts val="17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Fifth Outline Level</a:t>
            </a:r>
          </a:p>
          <a:p>
            <a:pPr marL="2592070" lvl="5" indent="-215900">
              <a:lnSpc>
                <a:spcPct val="80000"/>
              </a:lnSpc>
              <a:spcBef>
                <a:spcPts val="17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Sixth Outline Level</a:t>
            </a:r>
          </a:p>
          <a:p>
            <a:pPr marL="3023870" lvl="6" indent="-215900">
              <a:lnSpc>
                <a:spcPct val="80000"/>
              </a:lnSpc>
              <a:spcBef>
                <a:spcPts val="175"/>
              </a:spcBef>
              <a:buClrTx/>
              <a:buSzPts val="500"/>
              <a:buFont typeface="Wingdings" charset="0"/>
              <a:buChar char=""/>
              <a:defRPr sz="1115" cap="none"/>
            </a:pPr>
            <a:r>
              <a:rPr lang="en-us" cap="none">
                <a:solidFill>
                  <a:srgbClr val="000000"/>
                </a:solidFill>
              </a:rPr>
              <a:t>Seventh Outline Level</a:t>
            </a:r>
          </a:p>
        </p:txBody>
      </p:sp>
      <p:sp>
        <p:nvSpPr>
          <p:cNvPr id="9" name="PlaceHolder 8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mMgAAVykAABAAAAAmAAAACAAAAL+fAAD/HwAA"/>
              </a:ext>
            </a:extLst>
          </p:cNvSpPr>
          <p:nvPr>
            <p:ph type="ftr" idx="3"/>
          </p:nvPr>
        </p:nvSpPr>
        <p:spPr>
          <a:xfrm>
            <a:off x="4038600" y="6356350"/>
            <a:ext cx="41135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cap="none" spc="0">
                <a:solidFill>
                  <a:srgbClr val="000000"/>
                </a:solidFill>
                <a:latin typeface="Times New Roman" pitchFamily="1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/>
            </a:pPr>
            <a:r>
              <a:t>&lt;footer&gt;</a:t>
            </a:r>
          </a:p>
        </p:txBody>
      </p:sp>
      <p:sp>
        <p:nvSpPr>
          <p:cNvPr id="10" name="PlaceHolder 9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WRQAAVykAABAAAAAmAAAACAAAAL+fAAD/HwAA"/>
              </a:ext>
            </a:extLst>
          </p:cNvSpPr>
          <p:nvPr>
            <p:ph type="sldNum" idx="4"/>
          </p:nvPr>
        </p:nvSpPr>
        <p:spPr>
          <a:xfrm>
            <a:off x="8610600" y="6356350"/>
            <a:ext cx="27419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cap="none" spc="0">
                <a:solidFill>
                  <a:srgbClr val="8B8B8B"/>
                </a:solidFill>
                <a:latin typeface="Calibri" pitchFamily="2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/>
            </a:pPr>
            <a:fld id="{1932F672-3CF4-6700-BA8A-CA55B8C44C9F}" type="slidenum">
              <a:t>‹#›</a:t>
            </a:fld>
            <a:endParaRPr lang="en-us" cap="none">
              <a:solidFill>
                <a:srgbClr val="000000"/>
              </a:solidFill>
              <a:latin typeface="Times New Roman" pitchFamily="1" charset="0"/>
              <a:ea typeface="Basic Roman" pitchFamily="1" charset="0"/>
              <a:cs typeface="Basic Roman" pitchFamily="1" charset="0"/>
            </a:endParaRPr>
          </a:p>
        </p:txBody>
      </p:sp>
      <p:sp>
        <p:nvSpPr>
          <p:cNvPr id="11" name="PlaceHolder 10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GFgAAVykAABAAAAAmAAAACAAAAL+fAAD/HwAA"/>
              </a:ext>
            </a:extLst>
          </p:cNvSpPr>
          <p:nvPr>
            <p:ph type="dt" idx="2"/>
          </p:nvPr>
        </p:nvSpPr>
        <p:spPr>
          <a:xfrm>
            <a:off x="838200" y="6356350"/>
            <a:ext cx="27419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>
              <a:buNone/>
              <a:defRPr lang="en-us" sz="1400" b="0" strike="noStrike" cap="none" spc="0">
                <a:solidFill>
                  <a:srgbClr val="000000"/>
                </a:solidFill>
                <a:latin typeface="Times New Roman" pitchFamily="1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>
              <a:buNone/>
              <a:defRPr lang="en-us"/>
            </a:pPr>
            <a: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hf hdr="0" ftr="0" dt="0"/>
  <p:txStyles>
    <p:titleStyle>
      <a:lvl1pPr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4400" b="0" i="0" u="none" strike="noStrike" kern="1" cap="none" spc="0" baseline="0">
          <a:solidFill>
            <a:schemeClr val="tx2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2pPr>
      <a:lvl3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3pPr>
      <a:lvl4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4pPr>
      <a:lvl5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5pPr>
      <a:lvl6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6pPr>
      <a:lvl7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7pPr>
      <a:lvl8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8pPr>
      <a:lvl9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9pPr>
    </p:titleStyle>
    <p:bodyStyle>
      <a:lvl1pPr marL="342900" marR="0" indent="-3429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32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742950" marR="0" indent="-28575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2pPr>
      <a:lvl3pPr marL="1143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4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3pPr>
      <a:lvl4pPr marL="1600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4pPr>
      <a:lvl5pPr marL="20574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»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5pPr>
      <a:lvl6pPr marL="25146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6pPr>
      <a:lvl7pPr marL="29718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7pPr>
      <a:lvl8pPr marL="3429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8pPr>
      <a:lvl9pPr marL="3886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9pPr>
    </p:bodyStyle>
    <p:other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mMgAAVykAABAAAAAmAAAACAAAAL+fAAD/HwAA"/>
              </a:ext>
            </a:extLst>
          </p:cNvSpPr>
          <p:nvPr>
            <p:ph type="ftr" idx="3"/>
          </p:nvPr>
        </p:nvSpPr>
        <p:spPr>
          <a:xfrm>
            <a:off x="4038600" y="6356350"/>
            <a:ext cx="41135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cap="none" spc="0">
                <a:solidFill>
                  <a:srgbClr val="000000"/>
                </a:solidFill>
                <a:latin typeface="Times New Roman" pitchFamily="1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/>
            </a:pPr>
            <a:r>
              <a:t>&lt;footer&gt;</a:t>
            </a:r>
          </a:p>
        </p:txBody>
      </p:sp>
      <p:sp>
        <p:nvSpPr>
          <p:cNvPr id="3" name="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WRQAAVykAABAAAAAmAAAACAAAAL+fAAD/HwAA"/>
              </a:ext>
            </a:extLst>
          </p:cNvSpPr>
          <p:nvPr>
            <p:ph type="sldNum" idx="4"/>
          </p:nvPr>
        </p:nvSpPr>
        <p:spPr>
          <a:xfrm>
            <a:off x="8610600" y="6356350"/>
            <a:ext cx="27419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cap="none" spc="0">
                <a:solidFill>
                  <a:srgbClr val="8B8B8B"/>
                </a:solidFill>
                <a:latin typeface="Calibri" pitchFamily="2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/>
            </a:pPr>
            <a:fld id="{53E17307-49BE-B485-F059-BFD03D1706EA}" type="slidenum">
              <a:t>‹#›</a:t>
            </a:fld>
            <a:endParaRPr lang="en-us" cap="none">
              <a:solidFill>
                <a:srgbClr val="000000"/>
              </a:solidFill>
              <a:latin typeface="Times New Roman" pitchFamily="1" charset="0"/>
              <a:ea typeface="Basic Roman" pitchFamily="1" charset="0"/>
              <a:cs typeface="Basic Roman" pitchFamily="1" charset="0"/>
            </a:endParaRPr>
          </a:p>
        </p:txBody>
      </p:sp>
      <p:sp>
        <p:nvSpPr>
          <p:cNvPr id="4" name="PlaceHolder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GFgAAVykAABAAAAAmAAAACAAAAL+fAAD/HwAA"/>
              </a:ext>
            </a:extLst>
          </p:cNvSpPr>
          <p:nvPr>
            <p:ph type="dt" idx="2"/>
          </p:nvPr>
        </p:nvSpPr>
        <p:spPr>
          <a:xfrm>
            <a:off x="838200" y="6356350"/>
            <a:ext cx="27419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>
              <a:buNone/>
              <a:defRPr lang="en-us" sz="1400" b="0" strike="noStrike" cap="none" spc="0">
                <a:solidFill>
                  <a:srgbClr val="000000"/>
                </a:solidFill>
                <a:latin typeface="Times New Roman" pitchFamily="1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>
              <a:buNone/>
              <a:defRPr lang="en-us"/>
            </a:pPr>
            <a:r>
              <a:t>&lt;date/time&gt;</a:t>
            </a:r>
          </a:p>
        </p:txBody>
      </p:sp>
      <p:sp>
        <p:nvSpPr>
          <p:cNvPr id="5" name="PlaceHolder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8BAAA/RwAAuggAABAAAAAmAAAACAAAAL8fAAD/HwAA"/>
              </a:ext>
            </a:extLst>
          </p:cNvSpPr>
          <p:nvPr>
            <p:ph type="title"/>
          </p:nvPr>
        </p:nvSpPr>
        <p:spPr>
          <a:xfrm>
            <a:off x="609600" y="273685"/>
            <a:ext cx="10972165" cy="114490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indent="0" algn="ctr">
              <a:buNone/>
            </a:pPr>
            <a:r>
              <a:rPr lang="en-us" cap="none">
                <a:solidFill>
                  <a:srgbClr val="000000"/>
                </a:solidFill>
              </a:rPr>
              <a:t>Click to edit the title text format</a:t>
            </a:r>
          </a:p>
        </p:txBody>
      </p:sp>
      <p:sp>
        <p:nvSpPr>
          <p:cNvPr id="6" name="PlaceHolder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8JAAA/RwAAViIAABAAAAAmAAAACAAAAL8fAAD/HwAA"/>
              </a:ext>
            </a:extLst>
          </p:cNvSpPr>
          <p:nvPr>
            <p:ph type="body"/>
          </p:nvPr>
        </p:nvSpPr>
        <p:spPr>
          <a:xfrm>
            <a:off x="609600" y="1604645"/>
            <a:ext cx="10972165" cy="397700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431800" indent="-323850">
              <a:spcBef>
                <a:spcPts val="1415"/>
              </a:spcBef>
              <a:buClrTx/>
              <a:buSzPts val="144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Click to edit the outline text format</a:t>
            </a:r>
          </a:p>
          <a:p>
            <a:pPr marL="864235" lvl="1" indent="-323850">
              <a:spcBef>
                <a:spcPts val="1130"/>
              </a:spcBef>
              <a:buClrTx/>
              <a:buSzPts val="2100"/>
              <a:buFont typeface="Symbol" pitchFamily="1" charset="0"/>
              <a:buChar char=""/>
            </a:pPr>
            <a:r>
              <a:rPr lang="en-us" cap="none">
                <a:solidFill>
                  <a:srgbClr val="000000"/>
                </a:solidFill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Tx/>
              <a:buSzPts val="108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Tx/>
              <a:buSzPts val="1500"/>
              <a:buFont typeface="Symbol" pitchFamily="1" charset="0"/>
              <a:buChar char=""/>
            </a:pPr>
            <a:r>
              <a:rPr lang="en-us" cap="none">
                <a:solidFill>
                  <a:srgbClr val="000000"/>
                </a:solidFill>
              </a:rPr>
              <a:t>Fourth Outline Level</a:t>
            </a:r>
          </a:p>
          <a:p>
            <a:pPr marL="2160270" lvl="4" indent="-215900">
              <a:spcBef>
                <a:spcPts val="280"/>
              </a:spcBef>
              <a:buClrTx/>
              <a:buSzPts val="90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Fifth Outline Level</a:t>
            </a:r>
          </a:p>
          <a:p>
            <a:pPr marL="2592070" lvl="5" indent="-215900">
              <a:spcBef>
                <a:spcPts val="280"/>
              </a:spcBef>
              <a:buClrTx/>
              <a:buSzPts val="90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Sixth Outline Level</a:t>
            </a:r>
          </a:p>
          <a:p>
            <a:pPr marL="3023870" lvl="6" indent="-215900">
              <a:spcBef>
                <a:spcPts val="280"/>
              </a:spcBef>
              <a:buClrTx/>
              <a:buSzPts val="90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</p:sldLayoutIdLst>
  <p:hf hdr="0" ftr="0" dt="0"/>
  <p:txStyles>
    <p:titleStyle>
      <a:lvl1pPr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4400" b="0" i="0" u="none" strike="noStrike" kern="1" cap="none" spc="0" baseline="0">
          <a:solidFill>
            <a:schemeClr val="tx2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2pPr>
      <a:lvl3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3pPr>
      <a:lvl4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4pPr>
      <a:lvl5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5pPr>
      <a:lvl6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6pPr>
      <a:lvl7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7pPr>
      <a:lvl8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8pPr>
      <a:lvl9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9pPr>
    </p:titleStyle>
    <p:bodyStyle>
      <a:lvl1pPr marL="342900" marR="0" indent="-3429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32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742950" marR="0" indent="-28575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2pPr>
      <a:lvl3pPr marL="1143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4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3pPr>
      <a:lvl4pPr marL="1600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4pPr>
      <a:lvl5pPr marL="20574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»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5pPr>
      <a:lvl6pPr marL="25146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6pPr>
      <a:lvl7pPr marL="29718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7pPr>
      <a:lvl8pPr marL="3429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8pPr>
      <a:lvl9pPr marL="3886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9pPr>
    </p:bodyStyle>
    <p:other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8BAAA/RwAAuQgAABAAAAAmAAAACAAAAL8fAAD/HwAA"/>
              </a:ext>
            </a:extLst>
          </p:cNvSpPr>
          <p:nvPr>
            <p:ph type="title"/>
          </p:nvPr>
        </p:nvSpPr>
        <p:spPr>
          <a:xfrm>
            <a:off x="609600" y="273685"/>
            <a:ext cx="10972165" cy="114427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indent="0">
              <a:buNone/>
            </a:pPr>
            <a:r>
              <a:rPr lang="en-us" cap="none">
                <a:solidFill>
                  <a:srgbClr val="000000"/>
                </a:solidFill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DAwP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mMgAAVykAABAAAAAmAAAACAAAAL+fAAD/HwAA"/>
              </a:ext>
            </a:extLst>
          </p:cNvSpPr>
          <p:nvPr>
            <p:ph type="ftr" idx="3"/>
          </p:nvPr>
        </p:nvSpPr>
        <p:spPr>
          <a:xfrm>
            <a:off x="4038600" y="6356350"/>
            <a:ext cx="41135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cap="none" spc="0">
                <a:solidFill>
                  <a:srgbClr val="000000"/>
                </a:solidFill>
                <a:latin typeface="Times New Roman" pitchFamily="1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/>
            </a:pPr>
            <a:r>
              <a:t>&lt;footer&gt;</a:t>
            </a:r>
          </a:p>
        </p:txBody>
      </p:sp>
      <p:sp>
        <p:nvSpPr>
          <p:cNvPr id="4" name="PlaceHolder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WRQAAVykAABAAAAAmAAAACAAAAL+fAAD/HwAA"/>
              </a:ext>
            </a:extLst>
          </p:cNvSpPr>
          <p:nvPr>
            <p:ph type="sldNum" idx="4"/>
          </p:nvPr>
        </p:nvSpPr>
        <p:spPr>
          <a:xfrm>
            <a:off x="8610600" y="6356350"/>
            <a:ext cx="27419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cap="none" spc="0">
                <a:solidFill>
                  <a:srgbClr val="8B8B8B"/>
                </a:solidFill>
                <a:latin typeface="Calibri" pitchFamily="2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/>
            </a:pPr>
            <a:fld id="{62A1D123-6D8F-F427-C119-9B729F5737CE}" type="slidenum">
              <a:t>‹#›</a:t>
            </a:fld>
            <a:endParaRPr lang="en-us" cap="none">
              <a:solidFill>
                <a:srgbClr val="000000"/>
              </a:solidFill>
              <a:latin typeface="Times New Roman" pitchFamily="1" charset="0"/>
              <a:ea typeface="Basic Roman" pitchFamily="1" charset="0"/>
              <a:cs typeface="Basic Roman" pitchFamily="1" charset="0"/>
            </a:endParaRPr>
          </a:p>
        </p:txBody>
      </p:sp>
      <p:sp>
        <p:nvSpPr>
          <p:cNvPr id="5" name="PlaceHolder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GFgAAVykAABAAAAAmAAAACAAAAL+fAAD/HwAA"/>
              </a:ext>
            </a:extLst>
          </p:cNvSpPr>
          <p:nvPr>
            <p:ph type="dt" idx="2"/>
          </p:nvPr>
        </p:nvSpPr>
        <p:spPr>
          <a:xfrm>
            <a:off x="838200" y="6356350"/>
            <a:ext cx="27419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>
              <a:buNone/>
              <a:defRPr lang="en-us" sz="1400" b="0" strike="noStrike" cap="none" spc="0">
                <a:solidFill>
                  <a:srgbClr val="000000"/>
                </a:solidFill>
                <a:latin typeface="Times New Roman" pitchFamily="1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>
              <a:buNone/>
              <a:defRPr lang="en-us"/>
            </a:pPr>
            <a: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</p:sldLayoutIdLst>
  <p:hf hdr="0" ftr="0" dt="0"/>
  <p:txStyles>
    <p:titleStyle>
      <a:lvl1pPr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4400" b="0" i="0" u="none" strike="noStrike" kern="1" cap="none" spc="0" baseline="0">
          <a:solidFill>
            <a:schemeClr val="tx2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2pPr>
      <a:lvl3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3pPr>
      <a:lvl4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4pPr>
      <a:lvl5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5pPr>
      <a:lvl6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6pPr>
      <a:lvl7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7pPr>
      <a:lvl8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8pPr>
      <a:lvl9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9pPr>
    </p:titleStyle>
    <p:bodyStyle>
      <a:lvl1pPr marL="342900" marR="0" indent="-3429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32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742950" marR="0" indent="-28575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2pPr>
      <a:lvl3pPr marL="1143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4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3pPr>
      <a:lvl4pPr marL="1600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4pPr>
      <a:lvl5pPr marL="20574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»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5pPr>
      <a:lvl6pPr marL="25146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6pPr>
      <a:lvl7pPr marL="29718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7pPr>
      <a:lvl8pPr marL="3429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8pPr>
      <a:lvl9pPr marL="3886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9pPr>
    </p:bodyStyle>
    <p:other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8BAAA/RwAAuQgAABAAAAAmAAAACAAAAL8fAAD/HwAA"/>
              </a:ext>
            </a:extLst>
          </p:cNvSpPr>
          <p:nvPr>
            <p:ph type="title"/>
          </p:nvPr>
        </p:nvSpPr>
        <p:spPr>
          <a:xfrm>
            <a:off x="609600" y="273685"/>
            <a:ext cx="10972165" cy="114427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indent="0">
              <a:buNone/>
            </a:pPr>
            <a:r>
              <a:rPr lang="en-us" cap="none">
                <a:solidFill>
                  <a:srgbClr val="000000"/>
                </a:solidFill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8JAAA/RwAAViIAABAAAAAmAAAACAAAAL8fAAD/HwAA"/>
              </a:ext>
            </a:extLst>
          </p:cNvSpPr>
          <p:nvPr>
            <p:ph type="body"/>
          </p:nvPr>
        </p:nvSpPr>
        <p:spPr>
          <a:xfrm>
            <a:off x="609600" y="1604645"/>
            <a:ext cx="10972165" cy="397700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431800" indent="-323850">
              <a:spcBef>
                <a:spcPts val="1415"/>
              </a:spcBef>
              <a:buClrTx/>
              <a:buSzPts val="144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Click to edit the outline text format</a:t>
            </a:r>
          </a:p>
          <a:p>
            <a:pPr marL="864235" lvl="1" indent="-323850">
              <a:spcBef>
                <a:spcPts val="1130"/>
              </a:spcBef>
              <a:buClrTx/>
              <a:buSzPts val="2100"/>
              <a:buFont typeface="Symbol" pitchFamily="1" charset="0"/>
              <a:buChar char=""/>
            </a:pPr>
            <a:r>
              <a:rPr lang="en-us" cap="none">
                <a:solidFill>
                  <a:srgbClr val="000000"/>
                </a:solidFill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Tx/>
              <a:buSzPts val="108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Tx/>
              <a:buSzPts val="1500"/>
              <a:buFont typeface="Symbol" pitchFamily="1" charset="0"/>
              <a:buChar char=""/>
            </a:pPr>
            <a:r>
              <a:rPr lang="en-us" cap="none">
                <a:solidFill>
                  <a:srgbClr val="000000"/>
                </a:solidFill>
              </a:rPr>
              <a:t>Fourth Outline Level</a:t>
            </a:r>
          </a:p>
          <a:p>
            <a:pPr marL="2160270" lvl="4" indent="-215900">
              <a:spcBef>
                <a:spcPts val="280"/>
              </a:spcBef>
              <a:buClrTx/>
              <a:buSzPts val="90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Fifth Outline Level</a:t>
            </a:r>
          </a:p>
          <a:p>
            <a:pPr marL="2592070" lvl="5" indent="-215900">
              <a:spcBef>
                <a:spcPts val="280"/>
              </a:spcBef>
              <a:buClrTx/>
              <a:buSzPts val="90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Sixth Outline Level</a:t>
            </a:r>
          </a:p>
          <a:p>
            <a:pPr marL="3023870" lvl="6" indent="-215900">
              <a:spcBef>
                <a:spcPts val="280"/>
              </a:spcBef>
              <a:buClrTx/>
              <a:buSzPts val="90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Seventh Outline Level</a:t>
            </a:r>
          </a:p>
        </p:txBody>
      </p:sp>
      <p:sp>
        <p:nvSpPr>
          <p:cNvPr id="4" name="PlaceHolder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mMgAAVykAABAAAAAmAAAACAAAAL+fAAD/HwAA"/>
              </a:ext>
            </a:extLst>
          </p:cNvSpPr>
          <p:nvPr>
            <p:ph type="ftr" idx="3"/>
          </p:nvPr>
        </p:nvSpPr>
        <p:spPr>
          <a:xfrm>
            <a:off x="4038600" y="6356350"/>
            <a:ext cx="41135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cap="none" spc="0">
                <a:solidFill>
                  <a:srgbClr val="000000"/>
                </a:solidFill>
                <a:latin typeface="Times New Roman" pitchFamily="1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/>
            </a:pPr>
            <a:r>
              <a:t>&lt;footer&gt;</a:t>
            </a:r>
          </a:p>
        </p:txBody>
      </p:sp>
      <p:sp>
        <p:nvSpPr>
          <p:cNvPr id="5" name="PlaceHolder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WRQAAVykAABAAAAAmAAAACAAAAL+fAAD/HwAA"/>
              </a:ext>
            </a:extLst>
          </p:cNvSpPr>
          <p:nvPr>
            <p:ph type="sldNum" idx="4"/>
          </p:nvPr>
        </p:nvSpPr>
        <p:spPr>
          <a:xfrm>
            <a:off x="8610600" y="6356350"/>
            <a:ext cx="27419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cap="none" spc="0">
                <a:solidFill>
                  <a:srgbClr val="8B8B8B"/>
                </a:solidFill>
                <a:latin typeface="Calibri" pitchFamily="2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/>
            </a:pPr>
            <a:fld id="{2DF17E3E-70C0-A488-8E49-86DD300778D3}" type="slidenum">
              <a:t>‹#›</a:t>
            </a:fld>
            <a:endParaRPr lang="en-us" cap="none">
              <a:solidFill>
                <a:srgbClr val="000000"/>
              </a:solidFill>
              <a:latin typeface="Times New Roman" pitchFamily="1" charset="0"/>
              <a:ea typeface="Basic Roman" pitchFamily="1" charset="0"/>
              <a:cs typeface="Basic Roman" pitchFamily="1" charset="0"/>
            </a:endParaRPr>
          </a:p>
        </p:txBody>
      </p:sp>
      <p:sp>
        <p:nvSpPr>
          <p:cNvPr id="6" name="PlaceHolder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GFgAAVykAABAAAAAmAAAACAAAAL+fAAD/HwAA"/>
              </a:ext>
            </a:extLst>
          </p:cNvSpPr>
          <p:nvPr>
            <p:ph type="dt" idx="2"/>
          </p:nvPr>
        </p:nvSpPr>
        <p:spPr>
          <a:xfrm>
            <a:off x="838200" y="6356350"/>
            <a:ext cx="27419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>
              <a:buNone/>
              <a:defRPr lang="en-us" sz="1400" b="0" strike="noStrike" cap="none" spc="0">
                <a:solidFill>
                  <a:srgbClr val="000000"/>
                </a:solidFill>
                <a:latin typeface="Times New Roman" pitchFamily="1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>
              <a:buNone/>
              <a:defRPr lang="en-us"/>
            </a:pPr>
            <a: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</p:sldLayoutIdLst>
  <p:hf hdr="0" ftr="0" dt="0"/>
  <p:txStyles>
    <p:titleStyle>
      <a:lvl1pPr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4400" b="0" i="0" u="none" strike="noStrike" kern="1" cap="none" spc="0" baseline="0">
          <a:solidFill>
            <a:schemeClr val="tx2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2pPr>
      <a:lvl3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3pPr>
      <a:lvl4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4pPr>
      <a:lvl5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5pPr>
      <a:lvl6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6pPr>
      <a:lvl7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7pPr>
      <a:lvl8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8pPr>
      <a:lvl9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9pPr>
    </p:titleStyle>
    <p:bodyStyle>
      <a:lvl1pPr marL="342900" marR="0" indent="-3429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32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742950" marR="0" indent="-28575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2pPr>
      <a:lvl3pPr marL="1143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4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3pPr>
      <a:lvl4pPr marL="1600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4pPr>
      <a:lvl5pPr marL="20574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»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5pPr>
      <a:lvl6pPr marL="25146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6pPr>
      <a:lvl7pPr marL="29718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7pPr>
      <a:lvl8pPr marL="3429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8pPr>
      <a:lvl9pPr marL="3886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9pPr>
    </p:bodyStyle>
    <p:other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8BAAA/RwAAuQgAABAAAAAmAAAACAAAAL8fAAD/HwAA"/>
              </a:ext>
            </a:extLst>
          </p:cNvSpPr>
          <p:nvPr>
            <p:ph type="title"/>
          </p:nvPr>
        </p:nvSpPr>
        <p:spPr>
          <a:xfrm>
            <a:off x="609600" y="273685"/>
            <a:ext cx="10972165" cy="114427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indent="0">
              <a:buNone/>
            </a:pPr>
            <a:r>
              <a:rPr lang="en-us" cap="none">
                <a:solidFill>
                  <a:srgbClr val="000000"/>
                </a:solidFill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8JAACvJAAAViIAABAAAAAmAAAACAAAAL8fAAD/HwAA"/>
              </a:ext>
            </a:extLst>
          </p:cNvSpPr>
          <p:nvPr>
            <p:ph type="body"/>
          </p:nvPr>
        </p:nvSpPr>
        <p:spPr>
          <a:xfrm>
            <a:off x="609600" y="1604645"/>
            <a:ext cx="5353685" cy="397700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431800" indent="-323850">
              <a:spcBef>
                <a:spcPts val="1415"/>
              </a:spcBef>
              <a:buClrTx/>
              <a:buSzPts val="144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Click to edit the outline text format</a:t>
            </a:r>
          </a:p>
          <a:p>
            <a:pPr marL="864235" lvl="1" indent="-323850">
              <a:spcBef>
                <a:spcPts val="1130"/>
              </a:spcBef>
              <a:buClrTx/>
              <a:buSzPts val="2100"/>
              <a:buFont typeface="Symbol" pitchFamily="1" charset="0"/>
              <a:buChar char=""/>
            </a:pPr>
            <a:r>
              <a:rPr lang="en-us" cap="none">
                <a:solidFill>
                  <a:srgbClr val="000000"/>
                </a:solidFill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Tx/>
              <a:buSzPts val="108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Tx/>
              <a:buSzPts val="1500"/>
              <a:buFont typeface="Symbol" pitchFamily="1" charset="0"/>
              <a:buChar char=""/>
            </a:pPr>
            <a:r>
              <a:rPr lang="en-us" cap="none">
                <a:solidFill>
                  <a:srgbClr val="000000"/>
                </a:solidFill>
              </a:rPr>
              <a:t>Fourth Outline Level</a:t>
            </a:r>
          </a:p>
          <a:p>
            <a:pPr marL="2160270" lvl="4" indent="-215900">
              <a:spcBef>
                <a:spcPts val="280"/>
              </a:spcBef>
              <a:buClrTx/>
              <a:buSzPts val="90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Fifth Outline Level</a:t>
            </a:r>
          </a:p>
          <a:p>
            <a:pPr marL="2592070" lvl="5" indent="-215900">
              <a:spcBef>
                <a:spcPts val="280"/>
              </a:spcBef>
              <a:buClrTx/>
              <a:buSzPts val="90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Sixth Outline Level</a:t>
            </a:r>
          </a:p>
          <a:p>
            <a:pPr marL="3023870" lvl="6" indent="-215900">
              <a:spcBef>
                <a:spcPts val="280"/>
              </a:spcBef>
              <a:buClrTx/>
              <a:buSzPts val="90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Seventh Outline Level</a:t>
            </a:r>
          </a:p>
        </p:txBody>
      </p:sp>
      <p:sp>
        <p:nvSpPr>
          <p:cNvPr id="4" name="PlaceHolder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iYAAN8JAABFRwAAViIAABAAAAAmAAAACAAAAL8fAAD/HwAA"/>
              </a:ext>
            </a:extLst>
          </p:cNvSpPr>
          <p:nvPr>
            <p:ph type="body"/>
          </p:nvPr>
        </p:nvSpPr>
        <p:spPr>
          <a:xfrm>
            <a:off x="6231890" y="1604645"/>
            <a:ext cx="5353685" cy="397700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431800" indent="-323850">
              <a:spcBef>
                <a:spcPts val="1415"/>
              </a:spcBef>
              <a:buClrTx/>
              <a:buSzPts val="144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Click to edit the outline text format</a:t>
            </a:r>
          </a:p>
          <a:p>
            <a:pPr marL="864235" lvl="1" indent="-323850">
              <a:spcBef>
                <a:spcPts val="1130"/>
              </a:spcBef>
              <a:buClrTx/>
              <a:buSzPts val="2100"/>
              <a:buFont typeface="Symbol" pitchFamily="1" charset="0"/>
              <a:buChar char=""/>
            </a:pPr>
            <a:r>
              <a:rPr lang="en-us" cap="none">
                <a:solidFill>
                  <a:srgbClr val="000000"/>
                </a:solidFill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Tx/>
              <a:buSzPts val="108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Tx/>
              <a:buSzPts val="1500"/>
              <a:buFont typeface="Symbol" pitchFamily="1" charset="0"/>
              <a:buChar char=""/>
            </a:pPr>
            <a:r>
              <a:rPr lang="en-us" cap="none">
                <a:solidFill>
                  <a:srgbClr val="000000"/>
                </a:solidFill>
              </a:rPr>
              <a:t>Fourth Outline Level</a:t>
            </a:r>
          </a:p>
          <a:p>
            <a:pPr marL="2160270" lvl="4" indent="-215900">
              <a:spcBef>
                <a:spcPts val="280"/>
              </a:spcBef>
              <a:buClrTx/>
              <a:buSzPts val="90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Fifth Outline Level</a:t>
            </a:r>
          </a:p>
          <a:p>
            <a:pPr marL="2592070" lvl="5" indent="-215900">
              <a:spcBef>
                <a:spcPts val="280"/>
              </a:spcBef>
              <a:buClrTx/>
              <a:buSzPts val="90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Sixth Outline Level</a:t>
            </a:r>
          </a:p>
          <a:p>
            <a:pPr marL="3023870" lvl="6" indent="-215900">
              <a:spcBef>
                <a:spcPts val="280"/>
              </a:spcBef>
              <a:buClrTx/>
              <a:buSzPts val="90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Seventh Outline Level</a:t>
            </a:r>
          </a:p>
        </p:txBody>
      </p:sp>
      <p:sp>
        <p:nvSpPr>
          <p:cNvPr id="5" name="PlaceHolder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mMgAAVykAABAAAAAmAAAACAAAAL+fAAD/HwAA"/>
              </a:ext>
            </a:extLst>
          </p:cNvSpPr>
          <p:nvPr>
            <p:ph type="ftr" idx="3"/>
          </p:nvPr>
        </p:nvSpPr>
        <p:spPr>
          <a:xfrm>
            <a:off x="4038600" y="6356350"/>
            <a:ext cx="41135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cap="none" spc="0">
                <a:solidFill>
                  <a:srgbClr val="000000"/>
                </a:solidFill>
                <a:latin typeface="Times New Roman" pitchFamily="1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/>
            </a:pPr>
            <a:r>
              <a:t>&lt;footer&gt;</a:t>
            </a:r>
          </a:p>
        </p:txBody>
      </p:sp>
      <p:sp>
        <p:nvSpPr>
          <p:cNvPr id="6" name="PlaceHolder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WRQAAVykAABAAAAAmAAAACAAAAL+fAAD/HwAA"/>
              </a:ext>
            </a:extLst>
          </p:cNvSpPr>
          <p:nvPr>
            <p:ph type="sldNum" idx="4"/>
          </p:nvPr>
        </p:nvSpPr>
        <p:spPr>
          <a:xfrm>
            <a:off x="8610600" y="6356350"/>
            <a:ext cx="27419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cap="none" spc="0">
                <a:solidFill>
                  <a:srgbClr val="8B8B8B"/>
                </a:solidFill>
                <a:latin typeface="Calibri" pitchFamily="2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/>
            </a:pPr>
            <a:fld id="{5B7F01D6-98B6-2AF7-F8C7-6EA24F890E3B}" type="slidenum">
              <a:t>‹#›</a:t>
            </a:fld>
            <a:endParaRPr lang="en-us" cap="none">
              <a:solidFill>
                <a:srgbClr val="000000"/>
              </a:solidFill>
              <a:latin typeface="Times New Roman" pitchFamily="1" charset="0"/>
              <a:ea typeface="Basic Roman" pitchFamily="1" charset="0"/>
              <a:cs typeface="Basic Roman" pitchFamily="1" charset="0"/>
            </a:endParaRPr>
          </a:p>
        </p:txBody>
      </p:sp>
      <p:sp>
        <p:nvSpPr>
          <p:cNvPr id="7" name="PlaceHolder 6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EAQ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GFgAAVykAABAAAAAmAAAACAAAAL+fAAD/HwAA"/>
              </a:ext>
            </a:extLst>
          </p:cNvSpPr>
          <p:nvPr>
            <p:ph type="dt" idx="2"/>
          </p:nvPr>
        </p:nvSpPr>
        <p:spPr>
          <a:xfrm>
            <a:off x="838200" y="6356350"/>
            <a:ext cx="27419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>
              <a:buNone/>
              <a:defRPr lang="en-us" sz="1400" b="0" strike="noStrike" cap="none" spc="0">
                <a:solidFill>
                  <a:srgbClr val="000000"/>
                </a:solidFill>
                <a:latin typeface="Times New Roman" pitchFamily="1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>
              <a:buNone/>
              <a:defRPr lang="en-us"/>
            </a:pPr>
            <a: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</p:sldLayoutIdLst>
  <p:hf hdr="0" ftr="0" dt="0"/>
  <p:txStyles>
    <p:titleStyle>
      <a:lvl1pPr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4400" b="0" i="0" u="none" strike="noStrike" kern="1" cap="none" spc="0" baseline="0">
          <a:solidFill>
            <a:schemeClr val="tx2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2pPr>
      <a:lvl3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3pPr>
      <a:lvl4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4pPr>
      <a:lvl5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5pPr>
      <a:lvl6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6pPr>
      <a:lvl7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7pPr>
      <a:lvl8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8pPr>
      <a:lvl9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9pPr>
    </p:titleStyle>
    <p:bodyStyle>
      <a:lvl1pPr marL="342900" marR="0" indent="-3429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32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742950" marR="0" indent="-28575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2pPr>
      <a:lvl3pPr marL="1143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4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3pPr>
      <a:lvl4pPr marL="1600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4pPr>
      <a:lvl5pPr marL="20574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»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5pPr>
      <a:lvl6pPr marL="25146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6pPr>
      <a:lvl7pPr marL="29718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7pPr>
      <a:lvl8pPr marL="3429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8pPr>
      <a:lvl9pPr marL="3886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9pPr>
    </p:bodyStyle>
    <p:other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8BAAA/RwAAuQgAABAAAAAmAAAACAAAAL8fAAD/HwAA"/>
              </a:ext>
            </a:extLst>
          </p:cNvSpPr>
          <p:nvPr>
            <p:ph type="title"/>
          </p:nvPr>
        </p:nvSpPr>
        <p:spPr>
          <a:xfrm>
            <a:off x="609600" y="273685"/>
            <a:ext cx="10972165" cy="114427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indent="0">
              <a:buNone/>
            </a:pPr>
            <a:r>
              <a:rPr lang="en-us" cap="none">
                <a:solidFill>
                  <a:srgbClr val="000000"/>
                </a:solidFill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mMgAAVykAABAAAAAmAAAACAAAAL+fAAD/HwAA"/>
              </a:ext>
            </a:extLst>
          </p:cNvSpPr>
          <p:nvPr>
            <p:ph type="ftr" idx="3"/>
          </p:nvPr>
        </p:nvSpPr>
        <p:spPr>
          <a:xfrm>
            <a:off x="4038600" y="6356350"/>
            <a:ext cx="41135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cap="none" spc="0">
                <a:solidFill>
                  <a:srgbClr val="000000"/>
                </a:solidFill>
                <a:latin typeface="Times New Roman" pitchFamily="1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/>
            </a:pPr>
            <a:r>
              <a:t>&lt;footer&gt;</a:t>
            </a:r>
          </a:p>
        </p:txBody>
      </p:sp>
      <p:sp>
        <p:nvSpPr>
          <p:cNvPr id="4" name="PlaceHolder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WRQAAVykAABAAAAAmAAAACAAAAL+fAAD/HwAA"/>
              </a:ext>
            </a:extLst>
          </p:cNvSpPr>
          <p:nvPr>
            <p:ph type="sldNum" idx="4"/>
          </p:nvPr>
        </p:nvSpPr>
        <p:spPr>
          <a:xfrm>
            <a:off x="8610600" y="6356350"/>
            <a:ext cx="27419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cap="none" spc="0">
                <a:solidFill>
                  <a:srgbClr val="8B8B8B"/>
                </a:solidFill>
                <a:latin typeface="Calibri" pitchFamily="2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/>
            </a:pPr>
            <a:fld id="{41F65949-07AC-A3AF-E24E-F1FA170014A4}" type="slidenum">
              <a:t>‹#›</a:t>
            </a:fld>
            <a:endParaRPr lang="en-us" cap="none">
              <a:solidFill>
                <a:srgbClr val="000000"/>
              </a:solidFill>
              <a:latin typeface="Times New Roman" pitchFamily="1" charset="0"/>
              <a:ea typeface="Basic Roman" pitchFamily="1" charset="0"/>
              <a:cs typeface="Basic Roman" pitchFamily="1" charset="0"/>
            </a:endParaRPr>
          </a:p>
        </p:txBody>
      </p:sp>
      <p:sp>
        <p:nvSpPr>
          <p:cNvPr id="5" name="PlaceHolder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EAQ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GFgAAVykAABAAAAAmAAAACAAAAL+fAAD/HwAA"/>
              </a:ext>
            </a:extLst>
          </p:cNvSpPr>
          <p:nvPr>
            <p:ph type="dt" idx="2"/>
          </p:nvPr>
        </p:nvSpPr>
        <p:spPr>
          <a:xfrm>
            <a:off x="838200" y="6356350"/>
            <a:ext cx="27419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>
              <a:buNone/>
              <a:defRPr lang="en-us" sz="1400" b="0" strike="noStrike" cap="none" spc="0">
                <a:solidFill>
                  <a:srgbClr val="000000"/>
                </a:solidFill>
                <a:latin typeface="Times New Roman" pitchFamily="1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>
              <a:buNone/>
              <a:defRPr lang="en-us"/>
            </a:pPr>
            <a: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</p:sldLayoutIdLst>
  <p:hf hdr="0" ftr="0" dt="0"/>
  <p:txStyles>
    <p:titleStyle>
      <a:lvl1pPr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4400" b="0" i="0" u="none" strike="noStrike" kern="1" cap="none" spc="0" baseline="0">
          <a:solidFill>
            <a:schemeClr val="tx2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2pPr>
      <a:lvl3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3pPr>
      <a:lvl4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4pPr>
      <a:lvl5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5pPr>
      <a:lvl6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6pPr>
      <a:lvl7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7pPr>
      <a:lvl8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8pPr>
      <a:lvl9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9pPr>
    </p:titleStyle>
    <p:bodyStyle>
      <a:lvl1pPr marL="342900" marR="0" indent="-3429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32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742950" marR="0" indent="-28575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2pPr>
      <a:lvl3pPr marL="1143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4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3pPr>
      <a:lvl4pPr marL="1600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4pPr>
      <a:lvl5pPr marL="20574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»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5pPr>
      <a:lvl6pPr marL="25146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6pPr>
      <a:lvl7pPr marL="29718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7pPr>
      <a:lvl8pPr marL="3429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8pPr>
      <a:lvl9pPr marL="3886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9pPr>
    </p:bodyStyle>
    <p:other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EAQ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mMgAAVykAABAAAAAmAAAACAAAAL+fAAD/HwAA"/>
              </a:ext>
            </a:extLst>
          </p:cNvSpPr>
          <p:nvPr>
            <p:ph type="ftr" idx="3"/>
          </p:nvPr>
        </p:nvSpPr>
        <p:spPr>
          <a:xfrm>
            <a:off x="4038600" y="6356350"/>
            <a:ext cx="41135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cap="none" spc="0">
                <a:solidFill>
                  <a:srgbClr val="000000"/>
                </a:solidFill>
                <a:latin typeface="Times New Roman" pitchFamily="1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/>
            </a:pPr>
            <a:r>
              <a:t>&lt;footer&gt;</a:t>
            </a:r>
          </a:p>
        </p:txBody>
      </p:sp>
      <p:sp>
        <p:nvSpPr>
          <p:cNvPr id="3" name="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WRQAAVykAABAAAAAmAAAACAAAAL+fAAD/HwAA"/>
              </a:ext>
            </a:extLst>
          </p:cNvSpPr>
          <p:nvPr>
            <p:ph type="sldNum" idx="4"/>
          </p:nvPr>
        </p:nvSpPr>
        <p:spPr>
          <a:xfrm>
            <a:off x="8610600" y="6356350"/>
            <a:ext cx="27419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cap="none" spc="0">
                <a:solidFill>
                  <a:srgbClr val="8B8B8B"/>
                </a:solidFill>
                <a:latin typeface="Calibri" pitchFamily="2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/>
            </a:pPr>
            <a:fld id="{61710421-6F8C-24F2-C2C9-99A74A8734CC}" type="slidenum">
              <a:t>‹#›</a:t>
            </a:fld>
            <a:endParaRPr lang="en-us" cap="none">
              <a:solidFill>
                <a:srgbClr val="000000"/>
              </a:solidFill>
              <a:latin typeface="Times New Roman" pitchFamily="1" charset="0"/>
              <a:ea typeface="Basic Roman" pitchFamily="1" charset="0"/>
              <a:cs typeface="Basic Roman" pitchFamily="1" charset="0"/>
            </a:endParaRPr>
          </a:p>
        </p:txBody>
      </p:sp>
      <p:sp>
        <p:nvSpPr>
          <p:cNvPr id="4" name="PlaceHolder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GFgAAVykAABAAAAAmAAAACAAAAL+fAAD/HwAA"/>
              </a:ext>
            </a:extLst>
          </p:cNvSpPr>
          <p:nvPr>
            <p:ph type="dt" idx="2"/>
          </p:nvPr>
        </p:nvSpPr>
        <p:spPr>
          <a:xfrm>
            <a:off x="838200" y="6356350"/>
            <a:ext cx="27419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>
              <a:buNone/>
              <a:defRPr lang="en-us" sz="1400" b="0" strike="noStrike" cap="none" spc="0">
                <a:solidFill>
                  <a:srgbClr val="000000"/>
                </a:solidFill>
                <a:latin typeface="Times New Roman" pitchFamily="1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>
              <a:buNone/>
              <a:defRPr lang="en-us"/>
            </a:pPr>
            <a: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</p:sldLayoutIdLst>
  <p:hf hdr="0" ftr="0" dt="0"/>
  <p:txStyles>
    <p:titleStyle>
      <a:lvl1pPr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4400" b="0" i="0" u="none" strike="noStrike" kern="1" cap="none" spc="0" baseline="0">
          <a:solidFill>
            <a:schemeClr val="tx2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2pPr>
      <a:lvl3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3pPr>
      <a:lvl4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4pPr>
      <a:lvl5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5pPr>
      <a:lvl6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6pPr>
      <a:lvl7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7pPr>
      <a:lvl8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8pPr>
      <a:lvl9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9pPr>
    </p:titleStyle>
    <p:bodyStyle>
      <a:lvl1pPr marL="342900" marR="0" indent="-3429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32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742950" marR="0" indent="-28575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2pPr>
      <a:lvl3pPr marL="1143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4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3pPr>
      <a:lvl4pPr marL="1600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4pPr>
      <a:lvl5pPr marL="20574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»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5pPr>
      <a:lvl6pPr marL="25146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6pPr>
      <a:lvl7pPr marL="29718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7pPr>
      <a:lvl8pPr marL="3429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8pPr>
      <a:lvl9pPr marL="3886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9pPr>
    </p:bodyStyle>
    <p:other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8BAAA/RwAAuQgAABAAAAAmAAAACAAAAL8fAAD/HwAA"/>
              </a:ext>
            </a:extLst>
          </p:cNvSpPr>
          <p:nvPr>
            <p:ph type="title"/>
          </p:nvPr>
        </p:nvSpPr>
        <p:spPr>
          <a:xfrm>
            <a:off x="609600" y="273685"/>
            <a:ext cx="10972165" cy="114427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indent="0">
              <a:buNone/>
            </a:pPr>
            <a:r>
              <a:rPr lang="en-us" cap="none">
                <a:solidFill>
                  <a:srgbClr val="000000"/>
                </a:solidFill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8JAACvJAAAiRUAABAAAAAmAAAACAAAAL8fAAD/HwAA"/>
              </a:ext>
            </a:extLst>
          </p:cNvSpPr>
          <p:nvPr>
            <p:ph type="body"/>
          </p:nvPr>
        </p:nvSpPr>
        <p:spPr>
          <a:xfrm>
            <a:off x="609600" y="1604645"/>
            <a:ext cx="5353685" cy="189611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431800" indent="-323850">
              <a:spcBef>
                <a:spcPts val="1005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Click to edit the outline text format</a:t>
            </a:r>
          </a:p>
          <a:p>
            <a:pPr marL="864235" lvl="1" indent="-323850">
              <a:spcBef>
                <a:spcPts val="800"/>
              </a:spcBef>
              <a:buClrTx/>
              <a:buSzPts val="960"/>
              <a:buFont typeface="Symbol" pitchFamily="1" charset="0"/>
              <a:buChar char="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Second Outline Level</a:t>
            </a:r>
          </a:p>
          <a:p>
            <a:pPr marL="1296035" lvl="2" indent="-288290">
              <a:spcBef>
                <a:spcPts val="605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Third Outline Level</a:t>
            </a:r>
          </a:p>
          <a:p>
            <a:pPr marL="1727835" lvl="3" indent="-215900">
              <a:spcBef>
                <a:spcPts val="400"/>
              </a:spcBef>
              <a:buClrTx/>
              <a:buSzPts val="960"/>
              <a:buFont typeface="Symbol" pitchFamily="1" charset="0"/>
              <a:buChar char="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Fourth Outline Level</a:t>
            </a:r>
          </a:p>
          <a:p>
            <a:pPr marL="2160270" lvl="4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Fifth Outline Level</a:t>
            </a:r>
          </a:p>
          <a:p>
            <a:pPr marL="2592070" lvl="5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Sixth Outline Level</a:t>
            </a:r>
          </a:p>
          <a:p>
            <a:pPr marL="3023870" lvl="6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Seventh Outline Level</a:t>
            </a:r>
          </a:p>
        </p:txBody>
      </p:sp>
      <p:sp>
        <p:nvSpPr>
          <p:cNvPr id="4" name="PlaceHolder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iYAAN8JAABFRwAAViIAABAAAAAmAAAACAAAAL8fAAD/HwAA"/>
              </a:ext>
            </a:extLst>
          </p:cNvSpPr>
          <p:nvPr>
            <p:ph type="body"/>
          </p:nvPr>
        </p:nvSpPr>
        <p:spPr>
          <a:xfrm>
            <a:off x="6231890" y="1604645"/>
            <a:ext cx="5353685" cy="397700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431800" indent="-323850">
              <a:spcBef>
                <a:spcPts val="1415"/>
              </a:spcBef>
              <a:buClrTx/>
              <a:buSzPts val="144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Click to edit the outline text format</a:t>
            </a:r>
          </a:p>
          <a:p>
            <a:pPr marL="864235" lvl="1" indent="-323850">
              <a:spcBef>
                <a:spcPts val="1130"/>
              </a:spcBef>
              <a:buClrTx/>
              <a:buSzPts val="2100"/>
              <a:buFont typeface="Symbol" pitchFamily="1" charset="0"/>
              <a:buChar char=""/>
            </a:pPr>
            <a:r>
              <a:rPr lang="en-us" cap="none">
                <a:solidFill>
                  <a:srgbClr val="000000"/>
                </a:solidFill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Tx/>
              <a:buSzPts val="108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Tx/>
              <a:buSzPts val="1500"/>
              <a:buFont typeface="Symbol" pitchFamily="1" charset="0"/>
              <a:buChar char=""/>
            </a:pPr>
            <a:r>
              <a:rPr lang="en-us" cap="none">
                <a:solidFill>
                  <a:srgbClr val="000000"/>
                </a:solidFill>
              </a:rPr>
              <a:t>Fourth Outline Level</a:t>
            </a:r>
          </a:p>
          <a:p>
            <a:pPr marL="2160270" lvl="4" indent="-215900">
              <a:spcBef>
                <a:spcPts val="280"/>
              </a:spcBef>
              <a:buClrTx/>
              <a:buSzPts val="90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Fifth Outline Level</a:t>
            </a:r>
          </a:p>
          <a:p>
            <a:pPr marL="2592070" lvl="5" indent="-215900">
              <a:spcBef>
                <a:spcPts val="280"/>
              </a:spcBef>
              <a:buClrTx/>
              <a:buSzPts val="90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Sixth Outline Level</a:t>
            </a:r>
          </a:p>
          <a:p>
            <a:pPr marL="3023870" lvl="6" indent="-215900">
              <a:spcBef>
                <a:spcPts val="280"/>
              </a:spcBef>
              <a:buClrTx/>
              <a:buSzPts val="90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Seventh Outline Level</a:t>
            </a:r>
          </a:p>
        </p:txBody>
      </p:sp>
      <p:sp>
        <p:nvSpPr>
          <p:cNvPr id="5" name="PlaceHolder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cWAACvJAAAUSIAABAAAAAmAAAACAAAAL8fAAD/HwAA"/>
              </a:ext>
            </a:extLst>
          </p:cNvSpPr>
          <p:nvPr>
            <p:ph type="body"/>
          </p:nvPr>
        </p:nvSpPr>
        <p:spPr>
          <a:xfrm>
            <a:off x="609600" y="3682365"/>
            <a:ext cx="5353685" cy="189611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431800" indent="-323850">
              <a:spcBef>
                <a:spcPts val="1005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Click to edit the outline text format</a:t>
            </a:r>
          </a:p>
          <a:p>
            <a:pPr marL="864235" lvl="1" indent="-323850">
              <a:spcBef>
                <a:spcPts val="800"/>
              </a:spcBef>
              <a:buClrTx/>
              <a:buSzPts val="960"/>
              <a:buFont typeface="Symbol" pitchFamily="1" charset="0"/>
              <a:buChar char="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Second Outline Level</a:t>
            </a:r>
          </a:p>
          <a:p>
            <a:pPr marL="1296035" lvl="2" indent="-288290">
              <a:spcBef>
                <a:spcPts val="605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Third Outline Level</a:t>
            </a:r>
          </a:p>
          <a:p>
            <a:pPr marL="1727835" lvl="3" indent="-215900">
              <a:spcBef>
                <a:spcPts val="400"/>
              </a:spcBef>
              <a:buClrTx/>
              <a:buSzPts val="960"/>
              <a:buFont typeface="Symbol" pitchFamily="1" charset="0"/>
              <a:buChar char="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Fourth Outline Level</a:t>
            </a:r>
          </a:p>
          <a:p>
            <a:pPr marL="2160270" lvl="4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Fifth Outline Level</a:t>
            </a:r>
          </a:p>
          <a:p>
            <a:pPr marL="2592070" lvl="5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Sixth Outline Level</a:t>
            </a:r>
          </a:p>
          <a:p>
            <a:pPr marL="3023870" lvl="6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Seventh Outline Level</a:t>
            </a:r>
          </a:p>
        </p:txBody>
      </p:sp>
      <p:sp>
        <p:nvSpPr>
          <p:cNvPr id="6" name="PlaceHolder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EAQ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mMgAAVykAABAAAAAmAAAACAAAAL+fAAD/HwAA"/>
              </a:ext>
            </a:extLst>
          </p:cNvSpPr>
          <p:nvPr>
            <p:ph type="ftr" idx="3"/>
          </p:nvPr>
        </p:nvSpPr>
        <p:spPr>
          <a:xfrm>
            <a:off x="4038600" y="6356350"/>
            <a:ext cx="41135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cap="none" spc="0">
                <a:solidFill>
                  <a:srgbClr val="000000"/>
                </a:solidFill>
                <a:latin typeface="Times New Roman" pitchFamily="1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/>
            </a:pPr>
            <a:r>
              <a:t>&lt;footer&gt;</a:t>
            </a:r>
          </a:p>
        </p:txBody>
      </p:sp>
      <p:sp>
        <p:nvSpPr>
          <p:cNvPr id="7" name="PlaceHolder 6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WRQAAVykAABAAAAAmAAAACAAAAL+fAAD/HwAA"/>
              </a:ext>
            </a:extLst>
          </p:cNvSpPr>
          <p:nvPr>
            <p:ph type="sldNum" idx="4"/>
          </p:nvPr>
        </p:nvSpPr>
        <p:spPr>
          <a:xfrm>
            <a:off x="8610600" y="6356350"/>
            <a:ext cx="27419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cap="none" spc="0">
                <a:solidFill>
                  <a:srgbClr val="8B8B8B"/>
                </a:solidFill>
                <a:latin typeface="Calibri" pitchFamily="2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/>
            </a:pPr>
            <a:fld id="{39C204E4-AAD4-97F2-9A7A-5CA74A346C09}" type="slidenum">
              <a:t>‹#›</a:t>
            </a:fld>
            <a:endParaRPr lang="en-us" cap="none">
              <a:solidFill>
                <a:srgbClr val="000000"/>
              </a:solidFill>
              <a:latin typeface="Times New Roman" pitchFamily="1" charset="0"/>
              <a:ea typeface="Basic Roman" pitchFamily="1" charset="0"/>
              <a:cs typeface="Basic Roman" pitchFamily="1" charset="0"/>
            </a:endParaRPr>
          </a:p>
        </p:txBody>
      </p:sp>
      <p:sp>
        <p:nvSpPr>
          <p:cNvPr id="8" name="PlaceHolder 7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GFgAAVykAABAAAAAmAAAACAAAAL+fAAD/HwAA"/>
              </a:ext>
            </a:extLst>
          </p:cNvSpPr>
          <p:nvPr>
            <p:ph type="dt" idx="2"/>
          </p:nvPr>
        </p:nvSpPr>
        <p:spPr>
          <a:xfrm>
            <a:off x="838200" y="6356350"/>
            <a:ext cx="27419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>
              <a:buNone/>
              <a:defRPr lang="en-us" sz="1400" b="0" strike="noStrike" cap="none" spc="0">
                <a:solidFill>
                  <a:srgbClr val="000000"/>
                </a:solidFill>
                <a:latin typeface="Times New Roman" pitchFamily="1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>
              <a:buNone/>
              <a:defRPr lang="en-us"/>
            </a:pPr>
            <a: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</p:sldLayoutIdLst>
  <p:hf hdr="0" ftr="0" dt="0"/>
  <p:txStyles>
    <p:titleStyle>
      <a:lvl1pPr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4400" b="0" i="0" u="none" strike="noStrike" kern="1" cap="none" spc="0" baseline="0">
          <a:solidFill>
            <a:schemeClr val="tx2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2pPr>
      <a:lvl3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3pPr>
      <a:lvl4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4pPr>
      <a:lvl5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5pPr>
      <a:lvl6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6pPr>
      <a:lvl7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7pPr>
      <a:lvl8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8pPr>
      <a:lvl9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9pPr>
    </p:titleStyle>
    <p:bodyStyle>
      <a:lvl1pPr marL="342900" marR="0" indent="-3429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32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742950" marR="0" indent="-28575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2pPr>
      <a:lvl3pPr marL="1143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4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3pPr>
      <a:lvl4pPr marL="1600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4pPr>
      <a:lvl5pPr marL="20574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»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5pPr>
      <a:lvl6pPr marL="25146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6pPr>
      <a:lvl7pPr marL="29718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7pPr>
      <a:lvl8pPr marL="3429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8pPr>
      <a:lvl9pPr marL="3886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9pPr>
    </p:bodyStyle>
    <p:other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K8BAAA/RwAAuQgAABAAAAAmAAAACAAAAL8fAAD/HwAA"/>
              </a:ext>
            </a:extLst>
          </p:cNvSpPr>
          <p:nvPr>
            <p:ph type="title"/>
          </p:nvPr>
        </p:nvSpPr>
        <p:spPr>
          <a:xfrm>
            <a:off x="609600" y="273685"/>
            <a:ext cx="10972165" cy="114427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indent="0">
              <a:buNone/>
            </a:pPr>
            <a:r>
              <a:rPr lang="en-us" cap="none">
                <a:solidFill>
                  <a:srgbClr val="000000"/>
                </a:solidFill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8JAACvJAAAViIAABAAAAAmAAAACAAAAL8fAAD/HwAA"/>
              </a:ext>
            </a:extLst>
          </p:cNvSpPr>
          <p:nvPr>
            <p:ph type="body"/>
          </p:nvPr>
        </p:nvSpPr>
        <p:spPr>
          <a:xfrm>
            <a:off x="609600" y="1604645"/>
            <a:ext cx="5353685" cy="397700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431800" indent="-323850">
              <a:spcBef>
                <a:spcPts val="1415"/>
              </a:spcBef>
              <a:buClrTx/>
              <a:buSzPts val="144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Click to edit the outline text format</a:t>
            </a:r>
          </a:p>
          <a:p>
            <a:pPr marL="864235" lvl="1" indent="-323850">
              <a:spcBef>
                <a:spcPts val="1130"/>
              </a:spcBef>
              <a:buClrTx/>
              <a:buSzPts val="2100"/>
              <a:buFont typeface="Symbol" pitchFamily="1" charset="0"/>
              <a:buChar char=""/>
            </a:pPr>
            <a:r>
              <a:rPr lang="en-us" cap="none">
                <a:solidFill>
                  <a:srgbClr val="000000"/>
                </a:solidFill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Tx/>
              <a:buSzPts val="108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Tx/>
              <a:buSzPts val="1500"/>
              <a:buFont typeface="Symbol" pitchFamily="1" charset="0"/>
              <a:buChar char=""/>
            </a:pPr>
            <a:r>
              <a:rPr lang="en-us" cap="none">
                <a:solidFill>
                  <a:srgbClr val="000000"/>
                </a:solidFill>
              </a:rPr>
              <a:t>Fourth Outline Level</a:t>
            </a:r>
          </a:p>
          <a:p>
            <a:pPr marL="2160270" lvl="4" indent="-215900">
              <a:spcBef>
                <a:spcPts val="280"/>
              </a:spcBef>
              <a:buClrTx/>
              <a:buSzPts val="90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Fifth Outline Level</a:t>
            </a:r>
          </a:p>
          <a:p>
            <a:pPr marL="2592070" lvl="5" indent="-215900">
              <a:spcBef>
                <a:spcPts val="280"/>
              </a:spcBef>
              <a:buClrTx/>
              <a:buSzPts val="90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Sixth Outline Level</a:t>
            </a:r>
          </a:p>
          <a:p>
            <a:pPr marL="3023870" lvl="6" indent="-215900">
              <a:spcBef>
                <a:spcPts val="280"/>
              </a:spcBef>
              <a:buClrTx/>
              <a:buSzPts val="900"/>
              <a:buFont typeface="Wingdings" charset="0"/>
              <a:buChar char=""/>
            </a:pPr>
            <a:r>
              <a:rPr lang="en-us" cap="none">
                <a:solidFill>
                  <a:srgbClr val="000000"/>
                </a:solidFill>
              </a:rPr>
              <a:t>Seventh Outline Level</a:t>
            </a:r>
          </a:p>
        </p:txBody>
      </p:sp>
      <p:sp>
        <p:nvSpPr>
          <p:cNvPr id="4" name="PlaceHolder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iYAAN8JAABFRwAAiRUAABAAAAAmAAAACAAAAL8fAAD/HwAA"/>
              </a:ext>
            </a:extLst>
          </p:cNvSpPr>
          <p:nvPr>
            <p:ph type="body"/>
          </p:nvPr>
        </p:nvSpPr>
        <p:spPr>
          <a:xfrm>
            <a:off x="6231890" y="1604645"/>
            <a:ext cx="5353685" cy="189611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431800" indent="-323850">
              <a:spcBef>
                <a:spcPts val="1005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Click to edit the outline text format</a:t>
            </a:r>
          </a:p>
          <a:p>
            <a:pPr marL="864235" lvl="1" indent="-323850">
              <a:spcBef>
                <a:spcPts val="800"/>
              </a:spcBef>
              <a:buClrTx/>
              <a:buSzPts val="960"/>
              <a:buFont typeface="Symbol" pitchFamily="1" charset="0"/>
              <a:buChar char="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Second Outline Level</a:t>
            </a:r>
          </a:p>
          <a:p>
            <a:pPr marL="1296035" lvl="2" indent="-288290">
              <a:spcBef>
                <a:spcPts val="605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Third Outline Level</a:t>
            </a:r>
          </a:p>
          <a:p>
            <a:pPr marL="1727835" lvl="3" indent="-215900">
              <a:spcBef>
                <a:spcPts val="400"/>
              </a:spcBef>
              <a:buClrTx/>
              <a:buSzPts val="960"/>
              <a:buFont typeface="Symbol" pitchFamily="1" charset="0"/>
              <a:buChar char="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Fourth Outline Level</a:t>
            </a:r>
          </a:p>
          <a:p>
            <a:pPr marL="2160270" lvl="4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Fifth Outline Level</a:t>
            </a:r>
          </a:p>
          <a:p>
            <a:pPr marL="2592070" lvl="5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Sixth Outline Level</a:t>
            </a:r>
          </a:p>
          <a:p>
            <a:pPr marL="3023870" lvl="6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Seventh Outline Level</a:t>
            </a:r>
          </a:p>
        </p:txBody>
      </p:sp>
      <p:sp>
        <p:nvSpPr>
          <p:cNvPr id="5" name="PlaceHolder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iYAAKcWAABFRwAAUSIAABAAAAAmAAAACAAAAL8fAAD/HwAA"/>
              </a:ext>
            </a:extLst>
          </p:cNvSpPr>
          <p:nvPr>
            <p:ph type="body"/>
          </p:nvPr>
        </p:nvSpPr>
        <p:spPr>
          <a:xfrm>
            <a:off x="6231890" y="3682365"/>
            <a:ext cx="5353685" cy="189611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431800" indent="-323850">
              <a:spcBef>
                <a:spcPts val="1005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Click to edit the outline text format</a:t>
            </a:r>
          </a:p>
          <a:p>
            <a:pPr marL="864235" lvl="1" indent="-323850">
              <a:spcBef>
                <a:spcPts val="800"/>
              </a:spcBef>
              <a:buClrTx/>
              <a:buSzPts val="960"/>
              <a:buFont typeface="Symbol" pitchFamily="1" charset="0"/>
              <a:buChar char="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Second Outline Level</a:t>
            </a:r>
          </a:p>
          <a:p>
            <a:pPr marL="1296035" lvl="2" indent="-288290">
              <a:spcBef>
                <a:spcPts val="605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Third Outline Level</a:t>
            </a:r>
          </a:p>
          <a:p>
            <a:pPr marL="1727835" lvl="3" indent="-215900">
              <a:spcBef>
                <a:spcPts val="400"/>
              </a:spcBef>
              <a:buClrTx/>
              <a:buSzPts val="960"/>
              <a:buFont typeface="Symbol" pitchFamily="1" charset="0"/>
              <a:buChar char="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Fourth Outline Level</a:t>
            </a:r>
          </a:p>
          <a:p>
            <a:pPr marL="2160270" lvl="4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Fifth Outline Level</a:t>
            </a:r>
          </a:p>
          <a:p>
            <a:pPr marL="2592070" lvl="5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Sixth Outline Level</a:t>
            </a:r>
          </a:p>
          <a:p>
            <a:pPr marL="3023870" lvl="6" indent="-215900">
              <a:spcBef>
                <a:spcPts val="200"/>
              </a:spcBef>
              <a:buClrTx/>
              <a:buSzPts val="575"/>
              <a:buFont typeface="Wingdings" charset="0"/>
              <a:buChar char=""/>
              <a:defRPr sz="1280" cap="none"/>
            </a:pPr>
            <a:r>
              <a:rPr lang="en-us" cap="none">
                <a:solidFill>
                  <a:srgbClr val="000000"/>
                </a:solidFill>
              </a:rPr>
              <a:t>Seventh Outline Level</a:t>
            </a:r>
          </a:p>
        </p:txBody>
      </p:sp>
      <p:sp>
        <p:nvSpPr>
          <p:cNvPr id="6" name="PlaceHolder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mMgAAVykAABAAAAAmAAAACAAAAL+fAAD/HwAA"/>
              </a:ext>
            </a:extLst>
          </p:cNvSpPr>
          <p:nvPr>
            <p:ph type="ftr" idx="3"/>
          </p:nvPr>
        </p:nvSpPr>
        <p:spPr>
          <a:xfrm>
            <a:off x="4038600" y="6356350"/>
            <a:ext cx="41135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cap="none" spc="0">
                <a:solidFill>
                  <a:srgbClr val="000000"/>
                </a:solidFill>
                <a:latin typeface="Times New Roman" pitchFamily="1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/>
            </a:pPr>
            <a:r>
              <a:t>&lt;footer&gt;</a:t>
            </a:r>
          </a:p>
        </p:txBody>
      </p:sp>
      <p:sp>
        <p:nvSpPr>
          <p:cNvPr id="7" name="PlaceHolder 6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WRQAAVykAABAAAAAmAAAACAAAAL+fAAD/HwAA"/>
              </a:ext>
            </a:extLst>
          </p:cNvSpPr>
          <p:nvPr>
            <p:ph type="sldNum" idx="4"/>
          </p:nvPr>
        </p:nvSpPr>
        <p:spPr>
          <a:xfrm>
            <a:off x="8610600" y="6356350"/>
            <a:ext cx="27419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cap="none" spc="0">
                <a:solidFill>
                  <a:srgbClr val="8B8B8B"/>
                </a:solidFill>
                <a:latin typeface="Calibri" pitchFamily="2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/>
            </a:pPr>
            <a:fld id="{0B0845C4-8AE6-5DB3-A8B0-7CE60BFE5E29}" type="slidenum">
              <a:t>‹#›</a:t>
            </a:fld>
            <a:endParaRPr lang="en-us" cap="none">
              <a:solidFill>
                <a:srgbClr val="000000"/>
              </a:solidFill>
              <a:latin typeface="Times New Roman" pitchFamily="1" charset="0"/>
              <a:ea typeface="Basic Roman" pitchFamily="1" charset="0"/>
              <a:cs typeface="Basic Roman" pitchFamily="1" charset="0"/>
            </a:endParaRPr>
          </a:p>
        </p:txBody>
      </p:sp>
      <p:sp>
        <p:nvSpPr>
          <p:cNvPr id="8" name="PlaceHolder 7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GFgAAVykAABAAAAAmAAAACAAAAL+fAAD/HwAA"/>
              </a:ext>
            </a:extLst>
          </p:cNvSpPr>
          <p:nvPr>
            <p:ph type="dt" idx="2"/>
          </p:nvPr>
        </p:nvSpPr>
        <p:spPr>
          <a:xfrm>
            <a:off x="838200" y="6356350"/>
            <a:ext cx="2741930" cy="3638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>
            <a:lvl1pPr indent="0">
              <a:buNone/>
              <a:defRPr lang="en-us" sz="1400" b="0" strike="noStrike" cap="none" spc="0">
                <a:solidFill>
                  <a:srgbClr val="000000"/>
                </a:solidFill>
                <a:latin typeface="Times New Roman" pitchFamily="1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>
              <a:buNone/>
              <a:defRPr lang="en-us"/>
            </a:pPr>
            <a: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</p:sldLayoutIdLst>
  <p:hf hdr="0" ftr="0" dt="0"/>
  <p:txStyles>
    <p:titleStyle>
      <a:lvl1pPr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4400" b="0" i="0" u="none" strike="noStrike" kern="1" cap="none" spc="0" baseline="0">
          <a:solidFill>
            <a:schemeClr val="tx2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2pPr>
      <a:lvl3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3pPr>
      <a:lvl4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4pPr>
      <a:lvl5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5pPr>
      <a:lvl6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6pPr>
      <a:lvl7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7pPr>
      <a:lvl8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8pPr>
      <a:lvl9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9pPr>
    </p:titleStyle>
    <p:bodyStyle>
      <a:lvl1pPr marL="342900" marR="0" indent="-3429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32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742950" marR="0" indent="-28575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2pPr>
      <a:lvl3pPr marL="1143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4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3pPr>
      <a:lvl4pPr marL="1600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4pPr>
      <a:lvl5pPr marL="20574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»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5pPr>
      <a:lvl6pPr marL="25146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6pPr>
      <a:lvl7pPr marL="29718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7pPr>
      <a:lvl8pPr marL="3429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8pPr>
      <a:lvl9pPr marL="3886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9pPr>
    </p:bodyStyle>
    <p:other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AAAAAAAAAAAAAAAAA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DBvSRY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YAkAAOgGAACeQQAAlRUAABAAAAAmAAAACAAAAL2QAAD/HwAA"/>
              </a:ext>
            </a:extLst>
          </p:cNvSpPr>
          <p:nvPr>
            <p:ph type="title"/>
          </p:nvPr>
        </p:nvSpPr>
        <p:spPr>
          <a:xfrm>
            <a:off x="1524000" y="1122680"/>
            <a:ext cx="9142730" cy="2385695"/>
          </a:xfr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cap="none">
                <a:solidFill>
                  <a:srgbClr val="000000"/>
                </a:solidFill>
                <a:latin typeface="Calibri Light" charset="0"/>
                <a:ea typeface="Basic Roman" pitchFamily="1" charset="0"/>
                <a:cs typeface="Basic Roman" pitchFamily="1" charset="0"/>
              </a:rPr>
              <a:t>SQL</a:t>
            </a:r>
            <a:endParaRPr lang="en-us" sz="6000" cap="none">
              <a:solidFill>
                <a:srgbClr val="000000"/>
              </a:solidFill>
            </a:endParaRPr>
          </a:p>
        </p:txBody>
      </p:sp>
      <p:sp>
        <p:nvSpPr>
          <p:cNvPr id="3" name="PlaceHolder 2"/>
          <p:cNvSpPr txBox="1"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Eg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YAkAACkWAACeQQAAViAAABAAAAAmAAAACAAAAD2RAAD/HwAA"/>
              </a:ext>
            </a:extLst>
          </p:cNvSpPr>
          <p:nvPr>
            <p:ph type="subTitle"/>
          </p:nvPr>
        </p:nvSpPr>
        <p:spPr>
          <a:xfrm>
            <a:off x="1524000" y="3602355"/>
            <a:ext cx="9142730" cy="165417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indent="0" algn="ctr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400" cap="none">
                <a:solidFill>
                  <a:srgbClr val="000000"/>
                </a:solidFill>
                <a:latin typeface="Calibri" pitchFamily="2" charset="0"/>
                <a:ea typeface="DejaVu Sans" pitchFamily="1" charset="0"/>
                <a:cs typeface="DejaVu Sans" pitchFamily="1" charset="0"/>
              </a:rPr>
              <a:t>Unit-4</a:t>
            </a:r>
            <a:endParaRPr lang="en-us" sz="2400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KAUAAD8CAADWRQAAZAoAABAAAAAmAAAACAAAAL2QAAD/HwAA"/>
              </a:ext>
            </a:extLst>
          </p:cNvSpPr>
          <p:nvPr>
            <p:ph type="title"/>
          </p:nvPr>
        </p:nvSpPr>
        <p:spPr>
          <a:xfrm>
            <a:off x="838200" y="365125"/>
            <a:ext cx="10514330" cy="1323975"/>
          </a:xfr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cap="none">
                <a:solidFill>
                  <a:srgbClr val="000000"/>
                </a:solidFill>
                <a:latin typeface="Calibri Light" charset="0"/>
                <a:ea typeface="Basic Roman" pitchFamily="1" charset="0"/>
                <a:cs typeface="Basic Roman" pitchFamily="1" charset="0"/>
              </a:rPr>
              <a:t>SCENARIO</a:t>
            </a: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3" name="PlaceHolder 2"/>
          <p:cNvSpPr txBox="1"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EgAAAA0AAAAAjgAAAEcAAACOAAAARw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KAUAADsLAADWRQAA/SUAABAAAAAmAAAACAAAAD2RAAD/HwAA"/>
              </a:ext>
            </a:extLst>
          </p:cNvSpPr>
          <p:nvPr>
            <p:ph type="body"/>
          </p:nvPr>
        </p:nvSpPr>
        <p:spPr>
          <a:xfrm>
            <a:off x="838200" y="1825625"/>
            <a:ext cx="10514330" cy="4349750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t">
            <a:prstTxWarp prst="textNoShape">
              <a:avLst/>
            </a:prstTxWarp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ClrTx/>
              <a:buFont typeface="Arial" pitchFamily="2" charset="0"/>
              <a:buChar char="•"/>
            </a:pPr>
            <a:r>
              <a:rPr lang="en-us" sz="2800" cap="none">
                <a:solidFill>
                  <a:srgbClr val="000000"/>
                </a:solidFill>
                <a:latin typeface="Calibri" pitchFamily="2" charset="0"/>
                <a:ea typeface="DejaVu Sans" pitchFamily="1" charset="0"/>
                <a:cs typeface="DejaVu Sans" pitchFamily="1" charset="0"/>
              </a:rPr>
              <a:t>Customer (customer_id, customer_name,email,phone_number)</a:t>
            </a:r>
            <a:endParaRPr lang="en-us" sz="2800" cap="none">
              <a:solidFill>
                <a:srgbClr val="000000"/>
              </a:solidFill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Tx/>
              <a:buFont typeface="Arial" pitchFamily="2" charset="0"/>
              <a:buChar char="•"/>
            </a:pPr>
            <a:r>
              <a:rPr lang="en-us" sz="2800" cap="none">
                <a:solidFill>
                  <a:srgbClr val="000000"/>
                </a:solidFill>
                <a:latin typeface="Calibri" pitchFamily="2" charset="0"/>
                <a:ea typeface="DejaVu Sans" pitchFamily="1" charset="0"/>
                <a:cs typeface="DejaVu Sans" pitchFamily="1" charset="0"/>
              </a:rPr>
              <a:t>Rooms (room_id, room_type,price)</a:t>
            </a:r>
            <a:endParaRPr lang="en-us" sz="2800" cap="none">
              <a:solidFill>
                <a:srgbClr val="000000"/>
              </a:solidFill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Tx/>
              <a:buFont typeface="Arial" pitchFamily="2" charset="0"/>
              <a:buChar char="•"/>
            </a:pPr>
            <a:r>
              <a:rPr lang="en-us" sz="2800" cap="none">
                <a:solidFill>
                  <a:srgbClr val="000000"/>
                </a:solidFill>
                <a:latin typeface="Calibri" pitchFamily="2" charset="0"/>
                <a:ea typeface="DejaVu Sans" pitchFamily="1" charset="0"/>
                <a:cs typeface="DejaVu Sans" pitchFamily="1" charset="0"/>
              </a:rPr>
              <a:t>Bookings (booking_id, room_id ,customer_id,check_in_date,check_out_date,is_availability) </a:t>
            </a:r>
            <a:endParaRPr lang="en-us" sz="2800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IBV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KAUAAD8CAADWRQAAZAoAABAAAAAmAAAACAAAAL2QAAD/HwAA"/>
              </a:ext>
            </a:extLst>
          </p:cNvSpPr>
          <p:nvPr>
            <p:ph type="title"/>
          </p:nvPr>
        </p:nvSpPr>
        <p:spPr>
          <a:xfrm>
            <a:off x="838200" y="365125"/>
            <a:ext cx="10514330" cy="1323975"/>
          </a:xfr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cap="none">
                <a:solidFill>
                  <a:srgbClr val="000000"/>
                </a:solidFill>
                <a:latin typeface="Calibri Light" charset="0"/>
                <a:ea typeface="Basic Roman" pitchFamily="1" charset="0"/>
                <a:cs typeface="Basic Roman" pitchFamily="1" charset="0"/>
              </a:rPr>
              <a:t>Create Database</a:t>
            </a: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3" name="PlaceHolder 2"/>
          <p:cNvSpPr txBox="1"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EgAAAA0AAAAAjgAAAEcAAACOAAAARw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KAUAADsLAADWRQAA/SUAABAAAAAmAAAACAAAAD2RAAD/HwAA"/>
              </a:ext>
            </a:extLst>
          </p:cNvSpPr>
          <p:nvPr>
            <p:ph type="body"/>
          </p:nvPr>
        </p:nvSpPr>
        <p:spPr>
          <a:xfrm>
            <a:off x="838200" y="1825625"/>
            <a:ext cx="10514330" cy="4349750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t">
            <a:prstTxWarp prst="textNoShape">
              <a:avLst/>
            </a:prstTxWarp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ClrTx/>
              <a:buFont typeface="Arial" pitchFamily="2" charset="0"/>
              <a:buChar char="•"/>
            </a:pPr>
            <a:r>
              <a:rPr lang="en-us" sz="2800" cap="none">
                <a:solidFill>
                  <a:srgbClr val="000000"/>
                </a:solidFill>
                <a:latin typeface="Calibri" pitchFamily="2" charset="0"/>
                <a:ea typeface="DejaVu Sans" pitchFamily="1" charset="0"/>
                <a:cs typeface="DejaVu Sans" pitchFamily="1" charset="0"/>
              </a:rPr>
              <a:t>Create database database_name</a:t>
            </a:r>
            <a:endParaRPr lang="en-us" sz="2800" cap="none">
              <a:solidFill>
                <a:srgbClr val="000000"/>
              </a:solidFill>
            </a:endParaRPr>
          </a:p>
          <a:p>
            <a:pPr marL="685800" lvl="1" indent="-228600">
              <a:lnSpc>
                <a:spcPct val="90000"/>
              </a:lnSpc>
              <a:spcBef>
                <a:spcPts val="495"/>
              </a:spcBef>
              <a:buClrTx/>
              <a:buFont typeface="Arial" pitchFamily="2" charset="0"/>
              <a:buChar char="•"/>
            </a:pPr>
            <a:r>
              <a:rPr lang="en-us" sz="2400" cap="none">
                <a:solidFill>
                  <a:srgbClr val="000000"/>
                </a:solidFill>
                <a:latin typeface="Calibri" pitchFamily="2" charset="0"/>
                <a:ea typeface="DejaVu Sans" pitchFamily="1" charset="0"/>
                <a:cs typeface="DejaVu Sans" pitchFamily="1" charset="0"/>
              </a:rPr>
              <a:t>Database name should be understandable </a:t>
            </a:r>
            <a:endParaRPr lang="en-us" sz="2400" cap="none">
              <a:solidFill>
                <a:srgbClr val="000000"/>
              </a:solidFill>
            </a:endParaRPr>
          </a:p>
          <a:p>
            <a:pPr marL="685800" lvl="1" indent="-228600">
              <a:lnSpc>
                <a:spcPct val="90000"/>
              </a:lnSpc>
              <a:spcBef>
                <a:spcPts val="495"/>
              </a:spcBef>
              <a:buClrTx/>
              <a:buFont typeface="Arial" pitchFamily="2" charset="0"/>
              <a:buChar char="•"/>
            </a:pPr>
            <a:r>
              <a:rPr lang="en-us" sz="2400" cap="none">
                <a:solidFill>
                  <a:srgbClr val="000000"/>
                </a:solidFill>
                <a:latin typeface="Calibri" pitchFamily="2" charset="0"/>
                <a:ea typeface="DejaVu Sans" pitchFamily="1" charset="0"/>
                <a:cs typeface="DejaVu Sans" pitchFamily="1" charset="0"/>
              </a:rPr>
              <a:t>E.g. db_hotel</a:t>
            </a:r>
            <a:endParaRPr lang="en-us" sz="2400" cap="none">
              <a:solidFill>
                <a:srgbClr val="000000"/>
              </a:solidFill>
            </a:endParaRPr>
          </a:p>
          <a:p>
            <a:pPr marL="685800" lvl="1" indent="-228600">
              <a:lnSpc>
                <a:spcPct val="90000"/>
              </a:lnSpc>
              <a:spcBef>
                <a:spcPts val="1190"/>
              </a:spcBef>
              <a:spcAft>
                <a:spcPts val="990"/>
              </a:spcAft>
              <a:buClrTx/>
              <a:buFont typeface="Arial" pitchFamily="2" charset="0"/>
              <a:buChar char="•"/>
            </a:pPr>
            <a:r>
              <a:rPr lang="en-us" sz="2400" cap="none">
                <a:solidFill>
                  <a:srgbClr val="000000"/>
                </a:solidFill>
                <a:latin typeface="Calibri" pitchFamily="2" charset="0"/>
                <a:ea typeface="DejaVu Sans" pitchFamily="1" charset="0"/>
                <a:cs typeface="DejaVu Sans" pitchFamily="1" charset="0"/>
              </a:rPr>
              <a:t>CREATE DATABASE databasename;</a:t>
            </a:r>
            <a:endParaRPr lang="en-us" sz="2400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KAUAAD8CAADWRQAAZAoAABAAAAAmAAAACAAAAL2QAAD/HwAA"/>
              </a:ext>
            </a:extLst>
          </p:cNvSpPr>
          <p:nvPr>
            <p:ph type="title"/>
          </p:nvPr>
        </p:nvSpPr>
        <p:spPr>
          <a:xfrm>
            <a:off x="838200" y="365125"/>
            <a:ext cx="10514330" cy="1323975"/>
          </a:xfr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cap="none">
                <a:solidFill>
                  <a:srgbClr val="000000"/>
                </a:solidFill>
                <a:latin typeface="Calibri Light" charset="0"/>
                <a:ea typeface="Basic Roman" pitchFamily="1" charset="0"/>
                <a:cs typeface="Basic Roman" pitchFamily="1" charset="0"/>
              </a:rPr>
              <a:t>Create table</a:t>
            </a: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3" name="PlaceHolder 2"/>
          <p:cNvSpPr txBox="1"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EgAAAA0AAAAAjgAAAEcAAACOAAAARw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GAZQBU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KAUAADsLAADWRQAA/SUAABAAAAAmAAAACAAAAD2RAAD/HwAA"/>
              </a:ext>
            </a:extLst>
          </p:cNvSpPr>
          <p:nvPr>
            <p:ph type="body"/>
          </p:nvPr>
        </p:nvSpPr>
        <p:spPr>
          <a:xfrm>
            <a:off x="838200" y="1825625"/>
            <a:ext cx="10514330" cy="4349750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t">
            <a:prstTxWarp prst="textNoShape">
              <a:avLst/>
            </a:prstTxWarp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ClrTx/>
              <a:buFont typeface="Arial" pitchFamily="2" charset="0"/>
              <a:buChar char="•"/>
            </a:pPr>
            <a:r>
              <a:rPr lang="en-us" sz="2800" cap="none">
                <a:solidFill>
                  <a:srgbClr val="000000"/>
                </a:solidFill>
                <a:latin typeface="Calibri" pitchFamily="2" charset="0"/>
                <a:ea typeface="DejaVu Sans" pitchFamily="1" charset="0"/>
                <a:cs typeface="DejaVu Sans" pitchFamily="1" charset="0"/>
              </a:rPr>
              <a:t>Create table table_name(</a:t>
            </a:r>
            <a:endParaRPr lang="en-us" sz="2800" cap="none">
              <a:solidFill>
                <a:srgbClr val="000000"/>
              </a:solidFill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Tx/>
              <a:buFont typeface="Arial" pitchFamily="2" charset="0"/>
              <a:buChar char="•"/>
            </a:pPr>
            <a:r>
              <a:rPr lang="en-us" sz="2800" cap="none">
                <a:solidFill>
                  <a:srgbClr val="000000"/>
                </a:solidFill>
                <a:latin typeface="Calibri" pitchFamily="2" charset="0"/>
                <a:ea typeface="DejaVu Sans" pitchFamily="1" charset="0"/>
                <a:cs typeface="DejaVu Sans" pitchFamily="1" charset="0"/>
              </a:rPr>
              <a:t>customer_id int,</a:t>
            </a:r>
            <a:endParaRPr lang="en-us" sz="2800" cap="none">
              <a:solidFill>
                <a:srgbClr val="000000"/>
              </a:solidFill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Tx/>
              <a:buFont typeface="Arial" pitchFamily="2" charset="0"/>
              <a:buChar char="•"/>
            </a:pPr>
            <a:r>
              <a:rPr lang="en-us" sz="2800" cap="none">
                <a:solidFill>
                  <a:srgbClr val="000000"/>
                </a:solidFill>
                <a:latin typeface="Calibri" pitchFamily="2" charset="0"/>
                <a:ea typeface="DejaVu Sans" pitchFamily="1" charset="0"/>
                <a:cs typeface="DejaVu Sans" pitchFamily="1" charset="0"/>
              </a:rPr>
              <a:t>Tabel_id int,</a:t>
            </a:r>
            <a:endParaRPr lang="en-us" sz="2800" cap="none">
              <a:solidFill>
                <a:srgbClr val="000000"/>
              </a:solidFill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Tx/>
              <a:buFont typeface="Arial" pitchFamily="2" charset="0"/>
              <a:buChar char="•"/>
            </a:pPr>
            <a:r>
              <a:rPr lang="en-us" sz="2800" cap="none">
                <a:solidFill>
                  <a:srgbClr val="000000"/>
                </a:solidFill>
                <a:latin typeface="Calibri" pitchFamily="2" charset="0"/>
                <a:ea typeface="DejaVu Sans" pitchFamily="1" charset="0"/>
                <a:cs typeface="DejaVu Sans" pitchFamily="1" charset="0"/>
              </a:rPr>
              <a:t>Customer_name varchar(255),</a:t>
            </a:r>
            <a:endParaRPr lang="en-us" sz="2800" cap="none">
              <a:solidFill>
                <a:srgbClr val="000000"/>
              </a:solidFill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Tx/>
              <a:buFont typeface="Arial" pitchFamily="2" charset="0"/>
              <a:buChar char="•"/>
            </a:pPr>
            <a:r>
              <a:rPr lang="en-us" sz="2800" cap="none">
                <a:solidFill>
                  <a:srgbClr val="000000"/>
                </a:solidFill>
                <a:latin typeface="Calibri" pitchFamily="2" charset="0"/>
                <a:ea typeface="DejaVu Sans" pitchFamily="1" charset="0"/>
                <a:cs typeface="DejaVu Sans" pitchFamily="1" charset="0"/>
              </a:rPr>
              <a:t>Primary key(customer_id) ,</a:t>
            </a:r>
            <a:endParaRPr lang="en-us" sz="2800" cap="none">
              <a:solidFill>
                <a:srgbClr val="000000"/>
              </a:solidFill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Tx/>
              <a:buFont typeface="Arial" pitchFamily="2" charset="0"/>
              <a:buChar char="•"/>
            </a:pPr>
            <a:r>
              <a:rPr lang="en-us" sz="2800" cap="none">
                <a:solidFill>
                  <a:srgbClr val="000000"/>
                </a:solidFill>
                <a:latin typeface="Calibri" pitchFamily="2" charset="0"/>
                <a:ea typeface="DejaVu Sans" pitchFamily="1" charset="0"/>
                <a:cs typeface="DejaVu Sans" pitchFamily="1" charset="0"/>
              </a:rPr>
              <a:t>Constraint fk_table_name foreign key (Table_id) references Table_name(Table_ids)</a:t>
            </a:r>
            <a:endParaRPr lang="en-us" sz="2800" cap="none">
              <a:solidFill>
                <a:srgbClr val="000000"/>
              </a:solidFill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Tx/>
              <a:buFont typeface="Arial" pitchFamily="2" charset="0"/>
              <a:buChar char="•"/>
            </a:pPr>
            <a:r>
              <a:rPr lang="en-us" sz="2800" cap="none">
                <a:solidFill>
                  <a:srgbClr val="000000"/>
                </a:solidFill>
                <a:latin typeface="Calibri" pitchFamily="2" charset="0"/>
                <a:ea typeface="DejaVu Sans" pitchFamily="1" charset="0"/>
                <a:cs typeface="DejaVu Sans" pitchFamily="1" charset="0"/>
              </a:rPr>
              <a:t>)</a:t>
            </a:r>
            <a:endParaRPr lang="en-us" sz="2800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1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agQAAIgDAAC+RQAAUCMAABAAAAAmAAAACAAAAP//////////"/>
              </a:ext>
            </a:extLst>
          </p:cNvSpPr>
          <p:nvPr/>
        </p:nvSpPr>
        <p:spPr>
          <a:xfrm>
            <a:off x="717550" y="574040"/>
            <a:ext cx="10619740" cy="51663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>
              <a:defRPr sz="2200" cap="none"/>
            </a:pPr>
            <a:r>
              <a:t>CREATE TABLE employees (</a:t>
            </a:r>
          </a:p>
          <a:p>
            <a:pPr>
              <a:defRPr sz="2200" cap="none"/>
            </a:pPr>
            <a:r>
              <a:t>    employee_id INT PRIMARY KEY,             -- Primary key constraint for employee_id</a:t>
            </a:r>
          </a:p>
          <a:p>
            <a:pPr>
              <a:defRPr sz="2200" cap="none"/>
            </a:pPr>
            <a:r>
              <a:t>    first_name VARCHAR(50) NOT NULL,         -- Not null constraint for first_name</a:t>
            </a:r>
          </a:p>
          <a:p>
            <a:pPr>
              <a:defRPr sz="2200" cap="none"/>
            </a:pPr>
            <a:r>
              <a:t>    last_name VARCHAR(50) NOT NULL,          -- Not null constraint for last_name</a:t>
            </a:r>
          </a:p>
          <a:p>
            <a:pPr>
              <a:defRPr sz="2200" cap="none"/>
            </a:pPr>
            <a:r>
              <a:t>    salary DECIMAL(10, 2) CHECK (salary &gt;= 0), -- Check constraint for salary, must be &gt;= 0</a:t>
            </a:r>
          </a:p>
          <a:p>
            <a:pPr>
              <a:defRPr sz="2200" cap="none"/>
            </a:pPr>
            <a:r>
              <a:t>    department_id INT,                       -- Foreign key that references the departments table</a:t>
            </a:r>
          </a:p>
          <a:p>
            <a:pPr>
              <a:defRPr sz="2200" cap="none"/>
            </a:pPr>
            <a:r>
              <a:t>    hire_date DATE DEFAULT CURRENT_DATE,     -- Default value for hire_date</a:t>
            </a:r>
          </a:p>
          <a:p>
            <a:pPr>
              <a:defRPr sz="2200" cap="none"/>
            </a:pPr>
            <a:r>
              <a:t>    FOREIGN KEY (department_id) REFERENCES departments(department_id) -- Foreign key constraint</a:t>
            </a:r>
          </a:p>
          <a:p>
            <a:pPr>
              <a:defRPr sz="2200" cap="none"/>
            </a:pPr>
            <a:r>
              <a:t>);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KQY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KAUAAD8CAADWRQAAggYAABAAAAAmAAAACAAAAL2QAAD/HwAA"/>
              </a:ext>
            </a:extLst>
          </p:cNvSpPr>
          <p:nvPr>
            <p:ph type="title"/>
          </p:nvPr>
        </p:nvSpPr>
        <p:spPr>
          <a:xfrm>
            <a:off x="838200" y="365125"/>
            <a:ext cx="10514330" cy="692785"/>
          </a:xfr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cap="none">
                <a:solidFill>
                  <a:srgbClr val="000000"/>
                </a:solidFill>
                <a:latin typeface="Calibri Light" charset="0"/>
                <a:ea typeface="Basic Roman" pitchFamily="1" charset="0"/>
                <a:cs typeface="Basic Roman" pitchFamily="1" charset="0"/>
              </a:rPr>
              <a:t>Alter /Drop</a:t>
            </a: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3" name="PlaceHolder 2"/>
          <p:cNvSpPr txBox="1"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EgAAAA0AAAAAjgAAAEcAAACOAAAARw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KAUAACAIAADWRQAA/SUAABAAAAAmAAAACAAAAD2RAAD/HwAA"/>
              </a:ext>
            </a:extLst>
          </p:cNvSpPr>
          <p:nvPr>
            <p:ph type="body"/>
          </p:nvPr>
        </p:nvSpPr>
        <p:spPr>
          <a:xfrm>
            <a:off x="838200" y="1320800"/>
            <a:ext cx="10514330" cy="4854575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t">
            <a:prstTxWarp prst="textNoShape">
              <a:avLst/>
            </a:prstTxWarp>
          </a:bodyPr>
          <a:lstStyle/>
          <a:p>
            <a:pPr marL="216535" indent="-216535">
              <a:lnSpc>
                <a:spcPct val="90000"/>
              </a:lnSpc>
              <a:spcBef>
                <a:spcPts val="770"/>
              </a:spcBef>
              <a:buClrTx/>
              <a:buFont typeface="Arial" pitchFamily="2" charset="0"/>
              <a:buChar char="•"/>
              <a:defRPr sz="1385" cap="none"/>
            </a:pPr>
            <a:r>
              <a:rPr lang="en-us" sz="2155" cap="none">
                <a:solidFill>
                  <a:srgbClr val="000000"/>
                </a:solidFill>
                <a:latin typeface="Calibri" pitchFamily="2" charset="0"/>
                <a:ea typeface="DejaVu Sans" pitchFamily="1" charset="0"/>
                <a:cs typeface="DejaVu Sans" pitchFamily="1" charset="0"/>
              </a:rPr>
              <a:t>ALTER TABLE table_name ADD column_name datatype;</a:t>
            </a:r>
            <a:endParaRPr lang="en-us" sz="2155" cap="none">
              <a:solidFill>
                <a:srgbClr val="000000"/>
              </a:solidFill>
            </a:endParaRPr>
          </a:p>
          <a:p>
            <a:pPr marL="216535" indent="-216535">
              <a:lnSpc>
                <a:spcPct val="90000"/>
              </a:lnSpc>
              <a:spcBef>
                <a:spcPts val="770"/>
              </a:spcBef>
              <a:buClrTx/>
              <a:buFont typeface="Arial" pitchFamily="2" charset="0"/>
              <a:buChar char="•"/>
              <a:defRPr sz="1385" cap="none"/>
            </a:pPr>
            <a:r>
              <a:rPr lang="en-us" sz="2155" cap="none">
                <a:solidFill>
                  <a:srgbClr val="000000"/>
                </a:solidFill>
                <a:latin typeface="Calibri" pitchFamily="2" charset="0"/>
                <a:ea typeface="DejaVu Sans" pitchFamily="1" charset="0"/>
                <a:cs typeface="DejaVu Sans" pitchFamily="1" charset="0"/>
              </a:rPr>
              <a:t>ALTER TABLE table_name DROP COLUMN column_name;</a:t>
            </a:r>
            <a:endParaRPr lang="en-us" sz="2155" cap="none">
              <a:solidFill>
                <a:srgbClr val="000000"/>
              </a:solidFill>
            </a:endParaRPr>
          </a:p>
          <a:p>
            <a:pPr marL="216535" indent="-216535">
              <a:lnSpc>
                <a:spcPct val="90000"/>
              </a:lnSpc>
              <a:spcBef>
                <a:spcPts val="770"/>
              </a:spcBef>
              <a:buClrTx/>
              <a:buFont typeface="Arial" pitchFamily="2" charset="0"/>
              <a:buChar char="•"/>
              <a:defRPr sz="1385" cap="none"/>
            </a:pPr>
            <a:r>
              <a:rPr lang="en-us" sz="2155" cap="none">
                <a:solidFill>
                  <a:srgbClr val="000000"/>
                </a:solidFill>
                <a:latin typeface="Calibri" pitchFamily="2" charset="0"/>
                <a:ea typeface="DejaVu Sans" pitchFamily="1" charset="0"/>
                <a:cs typeface="DejaVu Sans" pitchFamily="1" charset="0"/>
              </a:rPr>
              <a:t>ALTER TABLE table_name ADD CONSTRAINT constraint_name PRIMARY KEY (col1);</a:t>
            </a:r>
            <a:endParaRPr lang="en-us" sz="2155" cap="none">
              <a:solidFill>
                <a:srgbClr val="000000"/>
              </a:solidFill>
            </a:endParaRPr>
          </a:p>
          <a:p>
            <a:pPr marL="216535" indent="-216535">
              <a:lnSpc>
                <a:spcPct val="90000"/>
              </a:lnSpc>
              <a:spcBef>
                <a:spcPts val="770"/>
              </a:spcBef>
              <a:buClrTx/>
              <a:buFont typeface="Arial" pitchFamily="2" charset="0"/>
              <a:buChar char="•"/>
              <a:defRPr sz="1385" cap="none"/>
            </a:pPr>
            <a:r>
              <a:rPr lang="en-us" sz="2155" cap="none">
                <a:solidFill>
                  <a:srgbClr val="000000"/>
                </a:solidFill>
                <a:latin typeface="Calibri" pitchFamily="2" charset="0"/>
                <a:ea typeface="DejaVu Sans" pitchFamily="1" charset="0"/>
                <a:cs typeface="DejaVu Sans" pitchFamily="1" charset="0"/>
              </a:rPr>
              <a:t>ALTER TABLE orders ADD CONSTRAINT users_fk FOREIGN KEY (user_id) REFERENCES users (user_id);</a:t>
            </a:r>
            <a:endParaRPr lang="en-us" sz="2155" cap="none">
              <a:solidFill>
                <a:srgbClr val="000000"/>
              </a:solidFill>
            </a:endParaRPr>
          </a:p>
          <a:p>
            <a:pPr marL="216535" indent="-216535">
              <a:lnSpc>
                <a:spcPct val="90000"/>
              </a:lnSpc>
              <a:spcBef>
                <a:spcPts val="770"/>
              </a:spcBef>
              <a:buClrTx/>
              <a:buFont typeface="Arial" pitchFamily="2" charset="0"/>
              <a:buChar char="•"/>
              <a:defRPr sz="1385" cap="none"/>
            </a:pPr>
            <a:r>
              <a:rPr lang="en-us" sz="2155" cap="none">
                <a:solidFill>
                  <a:srgbClr val="000000"/>
                </a:solidFill>
                <a:latin typeface="Calibri" pitchFamily="2" charset="0"/>
                <a:ea typeface="DejaVu Sans" pitchFamily="1" charset="0"/>
                <a:cs typeface="DejaVu Sans" pitchFamily="1" charset="0"/>
              </a:rPr>
              <a:t>ALTER TABLE table DROP CONSTRAINT constraint_name</a:t>
            </a:r>
            <a:endParaRPr lang="en-us" sz="2155" cap="none">
              <a:solidFill>
                <a:srgbClr val="000000"/>
              </a:solidFill>
            </a:endParaRPr>
          </a:p>
          <a:p>
            <a:pPr marL="216535" indent="-216535">
              <a:lnSpc>
                <a:spcPct val="90000"/>
              </a:lnSpc>
              <a:spcBef>
                <a:spcPts val="770"/>
              </a:spcBef>
              <a:buClrTx/>
              <a:buFont typeface="Arial" pitchFamily="2" charset="0"/>
              <a:buChar char="•"/>
              <a:defRPr sz="1385" cap="none"/>
            </a:pPr>
            <a:r>
              <a:rPr lang="en-us" sz="2155" cap="none">
                <a:solidFill>
                  <a:srgbClr val="000000"/>
                </a:solidFill>
                <a:latin typeface="Calibri" pitchFamily="2" charset="0"/>
                <a:ea typeface="DejaVu Sans" pitchFamily="1" charset="0"/>
                <a:cs typeface="DejaVu Sans" pitchFamily="1" charset="0"/>
              </a:rPr>
              <a:t>ALTER TABLE table_name RENAME COLUMN old_column_name TO new_column_name;</a:t>
            </a:r>
            <a:endParaRPr lang="en-us" sz="2155" cap="none">
              <a:solidFill>
                <a:srgbClr val="000000"/>
              </a:solidFill>
            </a:endParaRPr>
          </a:p>
          <a:p>
            <a:pPr marL="216535" indent="-216535">
              <a:lnSpc>
                <a:spcPct val="90000"/>
              </a:lnSpc>
              <a:spcBef>
                <a:spcPts val="770"/>
              </a:spcBef>
              <a:buClrTx/>
              <a:buFont typeface="Arial" pitchFamily="2" charset="0"/>
              <a:buChar char="•"/>
              <a:defRPr sz="1385" cap="none"/>
            </a:pPr>
            <a:r>
              <a:rPr lang="en-us" sz="2155" cap="none">
                <a:solidFill>
                  <a:srgbClr val="000000"/>
                </a:solidFill>
                <a:latin typeface="Calibri" pitchFamily="2" charset="0"/>
                <a:ea typeface="DejaVu Sans" pitchFamily="1" charset="0"/>
                <a:cs typeface="DejaVu Sans" pitchFamily="1" charset="0"/>
              </a:rPr>
              <a:t>ALTER TABLE old_table RENAME new_table;</a:t>
            </a:r>
            <a:endParaRPr lang="en-us" sz="2155" cap="none">
              <a:solidFill>
                <a:srgbClr val="000000"/>
              </a:solidFill>
            </a:endParaRPr>
          </a:p>
          <a:p>
            <a:pPr marL="216535" indent="-216535">
              <a:lnSpc>
                <a:spcPct val="90000"/>
              </a:lnSpc>
              <a:spcBef>
                <a:spcPts val="770"/>
              </a:spcBef>
              <a:buClrTx/>
              <a:buFont typeface="Arial" pitchFamily="2" charset="0"/>
              <a:buChar char="•"/>
              <a:defRPr sz="1385" cap="none"/>
            </a:pPr>
            <a:r>
              <a:rPr lang="en-us" sz="2155" cap="none">
                <a:solidFill>
                  <a:srgbClr val="000000"/>
                </a:solidFill>
                <a:latin typeface="Calibri" pitchFamily="2" charset="0"/>
                <a:ea typeface="DejaVu Sans" pitchFamily="1" charset="0"/>
                <a:cs typeface="DejaVu Sans" pitchFamily="1" charset="0"/>
              </a:rPr>
              <a:t>DROP TABLE table_name;</a:t>
            </a:r>
            <a:endParaRPr lang="en-us" sz="2155" cap="none">
              <a:solidFill>
                <a:srgbClr val="000000"/>
              </a:solidFill>
            </a:endParaRPr>
          </a:p>
          <a:p>
            <a:pPr marL="216535" indent="-216535">
              <a:lnSpc>
                <a:spcPct val="90000"/>
              </a:lnSpc>
              <a:spcBef>
                <a:spcPts val="770"/>
              </a:spcBef>
              <a:buClrTx/>
              <a:buFont typeface="Arial" pitchFamily="2" charset="0"/>
              <a:buChar char="•"/>
              <a:defRPr sz="1385" cap="none"/>
            </a:pPr>
            <a:r>
              <a:rPr lang="en-us" sz="2155" cap="none">
                <a:solidFill>
                  <a:srgbClr val="000000"/>
                </a:solidFill>
                <a:latin typeface="Calibri" pitchFamily="2" charset="0"/>
                <a:ea typeface="DejaVu Sans" pitchFamily="1" charset="0"/>
                <a:cs typeface="DejaVu Sans" pitchFamily="1" charset="0"/>
              </a:rPr>
              <a:t>DROP TABLE table_name;</a:t>
            </a:r>
          </a:p>
          <a:p>
            <a:pPr marL="216535" indent="-216535">
              <a:lnSpc>
                <a:spcPct val="90000"/>
              </a:lnSpc>
              <a:spcBef>
                <a:spcPts val="770"/>
              </a:spcBef>
              <a:buClrTx/>
              <a:buFont typeface="Arial" pitchFamily="2" charset="0"/>
              <a:buChar char="•"/>
              <a:defRPr lang="en-us" sz="2155" cap="none">
                <a:solidFill>
                  <a:srgbClr val="000000"/>
                </a:solidFill>
              </a:defRPr>
            </a:pPr>
            <a:r>
              <a:t>Truncate → empty table without droping table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MB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KAUAAD8CAADWRQAAZAoAABAAAAAmAAAACAAAAL2QAAD/HwAA"/>
              </a:ext>
            </a:extLst>
          </p:cNvSpPr>
          <p:nvPr>
            <p:ph type="title"/>
          </p:nvPr>
        </p:nvSpPr>
        <p:spPr>
          <a:xfrm>
            <a:off x="838200" y="365125"/>
            <a:ext cx="10514330" cy="1323975"/>
          </a:xfr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cap="none">
                <a:solidFill>
                  <a:srgbClr val="000000"/>
                </a:solidFill>
                <a:latin typeface="Calibri Light" charset="0"/>
                <a:ea typeface="Basic Roman" pitchFamily="1" charset="0"/>
                <a:cs typeface="Basic Roman" pitchFamily="1" charset="0"/>
              </a:rPr>
              <a:t>Insert</a:t>
            </a: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3" name="PlaceHolder 2"/>
          <p:cNvSpPr txBox="1"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EgAAAA0AAAAAjgAAAEcAAACOAAAARw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KAUAADsLAADWRQAA/SUAABAAAAAmAAAACAAAAD2RAAD/HwAA"/>
              </a:ext>
            </a:extLst>
          </p:cNvSpPr>
          <p:nvPr>
            <p:ph type="body"/>
          </p:nvPr>
        </p:nvSpPr>
        <p:spPr>
          <a:xfrm>
            <a:off x="838200" y="1825625"/>
            <a:ext cx="10514330" cy="4349750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t">
            <a:prstTxWarp prst="textNoShape">
              <a:avLst/>
            </a:prstTxWarp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ClrTx/>
              <a:buFont typeface="Arial" pitchFamily="2" charset="0"/>
              <a:buChar char="•"/>
            </a:pPr>
            <a:r>
              <a:rPr lang="en-us" sz="2800" cap="none">
                <a:solidFill>
                  <a:srgbClr val="000000"/>
                </a:solidFill>
                <a:latin typeface="Calibri" pitchFamily="2" charset="0"/>
                <a:ea typeface="DejaVu Sans" pitchFamily="1" charset="0"/>
                <a:cs typeface="DejaVu Sans" pitchFamily="1" charset="0"/>
              </a:rPr>
              <a:t>Insert into table_name (column1,column2….column) values (…….)</a:t>
            </a:r>
            <a:endParaRPr lang="en-us" sz="2800" cap="none">
              <a:solidFill>
                <a:srgbClr val="000000"/>
              </a:solidFill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Tx/>
              <a:buFont typeface="Arial" pitchFamily="2" charset="0"/>
              <a:buChar char="•"/>
            </a:pPr>
            <a:r>
              <a:rPr lang="en-us" sz="2800" cap="none">
                <a:solidFill>
                  <a:srgbClr val="000000"/>
                </a:solidFill>
                <a:latin typeface="Calibri" pitchFamily="2" charset="0"/>
                <a:ea typeface="DejaVu Sans" pitchFamily="1" charset="0"/>
                <a:cs typeface="DejaVu Sans" pitchFamily="1" charset="0"/>
              </a:rPr>
              <a:t>Varchar or text use single inverted comma ‘’ =&gt; ‘bcis’</a:t>
            </a:r>
            <a:endParaRPr lang="en-us" sz="2800" cap="none">
              <a:solidFill>
                <a:srgbClr val="000000"/>
              </a:solidFill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Tx/>
              <a:buFont typeface="Arial" pitchFamily="2" charset="0"/>
              <a:buChar char="•"/>
            </a:pPr>
            <a:r>
              <a:rPr lang="en-us" sz="2800" cap="none">
                <a:solidFill>
                  <a:srgbClr val="000000"/>
                </a:solidFill>
                <a:latin typeface="Calibri" pitchFamily="2" charset="0"/>
                <a:ea typeface="DejaVu Sans" pitchFamily="1" charset="0"/>
                <a:cs typeface="DejaVu Sans" pitchFamily="1" charset="0"/>
              </a:rPr>
              <a:t>INSERT INTO  Person (Id, Name) VALUES (1, 'Amir' ),(2, 'Sofia'),……….</a:t>
            </a:r>
            <a:endParaRPr lang="en-us" sz="2800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KAUAAD8CAADWRQAAZAoAABAAAAAmAAAACAAAAL2QAAD/HwAA"/>
              </a:ext>
            </a:extLst>
          </p:cNvSpPr>
          <p:nvPr>
            <p:ph type="title"/>
          </p:nvPr>
        </p:nvSpPr>
        <p:spPr>
          <a:xfrm>
            <a:off x="838200" y="365125"/>
            <a:ext cx="10514330" cy="1323975"/>
          </a:xfr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cap="none">
                <a:solidFill>
                  <a:srgbClr val="000000"/>
                </a:solidFill>
                <a:latin typeface="Calibri Light" charset="0"/>
                <a:ea typeface="Basic Roman" pitchFamily="1" charset="0"/>
                <a:cs typeface="Basic Roman" pitchFamily="1" charset="0"/>
              </a:rPr>
              <a:t>Select …. From …. where</a:t>
            </a: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3" name="PlaceHolder 2"/>
          <p:cNvSpPr txBox="1"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EgAAAA0AAAAAjgAAAEcAAACOAAAARw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KAUAADsLAADWRQAA/SUAABAAAAAmAAAACAAAAD2RAAD/HwAA"/>
              </a:ext>
            </a:extLst>
          </p:cNvSpPr>
          <p:nvPr>
            <p:ph type="body"/>
          </p:nvPr>
        </p:nvSpPr>
        <p:spPr>
          <a:xfrm>
            <a:off x="838200" y="1825625"/>
            <a:ext cx="10514330" cy="4349750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t">
            <a:prstTxWarp prst="textNoShape">
              <a:avLst/>
            </a:prstTxWarp>
          </a:bodyPr>
          <a:lstStyle/>
          <a:p>
            <a:pPr marL="228600" indent="-228600">
              <a:lnSpc>
                <a:spcPct val="90000"/>
              </a:lnSpc>
              <a:spcBef>
                <a:spcPts val="940"/>
              </a:spcBef>
              <a:buClrTx/>
              <a:buFont typeface="Arial" pitchFamily="2" charset="0"/>
              <a:buChar char="•"/>
              <a:defRPr sz="1690" cap="none"/>
            </a:pPr>
            <a:r>
              <a:rPr lang="en-us" sz="2630" cap="none">
                <a:solidFill>
                  <a:srgbClr val="000000"/>
                </a:solidFill>
                <a:latin typeface="Calibri" pitchFamily="2" charset="0"/>
                <a:ea typeface="DejaVu Sans" pitchFamily="1" charset="0"/>
                <a:cs typeface="DejaVu Sans" pitchFamily="1" charset="0"/>
              </a:rPr>
              <a:t>Select * from table_name  // if you want specific column to display</a:t>
            </a:r>
            <a:endParaRPr lang="en-us" sz="2630" cap="none">
              <a:solidFill>
                <a:srgbClr val="000000"/>
              </a:solidFill>
            </a:endParaRPr>
          </a:p>
          <a:p>
            <a:pPr marL="228600" indent="-228600">
              <a:lnSpc>
                <a:spcPct val="90000"/>
              </a:lnSpc>
              <a:spcBef>
                <a:spcPts val="940"/>
              </a:spcBef>
              <a:buClrTx/>
              <a:buFont typeface="Arial" pitchFamily="2" charset="0"/>
              <a:buChar char="•"/>
              <a:defRPr sz="1690" cap="none"/>
            </a:pPr>
            <a:r>
              <a:rPr lang="en-us" sz="2630" cap="none">
                <a:solidFill>
                  <a:srgbClr val="000000"/>
                </a:solidFill>
                <a:latin typeface="Calibri" pitchFamily="2" charset="0"/>
                <a:ea typeface="DejaVu Sans" pitchFamily="1" charset="0"/>
                <a:cs typeface="DejaVu Sans" pitchFamily="1" charset="0"/>
              </a:rPr>
              <a:t>Select column1, column2 from table_name;</a:t>
            </a:r>
            <a:endParaRPr lang="en-us" sz="2630" cap="none">
              <a:solidFill>
                <a:srgbClr val="000000"/>
              </a:solidFill>
            </a:endParaRPr>
          </a:p>
          <a:p>
            <a:pPr marL="685800" lvl="1" indent="-228600">
              <a:lnSpc>
                <a:spcPct val="90000"/>
              </a:lnSpc>
              <a:spcBef>
                <a:spcPts val="465"/>
              </a:spcBef>
              <a:buClrTx/>
              <a:buFont typeface="Arial" pitchFamily="2" charset="0"/>
              <a:buChar char="•"/>
              <a:defRPr sz="1690" cap="none"/>
            </a:pPr>
            <a:r>
              <a:rPr lang="en-us" sz="2255" cap="none">
                <a:solidFill>
                  <a:srgbClr val="000000"/>
                </a:solidFill>
                <a:latin typeface="Calibri" pitchFamily="2" charset="0"/>
                <a:ea typeface="DejaVu Sans" pitchFamily="1" charset="0"/>
                <a:cs typeface="DejaVu Sans" pitchFamily="1" charset="0"/>
              </a:rPr>
              <a:t>Note columns should be present in table</a:t>
            </a:r>
            <a:endParaRPr lang="en-us" sz="2255" cap="none">
              <a:solidFill>
                <a:srgbClr val="000000"/>
              </a:solidFill>
            </a:endParaRPr>
          </a:p>
          <a:p>
            <a:pPr marL="228600" indent="-228600">
              <a:lnSpc>
                <a:spcPct val="90000"/>
              </a:lnSpc>
              <a:spcBef>
                <a:spcPts val="940"/>
              </a:spcBef>
              <a:buClrTx/>
              <a:buFont typeface="Arial" pitchFamily="2" charset="0"/>
              <a:buChar char="•"/>
              <a:defRPr sz="1690" cap="none"/>
            </a:pPr>
            <a:r>
              <a:rPr lang="en-us" sz="2630" cap="none">
                <a:solidFill>
                  <a:srgbClr val="000000"/>
                </a:solidFill>
                <a:latin typeface="Calibri" pitchFamily="2" charset="0"/>
                <a:ea typeface="DejaVu Sans" pitchFamily="1" charset="0"/>
                <a:cs typeface="DejaVu Sans" pitchFamily="1" charset="0"/>
              </a:rPr>
              <a:t>SELECT * FROM offices WHERE country = 'USA’;</a:t>
            </a:r>
            <a:endParaRPr lang="en-us" sz="2630" cap="none">
              <a:solidFill>
                <a:srgbClr val="000000"/>
              </a:solidFill>
            </a:endParaRPr>
          </a:p>
          <a:p>
            <a:pPr marL="228600" indent="-228600">
              <a:lnSpc>
                <a:spcPct val="90000"/>
              </a:lnSpc>
              <a:spcBef>
                <a:spcPts val="940"/>
              </a:spcBef>
              <a:buClrTx/>
              <a:buFont typeface="Arial" pitchFamily="2" charset="0"/>
              <a:buChar char="•"/>
              <a:defRPr sz="1690" cap="none"/>
            </a:pPr>
            <a:r>
              <a:rPr lang="en-us" sz="2630" cap="none">
                <a:solidFill>
                  <a:srgbClr val="000000"/>
                </a:solidFill>
                <a:latin typeface="Calibri" pitchFamily="2" charset="0"/>
                <a:ea typeface="DejaVu Sans" pitchFamily="1" charset="0"/>
                <a:cs typeface="DejaVu Sans" pitchFamily="1" charset="0"/>
              </a:rPr>
              <a:t>SELECT * FROM offices WHERE office_code &gt; 5;</a:t>
            </a:r>
            <a:endParaRPr lang="en-us" sz="2630" cap="none">
              <a:solidFill>
                <a:srgbClr val="000000"/>
              </a:solidFill>
            </a:endParaRPr>
          </a:p>
          <a:p>
            <a:pPr marL="228600" indent="-228600">
              <a:lnSpc>
                <a:spcPct val="90000"/>
              </a:lnSpc>
              <a:spcBef>
                <a:spcPts val="940"/>
              </a:spcBef>
              <a:buClrTx/>
              <a:buFont typeface="Arial" pitchFamily="2" charset="0"/>
              <a:buChar char="•"/>
              <a:defRPr sz="1690" cap="none"/>
            </a:pPr>
            <a:r>
              <a:rPr lang="en-us" sz="2630" cap="none">
                <a:solidFill>
                  <a:srgbClr val="000000"/>
                </a:solidFill>
                <a:latin typeface="Calibri" pitchFamily="2" charset="0"/>
                <a:ea typeface="DejaVu Sans" pitchFamily="1" charset="0"/>
                <a:cs typeface="DejaVu Sans" pitchFamily="1" charset="0"/>
              </a:rPr>
              <a:t>select name from instructor where dept name = ’Comp. Sci.’ and salary &gt; 70000;</a:t>
            </a:r>
            <a:endParaRPr lang="en-us" sz="2630" cap="none">
              <a:solidFill>
                <a:srgbClr val="000000"/>
              </a:solidFill>
            </a:endParaRPr>
          </a:p>
          <a:p>
            <a:pPr marL="228600" indent="-228600">
              <a:lnSpc>
                <a:spcPct val="90000"/>
              </a:lnSpc>
              <a:spcBef>
                <a:spcPts val="940"/>
              </a:spcBef>
              <a:buClrTx/>
              <a:buFont typeface="Arial" pitchFamily="2" charset="0"/>
              <a:buChar char="•"/>
              <a:defRPr sz="1690" cap="none"/>
            </a:pPr>
            <a:r>
              <a:rPr lang="en-us" sz="2630" cap="none">
                <a:solidFill>
                  <a:srgbClr val="000000"/>
                </a:solidFill>
                <a:latin typeface="Calibri" pitchFamily="2" charset="0"/>
                <a:ea typeface="DejaVu Sans" pitchFamily="1" charset="0"/>
                <a:cs typeface="DejaVu Sans" pitchFamily="1" charset="0"/>
              </a:rPr>
              <a:t>select name from instructor where salary between 90000 and 100000;</a:t>
            </a:r>
            <a:endParaRPr lang="en-us" sz="2630" cap="none">
              <a:solidFill>
                <a:srgbClr val="000000"/>
              </a:solidFill>
            </a:endParaRPr>
          </a:p>
          <a:p>
            <a:pPr indent="0" defTabSz="914400">
              <a:lnSpc>
                <a:spcPct val="90000"/>
              </a:lnSpc>
              <a:spcBef>
                <a:spcPts val="940"/>
              </a:spcBef>
              <a:buNone/>
              <a:tabLst>
                <a:tab pos="0" algn="l"/>
              </a:tabLst>
              <a:defRPr sz="1690" cap="none"/>
            </a:pPr>
            <a:endParaRPr lang="en-us" sz="2630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/>
          <p:cNvPic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719IZxMAAAAlAAAAEQ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O8FAAAgBgAAl0YAAAsg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964565" y="995680"/>
            <a:ext cx="10510520" cy="421322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KQY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KAUAAD8CAADWRQAAZAoAABAAAAAmAAAACAAAAL2QAAD/HwAA"/>
              </a:ext>
            </a:extLst>
          </p:cNvSpPr>
          <p:nvPr>
            <p:ph type="title"/>
          </p:nvPr>
        </p:nvSpPr>
        <p:spPr>
          <a:xfrm>
            <a:off x="838200" y="365125"/>
            <a:ext cx="10514330" cy="1323975"/>
          </a:xfr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  <a:defRPr lang="en-us" cap="none">
                <a:solidFill>
                  <a:srgbClr val="000000"/>
                </a:solidFill>
                <a:latin typeface="Calibri Light" charset="0"/>
                <a:ea typeface="Basic Roman" pitchFamily="1" charset="0"/>
                <a:cs typeface="Basic Roman" pitchFamily="1" charset="0"/>
              </a:defRPr>
            </a:pPr>
            <a:r>
              <a:t>String Operations/Null operations</a:t>
            </a:r>
          </a:p>
        </p:txBody>
      </p:sp>
      <p:sp>
        <p:nvSpPr>
          <p:cNvPr id="3" name="PlaceHolder 2"/>
          <p:cNvSpPr txBox="1"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EgAAAA0AAAAAjgAAAEcAAACOAAAARw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KAUAADsLAADWRQAA/SUAABAAAAAmAAAACAAAAD2RAAD/HwAA"/>
              </a:ext>
            </a:extLst>
          </p:cNvSpPr>
          <p:nvPr>
            <p:ph type="body"/>
          </p:nvPr>
        </p:nvSpPr>
        <p:spPr>
          <a:xfrm>
            <a:off x="838200" y="1825625"/>
            <a:ext cx="10514330" cy="4349750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t">
            <a:prstTxWarp prst="textNoShape">
              <a:avLst/>
            </a:prstTxWarp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ClrTx/>
              <a:buFont typeface="Arial" pitchFamily="2" charset="0"/>
              <a:buChar char="•"/>
            </a:pPr>
            <a:r>
              <a:rPr lang="en-us" sz="2800" cap="none">
                <a:solidFill>
                  <a:srgbClr val="000000"/>
                </a:solidFill>
                <a:latin typeface="Calibri" pitchFamily="2" charset="0"/>
                <a:ea typeface="DejaVu Sans" pitchFamily="1" charset="0"/>
                <a:cs typeface="DejaVu Sans" pitchFamily="1" charset="0"/>
              </a:rPr>
              <a:t>SELECT CONCAT(first_name, ' ', last_name) AS full_name FROM employees;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Tx/>
              <a:buFont typeface="Arial" pitchFamily="2" charset="0"/>
              <a:buChar char="•"/>
              <a:defRPr lang="en-us" sz="2800" cap="none">
                <a:solidFill>
                  <a:srgbClr val="000000"/>
                </a:solidFill>
                <a:latin typeface="Calibri" pitchFamily="2" charset="0"/>
                <a:ea typeface="DejaVu Sans" pitchFamily="1" charset="0"/>
                <a:cs typeface="DejaVu Sans" pitchFamily="1" charset="0"/>
              </a:defRPr>
            </a:pPr>
            <a:endParaRPr lang="en-us" sz="2800" cap="none">
              <a:solidFill>
                <a:srgbClr val="000000"/>
              </a:solidFill>
              <a:latin typeface="Calibri" pitchFamily="2" charset="0"/>
              <a:ea typeface="DejaVu Sans" pitchFamily="1" charset="0"/>
              <a:cs typeface="DejaVu Sans" pitchFamily="1" charset="0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Tx/>
              <a:buFont typeface="Arial" pitchFamily="2" charset="0"/>
              <a:buChar char="•"/>
              <a:defRPr lang="en-us" sz="2800" cap="none">
                <a:solidFill>
                  <a:srgbClr val="000000"/>
                </a:solidFill>
                <a:latin typeface="Calibri" pitchFamily="2" charset="0"/>
                <a:ea typeface="DejaVu Sans" pitchFamily="1" charset="0"/>
                <a:cs typeface="DejaVu Sans" pitchFamily="1" charset="0"/>
              </a:defRPr>
            </a:pPr>
            <a:r>
              <a:t>SELECT SUBSTRING(column_name, start_position, length) FROM table_name;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Tx/>
              <a:buFont typeface="Arial" pitchFamily="2" charset="0"/>
              <a:buChar char="•"/>
              <a:defRPr lang="en-us" sz="2800" cap="none">
                <a:solidFill>
                  <a:srgbClr val="000000"/>
                </a:solidFill>
                <a:latin typeface="Calibri" pitchFamily="2" charset="0"/>
                <a:ea typeface="DejaVu Sans" pitchFamily="1" charset="0"/>
                <a:cs typeface="DejaVu Sans" pitchFamily="1" charset="0"/>
              </a:defRPr>
            </a:pPr>
            <a:endParaRPr/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Tx/>
              <a:buFont typeface="Arial" pitchFamily="2" charset="0"/>
              <a:buChar char="•"/>
              <a:defRPr lang="en-us" sz="2800" cap="none">
                <a:solidFill>
                  <a:srgbClr val="000000"/>
                </a:solidFill>
                <a:latin typeface="Calibri" pitchFamily="2" charset="0"/>
                <a:ea typeface="DejaVu Sans" pitchFamily="1" charset="0"/>
                <a:cs typeface="DejaVu Sans" pitchFamily="1" charset="0"/>
              </a:defRPr>
            </a:pPr>
            <a:r>
              <a:t>SELECT * FROM employees WHERE phone_number IS NULL;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Tx/>
              <a:buFont typeface="Arial" pitchFamily="2" charset="0"/>
              <a:buChar char="•"/>
              <a:defRPr lang="en-us" sz="2800" cap="none">
                <a:solidFill>
                  <a:srgbClr val="000000"/>
                </a:solidFill>
                <a:latin typeface="Calibri" pitchFamily="2" charset="0"/>
                <a:ea typeface="DejaVu Sans" pitchFamily="1" charset="0"/>
                <a:cs typeface="DejaVu Sans" pitchFamily="1" charset="0"/>
              </a:defRPr>
            </a:pPr>
            <a:r>
              <a:t>SELECT * FROM employees WHERE phone_number IS NOT NULL;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Tx/>
              <a:buFont typeface="Arial" pitchFamily="2" charset="0"/>
              <a:buChar char="•"/>
              <a:defRPr lang="en-us" sz="2800" cap="none">
                <a:solidFill>
                  <a:srgbClr val="000000"/>
                </a:solidFill>
                <a:latin typeface="Calibri" pitchFamily="2" charset="0"/>
                <a:ea typeface="DejaVu Sans" pitchFamily="1" charset="0"/>
                <a:cs typeface="DejaVu Sans" pitchFamily="1" charset="0"/>
              </a:defRPr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MA8YhU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D8CAADWRQAAZAoAABAAAAAmAAAACAAAAL2QAAD/HwAA"/>
              </a:ext>
            </a:extLst>
          </p:cNvSpPr>
          <p:nvPr>
            <p:ph type="title"/>
          </p:nvPr>
        </p:nvSpPr>
        <p:spPr>
          <a:xfrm>
            <a:off x="838200" y="365125"/>
            <a:ext cx="10514330" cy="1323975"/>
          </a:xfr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cap="none">
                <a:solidFill>
                  <a:srgbClr val="000000"/>
                </a:solidFill>
                <a:latin typeface="Calibri Light" charset="0"/>
                <a:ea typeface="Basic Roman" pitchFamily="1" charset="0"/>
                <a:cs typeface="Basic Roman" pitchFamily="1" charset="0"/>
              </a:rPr>
              <a:t>Additional Basic Operations</a:t>
            </a: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3" name="PlaceHolder 2"/>
          <p:cNvSpPr txBox="1"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EgAAAA0AAAAAjgAAAEcAAACOAAAARw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DsLAADWRQAA/SUAABAAAAAmAAAACAAAAD2RAAD/HwAA"/>
              </a:ext>
            </a:extLst>
          </p:cNvSpPr>
          <p:nvPr>
            <p:ph type="body"/>
          </p:nvPr>
        </p:nvSpPr>
        <p:spPr>
          <a:xfrm>
            <a:off x="838200" y="1825625"/>
            <a:ext cx="10514330" cy="4349750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t">
            <a:prstTxWarp prst="textNoShape">
              <a:avLst/>
            </a:prstTxWarp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ClrTx/>
              <a:buFont typeface="Arial" pitchFamily="2" charset="0"/>
              <a:buChar char="•"/>
              <a:defRPr lang="en-us" sz="2800" cap="none">
                <a:solidFill>
                  <a:srgbClr val="000000"/>
                </a:solidFill>
              </a:defRPr>
            </a:pPr>
            <a:r>
              <a:t>As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Tx/>
              <a:buFont typeface="Arial" pitchFamily="2" charset="0"/>
              <a:buChar char="•"/>
            </a:pPr>
            <a:r>
              <a:rPr lang="en-us" sz="2800" cap="none">
                <a:solidFill>
                  <a:srgbClr val="000000"/>
                </a:solidFill>
                <a:latin typeface="Calibri" pitchFamily="2" charset="0"/>
                <a:ea typeface="DejaVu Sans" pitchFamily="1" charset="0"/>
                <a:cs typeface="DejaVu Sans" pitchFamily="1" charset="0"/>
              </a:rPr>
              <a:t>select dept name from department where building like ’%Watson%’;</a:t>
            </a:r>
            <a:endParaRPr lang="en-us" sz="2800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/>
          <p:cNvPic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719IZxMAAAAlAAAAEQ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AAAAAUAAAABAAAAAAAAAAAAAAAAAAAAAAAAAAAAAAAAAAAAAAAAAAAAAAACf39/AAAAAAPMzMwAwMD/AH9/fwAAAAAAAAAAAAAAAAD///8AAAAAACEAAAAYAAAAFAAAAGsGAABpBgAAk0QAAMYj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1043305" y="1042035"/>
            <a:ext cx="10104120" cy="477329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D8CAADWRQAAZAoAABAAAAAmAAAACAAAAL2QAAD/HwAA"/>
              </a:ext>
            </a:extLst>
          </p:cNvSpPr>
          <p:nvPr>
            <p:ph type="title"/>
          </p:nvPr>
        </p:nvSpPr>
        <p:spPr>
          <a:xfrm>
            <a:off x="838200" y="365125"/>
            <a:ext cx="10514330" cy="1323975"/>
          </a:xfr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cap="none">
                <a:solidFill>
                  <a:srgbClr val="000000"/>
                </a:solidFill>
                <a:latin typeface="Calibri Light" charset="0"/>
                <a:ea typeface="Basic Roman" pitchFamily="1" charset="0"/>
                <a:cs typeface="Basic Roman" pitchFamily="1" charset="0"/>
              </a:rPr>
              <a:t>Ordering the Display of Tuples</a:t>
            </a: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3" name="PlaceHolder 2"/>
          <p:cNvSpPr txBox="1"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EgAAAA0AAAAAjgAAAEcAAACOAAAARw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DsLAADWRQAA/SUAABAAAAAmAAAACAAAAD2RAAD/HwAA"/>
              </a:ext>
            </a:extLst>
          </p:cNvSpPr>
          <p:nvPr>
            <p:ph type="body"/>
          </p:nvPr>
        </p:nvSpPr>
        <p:spPr>
          <a:xfrm>
            <a:off x="838200" y="1825625"/>
            <a:ext cx="10514330" cy="4349750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t">
            <a:prstTxWarp prst="textNoShape">
              <a:avLst/>
            </a:prstTxWarp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ClrTx/>
              <a:buFont typeface="Arial" pitchFamily="2" charset="0"/>
              <a:buChar char="•"/>
            </a:pPr>
            <a:r>
              <a:rPr lang="en-us" sz="2800" cap="none">
                <a:solidFill>
                  <a:srgbClr val="000000"/>
                </a:solidFill>
                <a:latin typeface="Calibri" pitchFamily="2" charset="0"/>
                <a:ea typeface="DejaVu Sans" pitchFamily="1" charset="0"/>
                <a:cs typeface="DejaVu Sans" pitchFamily="1" charset="0"/>
              </a:rPr>
              <a:t>select name from instructor where dept name = ’Physics’ order by name;</a:t>
            </a:r>
            <a:endParaRPr lang="en-us" sz="2800" cap="none">
              <a:solidFill>
                <a:srgbClr val="000000"/>
              </a:solidFill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Tx/>
              <a:buFont typeface="Arial" pitchFamily="2" charset="0"/>
              <a:buChar char="•"/>
            </a:pPr>
            <a:r>
              <a:rPr lang="en-us" sz="2800" cap="none">
                <a:solidFill>
                  <a:srgbClr val="000000"/>
                </a:solidFill>
                <a:latin typeface="Calibri" pitchFamily="2" charset="0"/>
                <a:ea typeface="DejaVu Sans" pitchFamily="1" charset="0"/>
                <a:cs typeface="DejaVu Sans" pitchFamily="1" charset="0"/>
              </a:rPr>
              <a:t>select * from instructor order by salary desc;</a:t>
            </a:r>
            <a:endParaRPr lang="en-us" sz="2800" cap="none">
              <a:solidFill>
                <a:srgbClr val="000000"/>
              </a:solidFill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Tx/>
              <a:buFont typeface="Arial" pitchFamily="2" charset="0"/>
              <a:buChar char="•"/>
            </a:pPr>
            <a:r>
              <a:rPr lang="en-us" sz="2800" cap="none">
                <a:solidFill>
                  <a:srgbClr val="000000"/>
                </a:solidFill>
                <a:latin typeface="Calibri" pitchFamily="2" charset="0"/>
                <a:ea typeface="DejaVu Sans" pitchFamily="1" charset="0"/>
                <a:cs typeface="DejaVu Sans" pitchFamily="1" charset="0"/>
              </a:rPr>
              <a:t>select * from instructor order by salary asc;</a:t>
            </a:r>
            <a:endParaRPr lang="en-us" sz="2800" cap="none">
              <a:solidFill>
                <a:srgbClr val="000000"/>
              </a:solidFill>
            </a:endParaRP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800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D8CAADWRQAAZAoAABAAAAAmAAAACAAAAL2QAAD/HwAA"/>
              </a:ext>
            </a:extLst>
          </p:cNvSpPr>
          <p:nvPr>
            <p:ph type="title"/>
          </p:nvPr>
        </p:nvSpPr>
        <p:spPr>
          <a:xfrm>
            <a:off x="838200" y="365125"/>
            <a:ext cx="10514330" cy="1323975"/>
          </a:xfr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cap="none">
                <a:solidFill>
                  <a:srgbClr val="000000"/>
                </a:solidFill>
                <a:latin typeface="Calibri Light" charset="0"/>
                <a:ea typeface="Basic Roman" pitchFamily="1" charset="0"/>
                <a:cs typeface="Basic Roman" pitchFamily="1" charset="0"/>
              </a:rPr>
              <a:t>Set Operations</a:t>
            </a: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3" name="PlaceHolder 2"/>
          <p:cNvSpPr txBox="1"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EgAAAA0AAAAAjgAAAEcAAACOAAAARw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DsLAADWRQAA/SUAABAAAAAmAAAACAAAAD2RAAD/HwAA"/>
              </a:ext>
            </a:extLst>
          </p:cNvSpPr>
          <p:nvPr>
            <p:ph type="body"/>
          </p:nvPr>
        </p:nvSpPr>
        <p:spPr>
          <a:xfrm>
            <a:off x="838200" y="1825625"/>
            <a:ext cx="10514330" cy="4349750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t">
            <a:prstTxWarp prst="textNoShape">
              <a:avLst/>
            </a:prstTxWarp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ClrTx/>
              <a:buFont typeface="Arial" pitchFamily="2" charset="0"/>
              <a:buChar char="•"/>
            </a:pPr>
            <a:r>
              <a:rPr lang="en-us" sz="2800" cap="none">
                <a:solidFill>
                  <a:srgbClr val="000000"/>
                </a:solidFill>
                <a:latin typeface="Calibri" pitchFamily="2" charset="0"/>
                <a:ea typeface="DejaVu Sans" pitchFamily="1" charset="0"/>
                <a:cs typeface="DejaVu Sans" pitchFamily="1" charset="0"/>
              </a:rPr>
              <a:t>The SQL operations union, intersect, and except operate on relations.</a:t>
            </a:r>
            <a:endParaRPr lang="en-us" sz="2800" cap="none">
              <a:solidFill>
                <a:srgbClr val="000000"/>
              </a:solidFill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Tx/>
              <a:buFont typeface="Arial" pitchFamily="2" charset="0"/>
              <a:buChar char="•"/>
            </a:pPr>
            <a:r>
              <a:rPr lang="en-us" sz="2800" cap="none">
                <a:solidFill>
                  <a:srgbClr val="000000"/>
                </a:solidFill>
                <a:latin typeface="Calibri" pitchFamily="2" charset="0"/>
                <a:ea typeface="DejaVu Sans" pitchFamily="1" charset="0"/>
                <a:cs typeface="DejaVu Sans" pitchFamily="1" charset="0"/>
              </a:rPr>
              <a:t>select name from Speakers union select name from Authors order by name</a:t>
            </a:r>
            <a:endParaRPr lang="en-us" sz="2800" cap="none">
              <a:solidFill>
                <a:srgbClr val="000000"/>
              </a:solidFill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Tx/>
              <a:buFont typeface="Arial" pitchFamily="2" charset="0"/>
              <a:buChar char="•"/>
            </a:pPr>
            <a:r>
              <a:rPr lang="en-us" sz="2800" cap="none">
                <a:solidFill>
                  <a:srgbClr val="000000"/>
                </a:solidFill>
                <a:latin typeface="Calibri" pitchFamily="2" charset="0"/>
                <a:ea typeface="DejaVu Sans" pitchFamily="1" charset="0"/>
                <a:cs typeface="DejaVu Sans" pitchFamily="1" charset="0"/>
              </a:rPr>
              <a:t>select name from Speakers intersect select name from Authors order by name</a:t>
            </a:r>
            <a:endParaRPr lang="en-us" sz="2800" cap="none">
              <a:solidFill>
                <a:srgbClr val="000000"/>
              </a:solidFill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Tx/>
              <a:buFont typeface="Arial" pitchFamily="2" charset="0"/>
              <a:buChar char="•"/>
            </a:pPr>
            <a:r>
              <a:rPr lang="en-us" sz="2800" cap="none">
                <a:solidFill>
                  <a:srgbClr val="000000"/>
                </a:solidFill>
                <a:latin typeface="Calibri" pitchFamily="2" charset="0"/>
                <a:ea typeface="DejaVu Sans" pitchFamily="1" charset="0"/>
                <a:cs typeface="DejaVu Sans" pitchFamily="1" charset="0"/>
              </a:rPr>
              <a:t>select name from Authors except select name from Speakers order by name</a:t>
            </a:r>
            <a:endParaRPr lang="en-us" sz="2800" cap="none">
              <a:solidFill>
                <a:srgbClr val="000000"/>
              </a:solidFill>
            </a:endParaRPr>
          </a:p>
          <a:p>
            <a:pPr marL="685800" lvl="1" indent="-228600">
              <a:lnSpc>
                <a:spcPct val="90000"/>
              </a:lnSpc>
              <a:spcBef>
                <a:spcPts val="495"/>
              </a:spcBef>
              <a:buClrTx/>
              <a:buFont typeface="Arial" pitchFamily="2" charset="0"/>
              <a:buChar char="•"/>
            </a:pPr>
            <a:r>
              <a:rPr lang="en-us" sz="2400" cap="none">
                <a:solidFill>
                  <a:srgbClr val="000000"/>
                </a:solidFill>
                <a:latin typeface="Calibri" pitchFamily="2" charset="0"/>
                <a:ea typeface="DejaVu Sans" pitchFamily="1" charset="0"/>
                <a:cs typeface="DejaVu Sans" pitchFamily="1" charset="0"/>
              </a:rPr>
              <a:t>Union all for duplicate data</a:t>
            </a:r>
            <a:endParaRPr lang="en-us" sz="2400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/>
          <p:cNvPic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719IZxMAAAAlAAAAEQ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AAAAAUAAAABAAAAAAAAAAAAAAAAAAAAAAAAAAAAAAAAAAAAAAAAAAAAAAACf39/AAAAAAPMzMwAwMD/AH9/fwAAAAAAAAAAAAAAAAD///8AAAAAACEAAAAYAAAAFAAAAOALAAC0BAAAHT8AAIcn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1930400" y="764540"/>
            <a:ext cx="8329295" cy="566102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D8CAADWRQAAZAoAABAAAAAmAAAACAAAAL2QAAD/HwAA"/>
              </a:ext>
            </a:extLst>
          </p:cNvSpPr>
          <p:nvPr>
            <p:ph type="title"/>
          </p:nvPr>
        </p:nvSpPr>
        <p:spPr>
          <a:xfrm>
            <a:off x="838200" y="365125"/>
            <a:ext cx="10514330" cy="1323975"/>
          </a:xfr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cap="none">
                <a:solidFill>
                  <a:srgbClr val="000000"/>
                </a:solidFill>
                <a:latin typeface="Calibri Light" charset="0"/>
                <a:ea typeface="Basic Roman" pitchFamily="1" charset="0"/>
                <a:cs typeface="Basic Roman" pitchFamily="1" charset="0"/>
              </a:rPr>
              <a:t>Modification of the Database</a:t>
            </a: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3" name="PlaceHolder 2"/>
          <p:cNvSpPr txBox="1"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EgAAAA0AAAAAjgAAAEcAAACOAAAARw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DsLAADWRQAA/SUAABAAAAAmAAAACAAAAD2RAAD/HwAA"/>
              </a:ext>
            </a:extLst>
          </p:cNvSpPr>
          <p:nvPr>
            <p:ph type="body"/>
          </p:nvPr>
        </p:nvSpPr>
        <p:spPr>
          <a:xfrm>
            <a:off x="838200" y="1825625"/>
            <a:ext cx="10514330" cy="4349750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t">
            <a:prstTxWarp prst="textNoShape">
              <a:avLst/>
            </a:prstTxWarp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ClrTx/>
              <a:buFont typeface="Arial" pitchFamily="2" charset="0"/>
              <a:buChar char="•"/>
            </a:pPr>
            <a:r>
              <a:rPr lang="en-us" sz="2800" cap="none">
                <a:solidFill>
                  <a:srgbClr val="000000"/>
                </a:solidFill>
                <a:latin typeface="Calibri" pitchFamily="2" charset="0"/>
                <a:ea typeface="DejaVu Sans" pitchFamily="1" charset="0"/>
                <a:cs typeface="DejaVu Sans" pitchFamily="1" charset="0"/>
              </a:rPr>
              <a:t>delete from instructor where dept name= ’Finance’;</a:t>
            </a:r>
            <a:endParaRPr lang="en-us" sz="2800" cap="none">
              <a:solidFill>
                <a:srgbClr val="000000"/>
              </a:solidFill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Tx/>
              <a:buFont typeface="Arial" pitchFamily="2" charset="0"/>
              <a:buChar char="•"/>
            </a:pPr>
            <a:r>
              <a:rPr lang="en-us" sz="2800" cap="none">
                <a:solidFill>
                  <a:srgbClr val="000000"/>
                </a:solidFill>
                <a:latin typeface="Calibri" pitchFamily="2" charset="0"/>
                <a:ea typeface="DejaVu Sans" pitchFamily="1" charset="0"/>
                <a:cs typeface="DejaVu Sans" pitchFamily="1" charset="0"/>
              </a:rPr>
              <a:t>update instructor set salary= salary * 1.05;</a:t>
            </a:r>
            <a:endParaRPr lang="en-us" sz="2800" cap="none">
              <a:solidFill>
                <a:srgbClr val="000000"/>
              </a:solidFill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Tx/>
              <a:buFont typeface="Arial" pitchFamily="2" charset="0"/>
              <a:buChar char="•"/>
            </a:pPr>
            <a:r>
              <a:rPr lang="en-us" sz="2800" cap="none">
                <a:solidFill>
                  <a:srgbClr val="000000"/>
                </a:solidFill>
                <a:latin typeface="Calibri" pitchFamily="2" charset="0"/>
                <a:ea typeface="DejaVu Sans" pitchFamily="1" charset="0"/>
                <a:cs typeface="DejaVu Sans" pitchFamily="1" charset="0"/>
              </a:rPr>
              <a:t>update instructor set salary = salary * 1.05 where salary &lt; 70000;</a:t>
            </a:r>
            <a:endParaRPr lang="en-us" sz="2800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KAUAAD8CAADWRQAAZAoAABAAAAAmAAAACAAAAL2QAAD/HwAA"/>
              </a:ext>
            </a:extLst>
          </p:cNvSpPr>
          <p:nvPr>
            <p:ph type="title"/>
          </p:nvPr>
        </p:nvSpPr>
        <p:spPr>
          <a:xfrm>
            <a:off x="838200" y="365125"/>
            <a:ext cx="10514330" cy="1323975"/>
          </a:xfr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cap="none">
                <a:solidFill>
                  <a:srgbClr val="000000"/>
                </a:solidFill>
                <a:latin typeface="Calibri Light" charset="0"/>
                <a:ea typeface="Basic Roman" pitchFamily="1" charset="0"/>
                <a:cs typeface="Basic Roman" pitchFamily="1" charset="0"/>
              </a:rPr>
              <a:t>SQL Query</a:t>
            </a: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3" name="PlaceHolder 2"/>
          <p:cNvSpPr txBox="1"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EgAAAA0AAAAAjgAAAEcAAACOAAAARw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KAUAADsLAADWRQAA/SUAABAAAAAmAAAACAAAAD2RAAD/HwAA"/>
              </a:ext>
            </a:extLst>
          </p:cNvSpPr>
          <p:nvPr>
            <p:ph type="body"/>
          </p:nvPr>
        </p:nvSpPr>
        <p:spPr>
          <a:xfrm>
            <a:off x="838200" y="1825625"/>
            <a:ext cx="10514330" cy="4349750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t">
            <a:prstTxWarp prst="textNoShape">
              <a:avLst/>
            </a:prstTxWarp>
          </a:bodyPr>
          <a:lstStyle/>
          <a:p>
            <a:pPr marL="201295" indent="-201295">
              <a:lnSpc>
                <a:spcPct val="80000"/>
              </a:lnSpc>
              <a:spcBef>
                <a:spcPts val="870"/>
              </a:spcBef>
              <a:buClrTx/>
              <a:buFont typeface="Arial" pitchFamily="2" charset="0"/>
              <a:buChar char="•"/>
              <a:defRPr sz="1565" cap="none"/>
            </a:pPr>
            <a:r>
              <a:rPr lang="en-us" sz="2435" cap="none">
                <a:solidFill>
                  <a:srgbClr val="000000"/>
                </a:solidFill>
                <a:latin typeface="Calibri" pitchFamily="2" charset="0"/>
                <a:ea typeface="DejaVu Sans" pitchFamily="1" charset="0"/>
                <a:cs typeface="DejaVu Sans" pitchFamily="1" charset="0"/>
              </a:rPr>
              <a:t>select name from instructor where salary </a:t>
            </a:r>
            <a:r>
              <a:rPr lang="en-us" sz="2435" cap="none">
                <a:solidFill>
                  <a:srgbClr val="FF0000"/>
                </a:solidFill>
                <a:latin typeface="Calibri" pitchFamily="2" charset="0"/>
                <a:ea typeface="DejaVu Sans" pitchFamily="1" charset="0"/>
                <a:cs typeface="DejaVu Sans" pitchFamily="1" charset="0"/>
              </a:rPr>
              <a:t>is null</a:t>
            </a:r>
            <a:r>
              <a:rPr lang="en-us" sz="2435" cap="none">
                <a:solidFill>
                  <a:srgbClr val="000000"/>
                </a:solidFill>
                <a:latin typeface="Calibri" pitchFamily="2" charset="0"/>
                <a:ea typeface="DejaVu Sans" pitchFamily="1" charset="0"/>
                <a:cs typeface="DejaVu Sans" pitchFamily="1" charset="0"/>
              </a:rPr>
              <a:t>;</a:t>
            </a:r>
            <a:endParaRPr lang="en-us" sz="2435" cap="none">
              <a:solidFill>
                <a:srgbClr val="000000"/>
              </a:solidFill>
            </a:endParaRPr>
          </a:p>
          <a:p>
            <a:pPr marL="201295" indent="-201295">
              <a:lnSpc>
                <a:spcPct val="80000"/>
              </a:lnSpc>
              <a:spcBef>
                <a:spcPts val="870"/>
              </a:spcBef>
              <a:buClrTx/>
              <a:buFont typeface="Arial" pitchFamily="2" charset="0"/>
              <a:buChar char="•"/>
              <a:defRPr sz="1565" cap="none"/>
            </a:pPr>
            <a:r>
              <a:rPr lang="en-us" sz="2435" b="1" cap="none">
                <a:solidFill>
                  <a:srgbClr val="FF0000"/>
                </a:solidFill>
                <a:latin typeface="Calibri" pitchFamily="2" charset="0"/>
                <a:ea typeface="DejaVu Sans" pitchFamily="1" charset="0"/>
                <a:cs typeface="DejaVu Sans" pitchFamily="1" charset="0"/>
              </a:rPr>
              <a:t>Aggregate Function</a:t>
            </a:r>
            <a:endParaRPr lang="en-us" sz="2435" cap="none">
              <a:solidFill>
                <a:srgbClr val="000000"/>
              </a:solidFill>
            </a:endParaRPr>
          </a:p>
          <a:p>
            <a:pPr marL="607060" lvl="1" indent="-201295">
              <a:lnSpc>
                <a:spcPct val="80000"/>
              </a:lnSpc>
              <a:spcBef>
                <a:spcPts val="430"/>
              </a:spcBef>
              <a:buClrTx/>
              <a:buFont typeface="Arial" pitchFamily="2" charset="0"/>
              <a:buChar char="•"/>
              <a:defRPr sz="1565" cap="none"/>
            </a:pPr>
            <a:r>
              <a:rPr lang="en-us" sz="2090" b="1" cap="none">
                <a:solidFill>
                  <a:srgbClr val="FF0000"/>
                </a:solidFill>
                <a:latin typeface="Calibri" pitchFamily="2" charset="0"/>
                <a:ea typeface="DejaVu Sans" pitchFamily="1" charset="0"/>
                <a:cs typeface="DejaVu Sans" pitchFamily="1" charset="0"/>
              </a:rPr>
              <a:t>Sum()</a:t>
            </a:r>
            <a:endParaRPr lang="en-us" sz="2090" cap="none">
              <a:solidFill>
                <a:srgbClr val="000000"/>
              </a:solidFill>
            </a:endParaRPr>
          </a:p>
          <a:p>
            <a:pPr marL="607060" lvl="1" indent="-201295">
              <a:lnSpc>
                <a:spcPct val="80000"/>
              </a:lnSpc>
              <a:spcBef>
                <a:spcPts val="430"/>
              </a:spcBef>
              <a:buClrTx/>
              <a:buFont typeface="Arial" pitchFamily="2" charset="0"/>
              <a:buChar char="•"/>
              <a:defRPr sz="1565" cap="none"/>
            </a:pPr>
            <a:r>
              <a:rPr lang="en-us" sz="2090" b="1" cap="none">
                <a:solidFill>
                  <a:srgbClr val="FF0000"/>
                </a:solidFill>
                <a:latin typeface="Calibri" pitchFamily="2" charset="0"/>
                <a:ea typeface="DejaVu Sans" pitchFamily="1" charset="0"/>
                <a:cs typeface="DejaVu Sans" pitchFamily="1" charset="0"/>
              </a:rPr>
              <a:t>Avg()</a:t>
            </a:r>
            <a:endParaRPr lang="en-us" sz="2090" cap="none">
              <a:solidFill>
                <a:srgbClr val="000000"/>
              </a:solidFill>
            </a:endParaRPr>
          </a:p>
          <a:p>
            <a:pPr marL="607060" lvl="1" indent="-201295">
              <a:lnSpc>
                <a:spcPct val="80000"/>
              </a:lnSpc>
              <a:spcBef>
                <a:spcPts val="430"/>
              </a:spcBef>
              <a:buClrTx/>
              <a:buFont typeface="Arial" pitchFamily="2" charset="0"/>
              <a:buChar char="•"/>
              <a:defRPr sz="1565" cap="none"/>
            </a:pPr>
            <a:r>
              <a:rPr lang="en-us" sz="2090" b="1" cap="none">
                <a:solidFill>
                  <a:srgbClr val="FF0000"/>
                </a:solidFill>
                <a:latin typeface="Calibri" pitchFamily="2" charset="0"/>
                <a:ea typeface="DejaVu Sans" pitchFamily="1" charset="0"/>
                <a:cs typeface="DejaVu Sans" pitchFamily="1" charset="0"/>
              </a:rPr>
              <a:t>Count()</a:t>
            </a:r>
            <a:endParaRPr lang="en-us" sz="2090" cap="none">
              <a:solidFill>
                <a:srgbClr val="000000"/>
              </a:solidFill>
            </a:endParaRPr>
          </a:p>
          <a:p>
            <a:pPr marL="607060" lvl="1" indent="-201295">
              <a:lnSpc>
                <a:spcPct val="80000"/>
              </a:lnSpc>
              <a:spcBef>
                <a:spcPts val="430"/>
              </a:spcBef>
              <a:buClrTx/>
              <a:buFont typeface="Arial" pitchFamily="2" charset="0"/>
              <a:buChar char="•"/>
              <a:defRPr sz="1565" cap="none"/>
            </a:pPr>
            <a:r>
              <a:rPr lang="en-us" sz="2090" b="1" cap="none">
                <a:solidFill>
                  <a:srgbClr val="FF0000"/>
                </a:solidFill>
                <a:latin typeface="Calibri" pitchFamily="2" charset="0"/>
                <a:ea typeface="DejaVu Sans" pitchFamily="1" charset="0"/>
                <a:cs typeface="DejaVu Sans" pitchFamily="1" charset="0"/>
              </a:rPr>
              <a:t>Min()</a:t>
            </a:r>
            <a:endParaRPr lang="en-us" sz="2090" cap="none">
              <a:solidFill>
                <a:srgbClr val="000000"/>
              </a:solidFill>
            </a:endParaRPr>
          </a:p>
          <a:p>
            <a:pPr marL="607060" lvl="1" indent="-201295">
              <a:lnSpc>
                <a:spcPct val="80000"/>
              </a:lnSpc>
              <a:spcBef>
                <a:spcPts val="430"/>
              </a:spcBef>
              <a:buClrTx/>
              <a:buFont typeface="Arial" pitchFamily="2" charset="0"/>
              <a:buChar char="•"/>
              <a:defRPr sz="1565" cap="none"/>
            </a:pPr>
            <a:r>
              <a:rPr lang="en-us" sz="2090" b="1" cap="none">
                <a:solidFill>
                  <a:srgbClr val="FF0000"/>
                </a:solidFill>
                <a:latin typeface="Calibri" pitchFamily="2" charset="0"/>
                <a:ea typeface="DejaVu Sans" pitchFamily="1" charset="0"/>
                <a:cs typeface="DejaVu Sans" pitchFamily="1" charset="0"/>
              </a:rPr>
              <a:t>Max()</a:t>
            </a:r>
            <a:endParaRPr lang="en-us" sz="2090" cap="none">
              <a:solidFill>
                <a:srgbClr val="000000"/>
              </a:solidFill>
            </a:endParaRPr>
          </a:p>
          <a:p>
            <a:pPr marL="201295" indent="-201295">
              <a:lnSpc>
                <a:spcPct val="80000"/>
              </a:lnSpc>
              <a:spcBef>
                <a:spcPts val="870"/>
              </a:spcBef>
              <a:buClrTx/>
              <a:buFont typeface="Arial" pitchFamily="2" charset="0"/>
              <a:buChar char="•"/>
              <a:defRPr sz="1565" cap="none"/>
            </a:pPr>
            <a:r>
              <a:rPr lang="en-us" sz="2435" b="1" cap="none">
                <a:solidFill>
                  <a:srgbClr val="000000"/>
                </a:solidFill>
                <a:latin typeface="Calibri" pitchFamily="2" charset="0"/>
                <a:ea typeface="DejaVu Sans" pitchFamily="1" charset="0"/>
                <a:cs typeface="DejaVu Sans" pitchFamily="1" charset="0"/>
              </a:rPr>
              <a:t>SELECT AVG (salary) FROM employees; </a:t>
            </a:r>
            <a:endParaRPr lang="en-us" sz="2435" cap="none">
              <a:solidFill>
                <a:srgbClr val="000000"/>
              </a:solidFill>
            </a:endParaRPr>
          </a:p>
          <a:p>
            <a:pPr marL="201295" indent="-201295">
              <a:lnSpc>
                <a:spcPct val="80000"/>
              </a:lnSpc>
              <a:spcBef>
                <a:spcPts val="870"/>
              </a:spcBef>
              <a:buClrTx/>
              <a:buFont typeface="Arial" pitchFamily="2" charset="0"/>
              <a:buChar char="•"/>
              <a:defRPr sz="1565" cap="none"/>
            </a:pPr>
            <a:r>
              <a:rPr lang="en-us" sz="2435" b="1" cap="none">
                <a:solidFill>
                  <a:srgbClr val="000000"/>
                </a:solidFill>
                <a:latin typeface="Calibri" pitchFamily="2" charset="0"/>
                <a:ea typeface="DejaVu Sans" pitchFamily="1" charset="0"/>
                <a:cs typeface="DejaVu Sans" pitchFamily="1" charset="0"/>
              </a:rPr>
              <a:t>select count (distinct ID) from teaches where semester = ’Spring’ and year = 2010;</a:t>
            </a:r>
            <a:endParaRPr lang="en-us" sz="2435" cap="none">
              <a:solidFill>
                <a:srgbClr val="000000"/>
              </a:solidFill>
            </a:endParaRPr>
          </a:p>
          <a:p>
            <a:pPr marL="201295" indent="-201295">
              <a:lnSpc>
                <a:spcPct val="80000"/>
              </a:lnSpc>
              <a:spcBef>
                <a:spcPts val="870"/>
              </a:spcBef>
              <a:buClrTx/>
              <a:buFont typeface="Arial" pitchFamily="2" charset="0"/>
              <a:buChar char="•"/>
              <a:defRPr sz="1565" cap="none"/>
            </a:pPr>
            <a:r>
              <a:rPr lang="en-us" sz="2435" b="1" cap="none">
                <a:solidFill>
                  <a:srgbClr val="000000"/>
                </a:solidFill>
                <a:latin typeface="Calibri" pitchFamily="2" charset="0"/>
                <a:ea typeface="DejaVu Sans" pitchFamily="1" charset="0"/>
                <a:cs typeface="DejaVu Sans" pitchFamily="1" charset="0"/>
              </a:rPr>
              <a:t>select count (*) from course;</a:t>
            </a:r>
            <a:endParaRPr lang="en-us" sz="2435" cap="none">
              <a:solidFill>
                <a:srgbClr val="000000"/>
              </a:solidFill>
            </a:endParaRPr>
          </a:p>
          <a:p>
            <a:pPr marL="201295" indent="-201295">
              <a:lnSpc>
                <a:spcPct val="80000"/>
              </a:lnSpc>
              <a:spcBef>
                <a:spcPts val="870"/>
              </a:spcBef>
              <a:buClrTx/>
              <a:buFont typeface="Arial" pitchFamily="2" charset="0"/>
              <a:buChar char="•"/>
              <a:defRPr sz="1565" cap="none"/>
            </a:pPr>
            <a:r>
              <a:rPr lang="en-us" sz="2435" b="1" cap="none">
                <a:solidFill>
                  <a:srgbClr val="000000"/>
                </a:solidFill>
                <a:latin typeface="Calibri" pitchFamily="2" charset="0"/>
                <a:ea typeface="DejaVu Sans" pitchFamily="1" charset="0"/>
                <a:cs typeface="DejaVu Sans" pitchFamily="1" charset="0"/>
              </a:rPr>
              <a:t>select sum (salary) from instructor;</a:t>
            </a:r>
            <a:endParaRPr lang="en-us" sz="2435" cap="none">
              <a:solidFill>
                <a:srgbClr val="000000"/>
              </a:solidFill>
            </a:endParaRPr>
          </a:p>
          <a:p>
            <a:pPr indent="0" defTabSz="914400">
              <a:lnSpc>
                <a:spcPct val="80000"/>
              </a:lnSpc>
              <a:spcBef>
                <a:spcPts val="430"/>
              </a:spcBef>
              <a:buNone/>
              <a:tabLst>
                <a:tab pos="0" algn="l"/>
              </a:tabLst>
              <a:defRPr sz="1565" cap="none"/>
            </a:pPr>
            <a:endParaRPr lang="en-us" sz="2090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IcV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KAUAAD8CAADWRQAAZAoAABAAAAAmAAAACAAAAL2QAAD/HwAA"/>
              </a:ext>
            </a:extLst>
          </p:cNvSpPr>
          <p:nvPr>
            <p:ph type="title"/>
          </p:nvPr>
        </p:nvSpPr>
        <p:spPr>
          <a:xfrm>
            <a:off x="838200" y="365125"/>
            <a:ext cx="10514330" cy="1323975"/>
          </a:xfr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cap="none">
                <a:solidFill>
                  <a:srgbClr val="000000"/>
                </a:solidFill>
                <a:latin typeface="Calibri Light" charset="0"/>
                <a:ea typeface="Basic Roman" pitchFamily="1" charset="0"/>
                <a:cs typeface="Basic Roman" pitchFamily="1" charset="0"/>
              </a:rPr>
              <a:t>Group By and Having</a:t>
            </a: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3" name="PlaceHolder 2"/>
          <p:cNvSpPr txBox="1"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EgAAAA0AAAAAjgAAAEcAAACOAAAARw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MBm8RU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KAUAADsLAADWRQAA/SUAABAAAAAmAAAACAAAAD2RAAD/HwAA"/>
              </a:ext>
            </a:extLst>
          </p:cNvSpPr>
          <p:nvPr>
            <p:ph type="body"/>
          </p:nvPr>
        </p:nvSpPr>
        <p:spPr>
          <a:xfrm>
            <a:off x="838200" y="1825625"/>
            <a:ext cx="10514330" cy="4349750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t">
            <a:prstTxWarp prst="textNoShape">
              <a:avLst/>
            </a:prstTxWarp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ClrTx/>
              <a:buFont typeface="Arial" pitchFamily="2" charset="0"/>
              <a:buChar char="•"/>
            </a:pPr>
            <a:r>
              <a:rPr lang="en-us" sz="2800" cap="none">
                <a:solidFill>
                  <a:srgbClr val="000000"/>
                </a:solidFill>
                <a:latin typeface="Calibri" pitchFamily="2" charset="0"/>
                <a:ea typeface="DejaVu Sans" pitchFamily="1" charset="0"/>
                <a:cs typeface="DejaVu Sans" pitchFamily="1" charset="0"/>
              </a:rPr>
              <a:t>SELECT department, SUM(salary) as sum_salary from teacher GROUP BY department;</a:t>
            </a:r>
            <a:endParaRPr lang="en-us" sz="2800" cap="none">
              <a:solidFill>
                <a:srgbClr val="000000"/>
              </a:solidFill>
            </a:endParaRP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800" cap="none">
              <a:solidFill>
                <a:srgbClr val="000000"/>
              </a:solidFill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Tx/>
              <a:buFont typeface="Arial" pitchFamily="2" charset="0"/>
              <a:buChar char="•"/>
              <a:tabLst>
                <a:tab pos="0" algn="l"/>
              </a:tabLst>
            </a:pPr>
            <a:r>
              <a:rPr lang="en-us" sz="2800" cap="none">
                <a:solidFill>
                  <a:srgbClr val="000000"/>
                </a:solidFill>
                <a:latin typeface="Calibri" pitchFamily="2" charset="0"/>
                <a:ea typeface="DejaVu Sans" pitchFamily="1" charset="0"/>
                <a:cs typeface="DejaVu Sans" pitchFamily="1" charset="0"/>
              </a:rPr>
              <a:t>SELECT department, SUM(salary) as sum_salary from teacher GROUP BY department HAVING sum(salary)&gt;3000;</a:t>
            </a:r>
            <a:endParaRPr lang="en-us" sz="2800" cap="none">
              <a:solidFill>
                <a:srgbClr val="000000"/>
              </a:solidFill>
            </a:endParaRP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800" cap="none">
              <a:solidFill>
                <a:srgbClr val="000000"/>
              </a:solidFill>
            </a:endParaRP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2800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KAUAAD8CAADWRQAAZAoAABAAAAAmAAAACAAAAL2QAAD/HwAA"/>
              </a:ext>
            </a:extLst>
          </p:cNvSpPr>
          <p:nvPr>
            <p:ph type="title"/>
          </p:nvPr>
        </p:nvSpPr>
        <p:spPr>
          <a:xfrm>
            <a:off x="838200" y="365125"/>
            <a:ext cx="10514330" cy="1323975"/>
          </a:xfr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b="1" cap="none">
                <a:solidFill>
                  <a:srgbClr val="000000"/>
                </a:solidFill>
                <a:latin typeface="Calibri Light" charset="0"/>
                <a:ea typeface="Basic Roman" pitchFamily="1" charset="0"/>
                <a:cs typeface="Basic Roman" pitchFamily="1" charset="0"/>
              </a:rPr>
              <a:t>Nested sub-queries </a:t>
            </a: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3" name="PlaceHolder 2"/>
          <p:cNvSpPr txBox="1"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EgAAAA0AAAAAjgAAAEcAAACOAAAARw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KAUAAGYKAADWRQAAKCUAABAAAAAmAAAACAAAAD2RAAD/HwAA"/>
              </a:ext>
            </a:extLst>
          </p:cNvSpPr>
          <p:nvPr>
            <p:ph type="body"/>
          </p:nvPr>
        </p:nvSpPr>
        <p:spPr>
          <a:xfrm>
            <a:off x="838200" y="1690370"/>
            <a:ext cx="10514330" cy="4349750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t">
            <a:prstTxWarp prst="textNoShape">
              <a:avLst/>
            </a:prstTxWarp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ClrTx/>
              <a:buFont typeface="Arial" pitchFamily="2" charset="0"/>
              <a:buChar char="•"/>
            </a:pPr>
            <a:r>
              <a:rPr lang="en-us" sz="2200" cap="none">
                <a:solidFill>
                  <a:srgbClr val="000000"/>
                </a:solidFill>
                <a:latin typeface="Calibri" pitchFamily="2" charset="0"/>
                <a:ea typeface="DejaVu Sans" pitchFamily="1" charset="0"/>
                <a:cs typeface="DejaVu Sans" pitchFamily="1" charset="0"/>
              </a:rPr>
              <a:t>SQL provides a mechanism for nesting sub-queries. </a:t>
            </a:r>
            <a:endParaRPr lang="en-us" sz="2200" cap="none">
              <a:solidFill>
                <a:srgbClr val="000000"/>
              </a:solidFill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Tx/>
              <a:buFont typeface="Arial" pitchFamily="2" charset="0"/>
              <a:buChar char="•"/>
            </a:pPr>
            <a:r>
              <a:rPr lang="en-us" sz="2200" cap="none">
                <a:solidFill>
                  <a:srgbClr val="000000"/>
                </a:solidFill>
                <a:latin typeface="Calibri" pitchFamily="2" charset="0"/>
                <a:ea typeface="DejaVu Sans" pitchFamily="1" charset="0"/>
                <a:cs typeface="DejaVu Sans" pitchFamily="1" charset="0"/>
              </a:rPr>
              <a:t>A sub-query is </a:t>
            </a:r>
            <a:r>
              <a:rPr lang="en-us" sz="2200" cap="none">
                <a:solidFill>
                  <a:srgbClr val="FF0000"/>
                </a:solidFill>
                <a:latin typeface="Calibri" pitchFamily="2" charset="0"/>
                <a:ea typeface="DejaVu Sans" pitchFamily="1" charset="0"/>
                <a:cs typeface="DejaVu Sans" pitchFamily="1" charset="0"/>
              </a:rPr>
              <a:t>a select-from-where expression that is nested within another query</a:t>
            </a:r>
            <a:endParaRPr lang="en-us" sz="2200" cap="none">
              <a:solidFill>
                <a:srgbClr val="000000"/>
              </a:solidFill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itchFamily="2" charset="0"/>
              <a:buChar char="•"/>
            </a:pPr>
            <a:r>
              <a:rPr lang="en-us" sz="2200" cap="none">
                <a:solidFill>
                  <a:srgbClr val="FF0000"/>
                </a:solidFill>
                <a:latin typeface="Calibri" pitchFamily="2" charset="0"/>
                <a:ea typeface="DejaVu Sans" pitchFamily="1" charset="0"/>
                <a:cs typeface="DejaVu Sans" pitchFamily="1" charset="0"/>
              </a:rPr>
              <a:t>https://medium.com/@basubinayak05/introduction-to-sql-nested-subqueries-37381a12939</a:t>
            </a:r>
            <a:endParaRPr lang="en-us" sz="2200" cap="none">
              <a:solidFill>
                <a:srgbClr val="000000"/>
              </a:solidFill>
            </a:endParaRPr>
          </a:p>
          <a:p>
            <a:pPr marL="514350" indent="-514350">
              <a:lnSpc>
                <a:spcPct val="90000"/>
              </a:lnSpc>
              <a:spcBef>
                <a:spcPts val="1000"/>
              </a:spcBef>
              <a:buClrTx/>
              <a:buFont typeface="Calibri Light" charset="0"/>
              <a:buAutoNum type="arabicPeriod"/>
            </a:pPr>
            <a:r>
              <a:rPr lang="en-us" sz="2200" cap="none">
                <a:solidFill>
                  <a:srgbClr val="000000"/>
                </a:solidFill>
                <a:latin typeface="Calibri" pitchFamily="2" charset="0"/>
                <a:ea typeface="DejaVu Sans" pitchFamily="1" charset="0"/>
                <a:cs typeface="DejaVu Sans" pitchFamily="1" charset="0"/>
              </a:rPr>
              <a:t>Comparison</a:t>
            </a:r>
            <a:endParaRPr lang="en-us" sz="2200" cap="none">
              <a:solidFill>
                <a:srgbClr val="000000"/>
              </a:solidFill>
            </a:endParaRPr>
          </a:p>
          <a:p>
            <a:pPr marL="685800" lvl="1" indent="-228600">
              <a:lnSpc>
                <a:spcPct val="90000"/>
              </a:lnSpc>
              <a:spcBef>
                <a:spcPts val="495"/>
              </a:spcBef>
              <a:buClrTx/>
              <a:buFont typeface="Arial" pitchFamily="2" charset="0"/>
              <a:buChar char="•"/>
            </a:pPr>
            <a:r>
              <a:rPr lang="en-us" sz="2200" cap="none">
                <a:solidFill>
                  <a:srgbClr val="000000"/>
                </a:solidFill>
                <a:latin typeface="Calibri" pitchFamily="2" charset="0"/>
                <a:ea typeface="DejaVu Sans" pitchFamily="1" charset="0"/>
                <a:cs typeface="DejaVu Sans" pitchFamily="1" charset="0"/>
              </a:rPr>
              <a:t>The phrase “greater than at least one” is represented in SQL by &gt; some.</a:t>
            </a:r>
            <a:endParaRPr lang="en-us" sz="2200" cap="none">
              <a:solidFill>
                <a:srgbClr val="000000"/>
              </a:solidFill>
            </a:endParaRPr>
          </a:p>
          <a:p>
            <a:pPr marL="685800" lvl="1" indent="-228600">
              <a:lnSpc>
                <a:spcPct val="90000"/>
              </a:lnSpc>
              <a:spcBef>
                <a:spcPts val="495"/>
              </a:spcBef>
              <a:buClrTx/>
              <a:buFont typeface="Arial" pitchFamily="2" charset="0"/>
              <a:buChar char="•"/>
            </a:pPr>
            <a:r>
              <a:rPr lang="en-us" sz="2200" cap="none">
                <a:solidFill>
                  <a:srgbClr val="000000"/>
                </a:solidFill>
                <a:latin typeface="Calibri" pitchFamily="2" charset="0"/>
                <a:ea typeface="DejaVu Sans" pitchFamily="1" charset="0"/>
                <a:cs typeface="DejaVu Sans" pitchFamily="1" charset="0"/>
              </a:rPr>
              <a:t>The construct &gt; all corresponds to the phrase “greater than all.”</a:t>
            </a:r>
            <a:endParaRPr lang="en-us" sz="2200" cap="none">
              <a:solidFill>
                <a:srgbClr val="000000"/>
              </a:solidFill>
            </a:endParaRPr>
          </a:p>
          <a:p>
            <a:pPr marL="685800" lvl="1" indent="-228600">
              <a:lnSpc>
                <a:spcPct val="90000"/>
              </a:lnSpc>
              <a:spcBef>
                <a:spcPts val="495"/>
              </a:spcBef>
              <a:buClrTx/>
              <a:buFont typeface="Arial" pitchFamily="2" charset="0"/>
              <a:buChar char="•"/>
            </a:pPr>
            <a:r>
              <a:rPr lang="en-us" sz="2200" cap="none">
                <a:solidFill>
                  <a:srgbClr val="000000"/>
                </a:solidFill>
                <a:latin typeface="Calibri" pitchFamily="2" charset="0"/>
                <a:ea typeface="DejaVu Sans" pitchFamily="1" charset="0"/>
                <a:cs typeface="DejaVu Sans" pitchFamily="1" charset="0"/>
              </a:rPr>
              <a:t>SELECT name from instructor where salary &gt; some(select salary from instructor where address = Hetauda’);</a:t>
            </a:r>
            <a:endParaRPr lang="en-us" sz="2200" cap="none">
              <a:solidFill>
                <a:srgbClr val="000000"/>
              </a:solidFill>
            </a:endParaRPr>
          </a:p>
          <a:p>
            <a:pPr marL="685800" lvl="1" indent="-228600">
              <a:lnSpc>
                <a:spcPct val="90000"/>
              </a:lnSpc>
              <a:spcBef>
                <a:spcPts val="495"/>
              </a:spcBef>
              <a:buClrTx/>
              <a:buFont typeface="Arial" pitchFamily="2" charset="0"/>
              <a:buChar char="•"/>
            </a:pPr>
            <a:r>
              <a:rPr lang="en-us" sz="2200" cap="none">
                <a:solidFill>
                  <a:srgbClr val="000000"/>
                </a:solidFill>
                <a:latin typeface="Calibri" pitchFamily="2" charset="0"/>
                <a:ea typeface="DejaVu Sans" pitchFamily="1" charset="0"/>
                <a:cs typeface="DejaVu Sans" pitchFamily="1" charset="0"/>
              </a:rPr>
              <a:t>SELECT name from instructor where salary &gt; all(select salary from instructor where address = Hetauda');</a:t>
            </a:r>
            <a:endParaRPr lang="en-us" sz="2200" cap="none">
              <a:solidFill>
                <a:srgbClr val="000000"/>
              </a:solidFill>
            </a:endParaRPr>
          </a:p>
          <a:p>
            <a:pPr indent="0" defTabSz="914400">
              <a:lnSpc>
                <a:spcPct val="90000"/>
              </a:lnSpc>
              <a:spcBef>
                <a:spcPts val="495"/>
              </a:spcBef>
              <a:buNone/>
              <a:tabLst>
                <a:tab pos="0" algn="l"/>
              </a:tabLst>
            </a:pPr>
            <a:endParaRPr lang="en-us" sz="2200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KAUAAD8CAADWRQAAZAoAABAAAAAmAAAACAAAAL2QAAD/HwAA"/>
              </a:ext>
            </a:extLst>
          </p:cNvSpPr>
          <p:nvPr>
            <p:ph type="title"/>
          </p:nvPr>
        </p:nvSpPr>
        <p:spPr>
          <a:xfrm>
            <a:off x="838200" y="365125"/>
            <a:ext cx="10514330" cy="1323975"/>
          </a:xfr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b="1" cap="none">
                <a:solidFill>
                  <a:srgbClr val="000000"/>
                </a:solidFill>
                <a:latin typeface="Calibri Light" charset="0"/>
                <a:ea typeface="Basic Roman" pitchFamily="1" charset="0"/>
                <a:cs typeface="Basic Roman" pitchFamily="1" charset="0"/>
              </a:rPr>
              <a:t>Nested sub-queries </a:t>
            </a: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3" name="PlaceHolder 2"/>
          <p:cNvSpPr txBox="1"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EgAAAA0AAAAAjgAAAEcAAACOAAAARw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KAUAADsLAADWRQAA/SUAABAAAAAmAAAACAAAAD2RAAD/HwAA"/>
              </a:ext>
            </a:extLst>
          </p:cNvSpPr>
          <p:nvPr>
            <p:ph type="body"/>
          </p:nvPr>
        </p:nvSpPr>
        <p:spPr>
          <a:xfrm>
            <a:off x="838200" y="1825625"/>
            <a:ext cx="10514330" cy="4349750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t">
            <a:prstTxWarp prst="textNoShape">
              <a:avLst/>
            </a:prstTxWarp>
          </a:bodyPr>
          <a:lstStyle/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800" cap="none">
                <a:solidFill>
                  <a:srgbClr val="000000"/>
                </a:solidFill>
                <a:latin typeface="Calibri" pitchFamily="2" charset="0"/>
                <a:ea typeface="DejaVu Sans" pitchFamily="1" charset="0"/>
                <a:cs typeface="DejaVu Sans" pitchFamily="1" charset="0"/>
              </a:rPr>
              <a:t>2.Empty relating from clause</a:t>
            </a:r>
            <a:endParaRPr lang="en-us" sz="2800" cap="none">
              <a:solidFill>
                <a:srgbClr val="000000"/>
              </a:solidFill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Tx/>
              <a:buFont typeface="Arial" pitchFamily="2" charset="0"/>
              <a:buChar char="•"/>
              <a:tabLst>
                <a:tab pos="0" algn="l"/>
              </a:tabLst>
            </a:pPr>
            <a:r>
              <a:rPr lang="en-us" sz="2800" cap="none">
                <a:solidFill>
                  <a:srgbClr val="000000"/>
                </a:solidFill>
                <a:latin typeface="Calibri" pitchFamily="2" charset="0"/>
                <a:ea typeface="DejaVu Sans" pitchFamily="1" charset="0"/>
                <a:cs typeface="DejaVu Sans" pitchFamily="1" charset="0"/>
              </a:rPr>
              <a:t>The key concept applied here is that any select-from-where expression returns a relation as a result and, therefore, can be inserted into another select-from-where anywhere that a relation can appear.</a:t>
            </a:r>
            <a:endParaRPr lang="en-us" sz="2800" cap="none">
              <a:solidFill>
                <a:srgbClr val="000000"/>
              </a:solidFill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5"/>
              </a:spcBef>
              <a:buClrTx/>
              <a:buFont typeface="Arial" pitchFamily="2" charset="0"/>
              <a:buChar char="•"/>
              <a:tabLst>
                <a:tab pos="0" algn="l"/>
              </a:tabLst>
            </a:pPr>
            <a:r>
              <a:rPr lang="en-us" sz="2400" cap="none">
                <a:solidFill>
                  <a:srgbClr val="000000"/>
                </a:solidFill>
                <a:latin typeface="Calibri" pitchFamily="2" charset="0"/>
                <a:ea typeface="DejaVu Sans" pitchFamily="1" charset="0"/>
                <a:cs typeface="DejaVu Sans" pitchFamily="1" charset="0"/>
              </a:rPr>
              <a:t>SELECT * FROM `instructor` WHERE address="Hetauda" and name="gita" and EXISTS ( SELECT * from instructor where salary=1500);</a:t>
            </a:r>
            <a:endParaRPr lang="en-us" sz="2400" cap="none">
              <a:solidFill>
                <a:srgbClr val="000000"/>
              </a:solidFill>
            </a:endParaRPr>
          </a:p>
          <a:p>
            <a:pPr indent="0" defTabSz="914400">
              <a:lnSpc>
                <a:spcPct val="90000"/>
              </a:lnSpc>
              <a:spcBef>
                <a:spcPts val="495"/>
              </a:spcBef>
              <a:buNone/>
              <a:tabLst>
                <a:tab pos="0" algn="l"/>
              </a:tabLst>
            </a:pPr>
            <a:endParaRPr lang="en-us" sz="2400" cap="none">
              <a:solidFill>
                <a:srgbClr val="000000"/>
              </a:solidFill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5"/>
              </a:spcBef>
              <a:buClrTx/>
              <a:buFont typeface="Arial" pitchFamily="2" charset="0"/>
              <a:buChar char="•"/>
              <a:tabLst>
                <a:tab pos="0" algn="l"/>
              </a:tabLst>
            </a:pPr>
            <a:r>
              <a:rPr lang="en-us" sz="2400" cap="none">
                <a:solidFill>
                  <a:srgbClr val="000000"/>
                </a:solidFill>
                <a:latin typeface="Calibri" pitchFamily="2" charset="0"/>
                <a:ea typeface="DejaVu Sans" pitchFamily="1" charset="0"/>
                <a:cs typeface="DejaVu Sans" pitchFamily="1" charset="0"/>
              </a:rPr>
              <a:t>select name, avg_salary from (select name, avg(salary) from instructor group by address) as inst_avg (name, avg_salary) where avg_salary &gt; 2000;</a:t>
            </a:r>
            <a:endParaRPr lang="en-us" sz="2400" cap="none">
              <a:solidFill>
                <a:srgbClr val="000000"/>
              </a:solidFill>
            </a:endParaRPr>
          </a:p>
          <a:p>
            <a:pPr indent="0" defTabSz="914400">
              <a:lnSpc>
                <a:spcPct val="90000"/>
              </a:lnSpc>
              <a:spcBef>
                <a:spcPts val="495"/>
              </a:spcBef>
              <a:buNone/>
              <a:tabLst>
                <a:tab pos="0" algn="l"/>
              </a:tabLst>
            </a:pPr>
            <a:endParaRPr lang="en-us" sz="2400" cap="none">
              <a:solidFill>
                <a:srgbClr val="000000"/>
              </a:solidFill>
            </a:endParaRPr>
          </a:p>
          <a:p>
            <a:pPr indent="0" defTabSz="914400">
              <a:lnSpc>
                <a:spcPct val="90000"/>
              </a:lnSpc>
              <a:spcBef>
                <a:spcPts val="495"/>
              </a:spcBef>
              <a:buNone/>
              <a:tabLst>
                <a:tab pos="0" algn="l"/>
              </a:tabLst>
            </a:pPr>
            <a:endParaRPr lang="en-us" sz="2400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ZAAAAA0AAAAAjgAAAEcAAACOAAAARw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KAUAAD8CAADWRQAAZAoAABAAAAAmAAAACAAAAL2QAAD/HwAA"/>
              </a:ext>
            </a:extLst>
          </p:cNvSpPr>
          <p:nvPr>
            <p:ph type="title"/>
          </p:nvPr>
        </p:nvSpPr>
        <p:spPr>
          <a:xfrm>
            <a:off x="838200" y="365125"/>
            <a:ext cx="10514330" cy="1323975"/>
          </a:xfrm>
          <a:noFill/>
          <a:ln>
            <a:noFill/>
          </a:ln>
        </p:spPr>
        <p:txBody>
          <a:bodyPr vert="horz" wrap="square" lIns="90170" tIns="45085" rIns="90170" bIns="45085" numCol="1" spcCol="215900" anchor="ctr">
            <a:prstTxWarp prst="textNoShape">
              <a:avLst/>
            </a:prstTxWarp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b="1" cap="none">
                <a:solidFill>
                  <a:srgbClr val="000000"/>
                </a:solidFill>
                <a:latin typeface="Calibri Light" charset="0"/>
                <a:ea typeface="Basic Roman" pitchFamily="1" charset="0"/>
                <a:cs typeface="Basic Roman" pitchFamily="1" charset="0"/>
              </a:rPr>
              <a:t>Nested sub-queries </a:t>
            </a:r>
            <a:endParaRPr lang="en-us" cap="none">
              <a:solidFill>
                <a:srgbClr val="000000"/>
              </a:solidFill>
            </a:endParaRPr>
          </a:p>
        </p:txBody>
      </p:sp>
      <p:sp>
        <p:nvSpPr>
          <p:cNvPr id="3" name="PlaceHolder 2"/>
          <p:cNvSpPr txBox="1"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719IZxMAAAAlAAAAEgAAAA0AAAAAjgAAAEcAAACOAAAARw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J/f38A5+bmA8zMzADAwP8Af39/AAAAAAAAAAAAAAAAAAAAAAAAAAAAIQAAABgAAAAUAAAAKAUAADsLAADWRQAA/SUAABAAAAAmAAAACAAAAD2RAAD/HwAA"/>
              </a:ext>
            </a:extLst>
          </p:cNvSpPr>
          <p:nvPr>
            <p:ph type="body"/>
          </p:nvPr>
        </p:nvSpPr>
        <p:spPr>
          <a:xfrm>
            <a:off x="838200" y="1825625"/>
            <a:ext cx="10514330" cy="4349750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5085" rIns="90170" bIns="45085" numCol="1" spcCol="215900" anchor="t">
            <a:prstTxWarp prst="textNoShape">
              <a:avLst/>
            </a:prstTxWarp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ClrTx/>
              <a:buFont typeface="Arial" pitchFamily="2" charset="0"/>
              <a:buChar char="•"/>
            </a:pPr>
            <a:r>
              <a:rPr lang="en-us" sz="2800" cap="none">
                <a:solidFill>
                  <a:srgbClr val="000000"/>
                </a:solidFill>
                <a:latin typeface="Calibri" pitchFamily="2" charset="0"/>
                <a:ea typeface="DejaVu Sans" pitchFamily="1" charset="0"/>
                <a:cs typeface="DejaVu Sans" pitchFamily="1" charset="0"/>
              </a:rPr>
              <a:t>Scalar Subqueries</a:t>
            </a:r>
            <a:endParaRPr lang="en-us" sz="2800" cap="none">
              <a:solidFill>
                <a:srgbClr val="000000"/>
              </a:solidFill>
            </a:endParaRPr>
          </a:p>
          <a:p>
            <a:pPr marL="685800" lvl="1" indent="-228600">
              <a:lnSpc>
                <a:spcPct val="90000"/>
              </a:lnSpc>
              <a:spcBef>
                <a:spcPts val="495"/>
              </a:spcBef>
              <a:buClrTx/>
              <a:buFont typeface="Arial" pitchFamily="2" charset="0"/>
              <a:buChar char="•"/>
            </a:pPr>
            <a:r>
              <a:rPr lang="en-us" sz="2400" cap="none">
                <a:solidFill>
                  <a:srgbClr val="000000"/>
                </a:solidFill>
                <a:latin typeface="Calibri" pitchFamily="2" charset="0"/>
                <a:ea typeface="DejaVu Sans" pitchFamily="1" charset="0"/>
                <a:cs typeface="DejaVu Sans" pitchFamily="1" charset="0"/>
              </a:rPr>
              <a:t>SQL allows subqueries to occur wherever an expression returning a value permitted, provided the subquery returns </a:t>
            </a:r>
            <a:r>
              <a:rPr lang="en-us" sz="2400" cap="none">
                <a:solidFill>
                  <a:srgbClr val="FF0000"/>
                </a:solidFill>
                <a:latin typeface="Calibri" pitchFamily="2" charset="0"/>
                <a:ea typeface="DejaVu Sans" pitchFamily="1" charset="0"/>
                <a:cs typeface="DejaVu Sans" pitchFamily="1" charset="0"/>
              </a:rPr>
              <a:t>only one tuple containing </a:t>
            </a:r>
            <a:r>
              <a:rPr lang="en-us" sz="2400" cap="none">
                <a:solidFill>
                  <a:srgbClr val="000000"/>
                </a:solidFill>
                <a:latin typeface="Calibri" pitchFamily="2" charset="0"/>
                <a:ea typeface="DejaVu Sans" pitchFamily="1" charset="0"/>
                <a:cs typeface="DejaVu Sans" pitchFamily="1" charset="0"/>
              </a:rPr>
              <a:t>a single attribute; such subqueries are called scalar subqueries.</a:t>
            </a:r>
            <a:endParaRPr lang="en-us" sz="2400" cap="none">
              <a:solidFill>
                <a:srgbClr val="000000"/>
              </a:solidFill>
            </a:endParaRPr>
          </a:p>
          <a:p>
            <a:pPr indent="0" defTabSz="914400">
              <a:lnSpc>
                <a:spcPct val="90000"/>
              </a:lnSpc>
              <a:spcBef>
                <a:spcPts val="495"/>
              </a:spcBef>
              <a:buNone/>
              <a:tabLst>
                <a:tab pos="0" algn="l"/>
              </a:tabLst>
            </a:pPr>
            <a:endParaRPr lang="en-us" sz="2400" cap="none">
              <a:solidFill>
                <a:srgbClr val="000000"/>
              </a:solidFill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5"/>
              </a:spcBef>
              <a:buClrTx/>
              <a:buFont typeface="Arial" pitchFamily="2" charset="0"/>
              <a:buChar char="•"/>
              <a:tabLst>
                <a:tab pos="0" algn="l"/>
              </a:tabLst>
            </a:pPr>
            <a:r>
              <a:rPr lang="en-us" sz="2400" cap="none">
                <a:solidFill>
                  <a:srgbClr val="000000"/>
                </a:solidFill>
                <a:latin typeface="Calibri" pitchFamily="2" charset="0"/>
                <a:ea typeface="DejaVu Sans" pitchFamily="1" charset="0"/>
                <a:cs typeface="DejaVu Sans" pitchFamily="1" charset="0"/>
              </a:rPr>
              <a:t>select name, (select count(*) from teacher where teacher.id = instructor.id) as num_instructors from instructor;</a:t>
            </a:r>
            <a:endParaRPr lang="en-us" sz="2400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1"/>
          <p:cNvPicPr>
            <a:pic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719IZxMAAAAlAAAAEQAAAC8B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BPT0//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FMBAADEAQAAZjMAAIMWAAAA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215265" y="287020"/>
            <a:ext cx="8140065" cy="3372485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3" name="Picture2"/>
          <p:cNvPicPr>
            <a:pic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719IZxMAAAAlAAAAEQAAAC8B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D40Tg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DUCAABtFwAAKygAACsoAAAA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358775" y="3808095"/>
            <a:ext cx="6170930" cy="272161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4" name="Picture3"/>
          <p:cNvPicPr>
            <a:pic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719IZxMAAAAlAAAAEQAAAC8B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DAGNtl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HctAAD/FgAAQEYAAEknAAAAAAAAJgAAAAgAAAD//////////w=="/>
              </a:ext>
            </a:extLst>
          </p:cNvPicPr>
          <p:nvPr/>
        </p:nvPicPr>
        <p:blipFill>
          <a:blip r:embed="rId4"/>
          <a:stretch>
            <a:fillRect/>
          </a:stretch>
        </p:blipFill>
        <p:spPr>
          <a:xfrm>
            <a:off x="7390765" y="3738245"/>
            <a:ext cx="4029075" cy="264795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resentation">
      <a:majorFont>
        <a:latin typeface="Basic Sans"/>
        <a:ea typeface="Basic Roman"/>
        <a:cs typeface="Basic Roman"/>
      </a:majorFont>
      <a:minorFont>
        <a:latin typeface="Basic Sans"/>
        <a:ea typeface="Basic Roman"/>
        <a:cs typeface="Basic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resentation">
      <a:majorFont>
        <a:latin typeface="Basic Sans"/>
        <a:ea typeface="Basic Roman"/>
        <a:cs typeface="Basic Roman"/>
      </a:majorFont>
      <a:minorFont>
        <a:latin typeface="Basic Sans"/>
        <a:ea typeface="Basic Roman"/>
        <a:cs typeface="Basic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resentation">
      <a:majorFont>
        <a:latin typeface="Basic Sans"/>
        <a:ea typeface="Basic Roman"/>
        <a:cs typeface="Basic Roman"/>
      </a:majorFont>
      <a:minorFont>
        <a:latin typeface="Basic Sans"/>
        <a:ea typeface="Basic Roman"/>
        <a:cs typeface="Basic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resentation">
      <a:majorFont>
        <a:latin typeface="Basic Sans"/>
        <a:ea typeface="Basic Roman"/>
        <a:cs typeface="Basic Roman"/>
      </a:majorFont>
      <a:minorFont>
        <a:latin typeface="Basic Sans"/>
        <a:ea typeface="Basic Roman"/>
        <a:cs typeface="Basic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resentation">
      <a:majorFont>
        <a:latin typeface="Basic Sans"/>
        <a:ea typeface="Basic Roman"/>
        <a:cs typeface="Basic Roman"/>
      </a:majorFont>
      <a:minorFont>
        <a:latin typeface="Basic Sans"/>
        <a:ea typeface="Basic Roman"/>
        <a:cs typeface="Basic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resentation">
      <a:majorFont>
        <a:latin typeface="Basic Sans"/>
        <a:ea typeface="Basic Roman"/>
        <a:cs typeface="Basic Roman"/>
      </a:majorFont>
      <a:minorFont>
        <a:latin typeface="Basic Sans"/>
        <a:ea typeface="Basic Roman"/>
        <a:cs typeface="Basic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resentation">
      <a:majorFont>
        <a:latin typeface="Basic Sans"/>
        <a:ea typeface="Basic Roman"/>
        <a:cs typeface="Basic Roman"/>
      </a:majorFont>
      <a:minorFont>
        <a:latin typeface="Basic Sans"/>
        <a:ea typeface="Basic Roman"/>
        <a:cs typeface="Basic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resentation">
      <a:majorFont>
        <a:latin typeface="Basic Sans"/>
        <a:ea typeface="Basic Roman"/>
        <a:cs typeface="Basic Roman"/>
      </a:majorFont>
      <a:minorFont>
        <a:latin typeface="Basic Sans"/>
        <a:ea typeface="Basic Roman"/>
        <a:cs typeface="Basic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resentation">
      <a:majorFont>
        <a:latin typeface="Basic Sans"/>
        <a:ea typeface="Basic Roman"/>
        <a:cs typeface="Basic Roman"/>
      </a:majorFont>
      <a:minorFont>
        <a:latin typeface="Basic Sans"/>
        <a:ea typeface="Basic Roman"/>
        <a:cs typeface="Basic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resentation">
      <a:majorFont>
        <a:latin typeface="Basic Sans"/>
        <a:ea typeface="Basic Roman"/>
        <a:cs typeface="Basic Roman"/>
      </a:majorFont>
      <a:minorFont>
        <a:latin typeface="Basic Sans"/>
        <a:ea typeface="Basic Roman"/>
        <a:cs typeface="Basic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resentation">
      <a:majorFont>
        <a:latin typeface="Basic Sans"/>
        <a:ea typeface="Basic Roman"/>
        <a:cs typeface="Basic Roman"/>
      </a:majorFont>
      <a:minorFont>
        <a:latin typeface="Basic Sans"/>
        <a:ea typeface="Basic Roman"/>
        <a:cs typeface="Basic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resentation">
      <a:majorFont>
        <a:latin typeface="Basic Sans"/>
        <a:ea typeface="Basic Roman"/>
        <a:cs typeface="Basic Roman"/>
      </a:majorFont>
      <a:minorFont>
        <a:latin typeface="Basic Sans"/>
        <a:ea typeface="Basic Roman"/>
        <a:cs typeface="Basic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resentation">
      <a:majorFont>
        <a:latin typeface="Basic Sans"/>
        <a:ea typeface="Basic Roman"/>
        <a:cs typeface="Basic Roman"/>
      </a:majorFont>
      <a:minorFont>
        <a:latin typeface="Basic Sans"/>
        <a:ea typeface="Basic Roman"/>
        <a:cs typeface="Basic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resentation">
      <a:majorFont>
        <a:latin typeface="Basic Sans"/>
        <a:ea typeface="Basic Roman"/>
        <a:cs typeface="Basic Roman"/>
      </a:majorFont>
      <a:minorFont>
        <a:latin typeface="Basic Sans"/>
        <a:ea typeface="Basic Roman"/>
        <a:cs typeface="Basic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resentation">
      <a:majorFont>
        <a:latin typeface="Basic Sans"/>
        <a:ea typeface="Basic Roman"/>
        <a:cs typeface="Basic Roman"/>
      </a:majorFont>
      <a:minorFont>
        <a:latin typeface="Basic Sans"/>
        <a:ea typeface="Basic Roman"/>
        <a:cs typeface="Basic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resentation">
      <a:majorFont>
        <a:latin typeface="Basic Sans"/>
        <a:ea typeface="Basic Roman"/>
        <a:cs typeface="Basic Roman"/>
      </a:majorFont>
      <a:minorFont>
        <a:latin typeface="Basic Sans"/>
        <a:ea typeface="Basic Roman"/>
        <a:cs typeface="Basic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7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resentation">
      <a:majorFont>
        <a:latin typeface="Basic Sans"/>
        <a:ea typeface="Basic Roman"/>
        <a:cs typeface="Basic Roman"/>
      </a:majorFont>
      <a:minorFont>
        <a:latin typeface="Basic Sans"/>
        <a:ea typeface="Basic Roman"/>
        <a:cs typeface="Basic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8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resentation">
      <a:majorFont>
        <a:latin typeface="Basic Sans"/>
        <a:ea typeface="Basic Roman"/>
        <a:cs typeface="Basic Roman"/>
      </a:majorFont>
      <a:minorFont>
        <a:latin typeface="Basic Sans"/>
        <a:ea typeface="Basic Roman"/>
        <a:cs typeface="Basic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9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resentation">
      <a:majorFont>
        <a:latin typeface="Basic Sans"/>
        <a:ea typeface="Basic Roman"/>
        <a:cs typeface="Basic Roman"/>
      </a:majorFont>
      <a:minorFont>
        <a:latin typeface="Basic Sans"/>
        <a:ea typeface="Basic Roman"/>
        <a:cs typeface="Basic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0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resentation">
      <a:majorFont>
        <a:latin typeface="Basic Sans"/>
        <a:ea typeface="Basic Roman"/>
        <a:cs typeface="Basic Roman"/>
      </a:majorFont>
      <a:minorFont>
        <a:latin typeface="Basic Sans"/>
        <a:ea typeface="Basic Roman"/>
        <a:cs typeface="Basic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1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resentation">
      <a:majorFont>
        <a:latin typeface="Basic Sans"/>
        <a:ea typeface="Basic Roman"/>
        <a:cs typeface="Basic Roman"/>
      </a:majorFont>
      <a:minorFont>
        <a:latin typeface="Basic Sans"/>
        <a:ea typeface="Basic Roman"/>
        <a:cs typeface="Basic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2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resentation">
      <a:majorFont>
        <a:latin typeface="Basic Sans"/>
        <a:ea typeface="Basic Roman"/>
        <a:cs typeface="Basic Roman"/>
      </a:majorFont>
      <a:minorFont>
        <a:latin typeface="Basic Sans"/>
        <a:ea typeface="Basic Roman"/>
        <a:cs typeface="Basic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3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resentation">
      <a:majorFont>
        <a:latin typeface="Basic Sans"/>
        <a:ea typeface="Basic Roman"/>
        <a:cs typeface="Basic Roman"/>
      </a:majorFont>
      <a:minorFont>
        <a:latin typeface="Basic Sans"/>
        <a:ea typeface="Basic Roman"/>
        <a:cs typeface="Basic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4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resentation">
      <a:majorFont>
        <a:latin typeface="Basic Sans"/>
        <a:ea typeface="Basic Roman"/>
        <a:cs typeface="Basic Roman"/>
      </a:majorFont>
      <a:minorFont>
        <a:latin typeface="Basic Sans"/>
        <a:ea typeface="Basic Roman"/>
        <a:cs typeface="Basic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5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resentation">
      <a:majorFont>
        <a:latin typeface="Basic Sans"/>
        <a:ea typeface="Basic Roman"/>
        <a:cs typeface="Basic Roman"/>
      </a:majorFont>
      <a:minorFont>
        <a:latin typeface="Basic Sans"/>
        <a:ea typeface="Basic Roman"/>
        <a:cs typeface="Basic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6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resentation">
      <a:majorFont>
        <a:latin typeface="Basic Sans"/>
        <a:ea typeface="Basic Roman"/>
        <a:cs typeface="Basic Roman"/>
      </a:majorFont>
      <a:minorFont>
        <a:latin typeface="Basic Sans"/>
        <a:ea typeface="Basic Roman"/>
        <a:cs typeface="Basic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7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resentation">
      <a:majorFont>
        <a:latin typeface="Basic Sans"/>
        <a:ea typeface="Basic Roman"/>
        <a:cs typeface="Basic Roman"/>
      </a:majorFont>
      <a:minorFont>
        <a:latin typeface="Basic Sans"/>
        <a:ea typeface="Basic Roman"/>
        <a:cs typeface="Basic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8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resentation">
      <a:majorFont>
        <a:latin typeface="Basic Sans"/>
        <a:ea typeface="Basic Roman"/>
        <a:cs typeface="Basic Roman"/>
      </a:majorFont>
      <a:minorFont>
        <a:latin typeface="Basic Sans"/>
        <a:ea typeface="Basic Roman"/>
        <a:cs typeface="Basic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9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resentation">
      <a:majorFont>
        <a:latin typeface="Basic Sans"/>
        <a:ea typeface="Basic Roman"/>
        <a:cs typeface="Basic Roman"/>
      </a:majorFont>
      <a:minorFont>
        <a:latin typeface="Basic Sans"/>
        <a:ea typeface="Basic Roman"/>
        <a:cs typeface="Basic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0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resentation">
      <a:majorFont>
        <a:latin typeface="Basic Sans"/>
        <a:ea typeface="Basic Roman"/>
        <a:cs typeface="Basic Roman"/>
      </a:majorFont>
      <a:minorFont>
        <a:latin typeface="Basic Sans"/>
        <a:ea typeface="Basic Roman"/>
        <a:cs typeface="Basic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1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resentation">
      <a:majorFont>
        <a:latin typeface="Basic Sans"/>
        <a:ea typeface="Basic Roman"/>
        <a:cs typeface="Basic Roman"/>
      </a:majorFont>
      <a:minorFont>
        <a:latin typeface="Basic Sans"/>
        <a:ea typeface="Basic Roman"/>
        <a:cs typeface="Basic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2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resentation">
      <a:majorFont>
        <a:latin typeface="Basic Sans"/>
        <a:ea typeface="Basic Roman"/>
        <a:cs typeface="Basic Roman"/>
      </a:majorFont>
      <a:minorFont>
        <a:latin typeface="Basic Sans"/>
        <a:ea typeface="Basic Roman"/>
        <a:cs typeface="Basic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3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resentation">
      <a:majorFont>
        <a:latin typeface="Basic Sans"/>
        <a:ea typeface="Basic Roman"/>
        <a:cs typeface="Basic Roman"/>
      </a:majorFont>
      <a:minorFont>
        <a:latin typeface="Basic Sans"/>
        <a:ea typeface="Basic Roman"/>
        <a:cs typeface="Basic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4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resentation">
      <a:majorFont>
        <a:latin typeface="Basic Sans"/>
        <a:ea typeface="Basic Roman"/>
        <a:cs typeface="Basic Roman"/>
      </a:majorFont>
      <a:minorFont>
        <a:latin typeface="Basic Sans"/>
        <a:ea typeface="Basic Roman"/>
        <a:cs typeface="Basic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5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resentation">
      <a:majorFont>
        <a:latin typeface="Basic Sans"/>
        <a:ea typeface="Basic Roman"/>
        <a:cs typeface="Basic Roman"/>
      </a:majorFont>
      <a:minorFont>
        <a:latin typeface="Basic Sans"/>
        <a:ea typeface="Basic Roman"/>
        <a:cs typeface="Basic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6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resentation">
      <a:majorFont>
        <a:latin typeface="Basic Sans"/>
        <a:ea typeface="Basic Roman"/>
        <a:cs typeface="Basic Roman"/>
      </a:majorFont>
      <a:minorFont>
        <a:latin typeface="Basic Sans"/>
        <a:ea typeface="Basic Roman"/>
        <a:cs typeface="Basic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22</Slides>
  <Notes>0</Notes>
  <HiddenSlides>0</HiddenSlides>
  <ScaleCrop>false</ScaleCrop>
  <HeadingPairs>
    <vt:vector size="4" baseType="variant">
      <vt:variant>
        <vt:lpstr>Theme</vt:lpstr>
      </vt:variant>
      <vt:variant>
        <vt:i4>36</vt:i4>
      </vt:variant>
      <vt:variant>
        <vt:lpstr>Slide Titles</vt:lpstr>
      </vt:variant>
      <vt:variant>
        <vt:i4>22</vt:i4>
      </vt:variant>
    </vt:vector>
  </HeadingPairs>
  <TitlesOfParts>
    <vt:vector size="58" baseType="lpstr">
      <vt:lpstr>Presentation</vt:lpstr>
      <vt:lpstr>Presentation</vt:lpstr>
      <vt:lpstr>Presentation</vt:lpstr>
      <vt:lpstr>Presentation</vt:lpstr>
      <vt:lpstr>Presentation</vt:lpstr>
      <vt:lpstr>Presentation</vt:lpstr>
      <vt:lpstr>Presentation</vt:lpstr>
      <vt:lpstr>Presentation</vt:lpstr>
      <vt:lpstr>Presentation</vt:lpstr>
      <vt:lpstr>Presentation</vt:lpstr>
      <vt:lpstr>Presentation</vt:lpstr>
      <vt:lpstr>Presentation</vt:lpstr>
      <vt:lpstr>Presentation</vt:lpstr>
      <vt:lpstr>Presentation</vt:lpstr>
      <vt:lpstr>Presentation</vt:lpstr>
      <vt:lpstr>Presentation</vt:lpstr>
      <vt:lpstr>Presentation</vt:lpstr>
      <vt:lpstr>Presentation</vt:lpstr>
      <vt:lpstr>Presentation</vt:lpstr>
      <vt:lpstr>Presentation</vt:lpstr>
      <vt:lpstr>Presentation</vt:lpstr>
      <vt:lpstr>Presentation</vt:lpstr>
      <vt:lpstr>Presentation</vt:lpstr>
      <vt:lpstr>Presentation</vt:lpstr>
      <vt:lpstr>Presentation</vt:lpstr>
      <vt:lpstr>Presentation</vt:lpstr>
      <vt:lpstr>Presentation</vt:lpstr>
      <vt:lpstr>Presentation</vt:lpstr>
      <vt:lpstr>Presentation</vt:lpstr>
      <vt:lpstr>Presentation</vt:lpstr>
      <vt:lpstr>Presentation</vt:lpstr>
      <vt:lpstr>Presentation</vt:lpstr>
      <vt:lpstr>Presentation</vt:lpstr>
      <vt:lpstr>Presentation</vt:lpstr>
      <vt:lpstr>Presentation</vt:lpstr>
      <vt:lpstr>Presentation</vt:lpstr>
      <vt:lpstr>SQL</vt:lpstr>
      <vt:lpstr>SCENARIO</vt:lpstr>
      <vt:lpstr>Create Database</vt:lpstr>
      <vt:lpstr>Create table</vt:lpstr>
      <vt:lpstr>PowerPoint Presentation</vt:lpstr>
      <vt:lpstr>Alter /Drop</vt:lpstr>
      <vt:lpstr>Insert</vt:lpstr>
      <vt:lpstr>Select …. From …. where</vt:lpstr>
      <vt:lpstr>PowerPoint Presentation</vt:lpstr>
      <vt:lpstr>String Operations/Null operations</vt:lpstr>
      <vt:lpstr>Additional Basic Operations</vt:lpstr>
      <vt:lpstr>PowerPoint Presentation</vt:lpstr>
      <vt:lpstr>Ordering the Display of Tuples</vt:lpstr>
      <vt:lpstr>Set Operations</vt:lpstr>
      <vt:lpstr>PowerPoint Presentation</vt:lpstr>
      <vt:lpstr>Modification of the Database</vt:lpstr>
      <vt:lpstr>SQL Query</vt:lpstr>
      <vt:lpstr>Group By and Having</vt:lpstr>
      <vt:lpstr>Nested sub-queries </vt:lpstr>
      <vt:lpstr>Nested sub-queries </vt:lpstr>
      <vt:lpstr>Nested sub-queries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</dc:title>
  <dc:subject/>
  <dc:creator>shiva pathak</dc:creator>
  <cp:keywords/>
  <dc:description/>
  <cp:lastModifiedBy>cva</cp:lastModifiedBy>
  <cp:revision>1</cp:revision>
  <dcterms:created xsi:type="dcterms:W3CDTF">2023-05-24T03:08:47Z</dcterms:created>
  <dcterms:modified xsi:type="dcterms:W3CDTF">2026-02-14T15:22:57Z</dcterms:modified>
</cp:coreProperties>
</file>
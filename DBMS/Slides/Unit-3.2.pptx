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theme/themeOverride2.xml" ContentType="application/vnd.openxmlformats-officedocument.themeOverride+xml"/>
  <Override PartName="/ppt/notesSlides/notesSlide3.xml" ContentType="application/vnd.openxmlformats-officedocument.presentationml.notesSlide+xml"/>
  <Override PartName="/ppt/theme/themeOverride3.xml" ContentType="application/vnd.openxmlformats-officedocument.themeOverride+xml"/>
  <Override PartName="/ppt/notesSlides/notesSlide4.xml" ContentType="application/vnd.openxmlformats-officedocument.presentationml.notesSlide+xml"/>
  <Override PartName="/ppt/theme/themeOverride4.xml" ContentType="application/vnd.openxmlformats-officedocument.themeOverride+xml"/>
  <Override PartName="/ppt/notesSlides/notesSlide5.xml" ContentType="application/vnd.openxmlformats-officedocument.presentationml.notesSlide+xml"/>
  <Override PartName="/ppt/theme/themeOverride5.xml" ContentType="application/vnd.openxmlformats-officedocument.themeOverride+xml"/>
  <Override PartName="/ppt/notesSlides/notesSlide6.xml" ContentType="application/vnd.openxmlformats-officedocument.presentationml.notesSlide+xml"/>
  <Override PartName="/ppt/theme/themeOverride6.xml" ContentType="application/vnd.openxmlformats-officedocument.themeOverride+xml"/>
  <Override PartName="/ppt/notesSlides/notesSlide7.xml" ContentType="application/vnd.openxmlformats-officedocument.presentationml.notesSlide+xml"/>
  <Override PartName="/ppt/theme/themeOverride7.xml" ContentType="application/vnd.openxmlformats-officedocument.themeOverride+xml"/>
  <Override PartName="/ppt/notesSlides/notesSlide8.xml" ContentType="application/vnd.openxmlformats-officedocument.presentationml.notesSlide+xml"/>
  <Override PartName="/ppt/theme/themeOverride8.xml" ContentType="application/vnd.openxmlformats-officedocument.themeOverride+xml"/>
  <Override PartName="/ppt/notesSlides/notesSlide9.xml" ContentType="application/vnd.openxmlformats-officedocument.presentationml.notesSlide+xml"/>
  <Override PartName="/ppt/theme/themeOverride9.xml" ContentType="application/vnd.openxmlformats-officedocument.themeOverride+xml"/>
  <Override PartName="/ppt/notesSlides/notesSlide10.xml" ContentType="application/vnd.openxmlformats-officedocument.presentationml.notesSlide+xml"/>
  <Override PartName="/ppt/theme/themeOverride10.xml" ContentType="application/vnd.openxmlformats-officedocument.themeOverride+xml"/>
  <Override PartName="/ppt/notesSlides/notesSlide11.xml" ContentType="application/vnd.openxmlformats-officedocument.presentationml.notesSlide+xml"/>
  <Override PartName="/ppt/theme/themeOverride11.xml" ContentType="application/vnd.openxmlformats-officedocument.themeOverride+xml"/>
  <Override PartName="/ppt/notesSlides/notesSlide12.xml" ContentType="application/vnd.openxmlformats-officedocument.presentationml.notesSlide+xml"/>
  <Override PartName="/ppt/theme/themeOverride12.xml" ContentType="application/vnd.openxmlformats-officedocument.themeOverride+xml"/>
  <Override PartName="/ppt/notesSlides/notesSlide13.xml" ContentType="application/vnd.openxmlformats-officedocument.presentationml.notesSlide+xml"/>
  <Override PartName="/ppt/theme/themeOverride13.xml" ContentType="application/vnd.openxmlformats-officedocument.themeOverride+xml"/>
  <Override PartName="/ppt/notesSlides/notesSlide14.xml" ContentType="application/vnd.openxmlformats-officedocument.presentationml.notesSlide+xml"/>
  <Override PartName="/ppt/theme/themeOverride14.xml" ContentType="application/vnd.openxmlformats-officedocument.themeOverride+xml"/>
  <Override PartName="/ppt/notesSlides/notesSlide15.xml" ContentType="application/vnd.openxmlformats-officedocument.presentationml.notesSlide+xml"/>
  <Override PartName="/ppt/theme/themeOverride15.xml" ContentType="application/vnd.openxmlformats-officedocument.themeOverride+xml"/>
  <Override PartName="/ppt/notesSlides/notesSlide16.xml" ContentType="application/vnd.openxmlformats-officedocument.presentationml.notesSlide+xml"/>
  <Override PartName="/ppt/theme/themeOverride16.xml" ContentType="application/vnd.openxmlformats-officedocument.themeOverride+xml"/>
  <Override PartName="/ppt/notesSlides/notesSlide17.xml" ContentType="application/vnd.openxmlformats-officedocument.presentationml.notesSlide+xml"/>
  <Override PartName="/ppt/theme/themeOverride17.xml" ContentType="application/vnd.openxmlformats-officedocument.themeOverride+xml"/>
  <Override PartName="/ppt/notesSlides/notesSlide18.xml" ContentType="application/vnd.openxmlformats-officedocument.presentationml.notesSlide+xml"/>
  <Override PartName="/ppt/theme/themeOverride18.xml" ContentType="application/vnd.openxmlformats-officedocument.themeOverride+xml"/>
  <Override PartName="/ppt/notesSlides/notesSlide19.xml" ContentType="application/vnd.openxmlformats-officedocument.presentationml.notesSlide+xml"/>
  <Override PartName="/ppt/theme/themeOverride19.xml" ContentType="application/vnd.openxmlformats-officedocument.themeOverride+xml"/>
  <Override PartName="/ppt/notesSlides/notesSlide20.xml" ContentType="application/vnd.openxmlformats-officedocument.presentationml.notesSlide+xml"/>
  <Override PartName="/ppt/theme/themeOverride20.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lvl1pPr marL="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Arial" pitchFamily="2" charset="0"/>
        <a:cs typeface="Arial" pitchFamily="2" charset="0"/>
      </a:defRPr>
    </a:lvl1pPr>
    <a:lvl2pPr marL="457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Arial" pitchFamily="2" charset="0"/>
        <a:cs typeface="Arial" pitchFamily="2" charset="0"/>
      </a:defRPr>
    </a:lvl2pPr>
    <a:lvl3pPr marL="914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Arial" pitchFamily="2" charset="0"/>
        <a:cs typeface="Arial" pitchFamily="2" charset="0"/>
      </a:defRPr>
    </a:lvl3pPr>
    <a:lvl4pPr marL="1371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Arial" pitchFamily="2" charset="0"/>
        <a:cs typeface="Arial" pitchFamily="2" charset="0"/>
      </a:defRPr>
    </a:lvl4pPr>
    <a:lvl5pPr marL="18288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Arial" pitchFamily="2" charset="0"/>
        <a:cs typeface="Arial" pitchFamily="2" charset="0"/>
      </a:defRPr>
    </a:lvl5pPr>
    <a:lvl6pPr marL="22860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Arial" pitchFamily="2" charset="0"/>
        <a:cs typeface="Arial" pitchFamily="2" charset="0"/>
      </a:defRPr>
    </a:lvl6pPr>
    <a:lvl7pPr marL="2743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Arial" pitchFamily="2" charset="0"/>
        <a:cs typeface="Arial" pitchFamily="2" charset="0"/>
      </a:defRPr>
    </a:lvl7pPr>
    <a:lvl8pPr marL="3200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Arial" pitchFamily="2" charset="0"/>
        <a:cs typeface="Arial" pitchFamily="2" charset="0"/>
      </a:defRPr>
    </a:lvl8pPr>
    <a:lvl9pPr marL="3657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Arial" pitchFamily="2" charset="0"/>
        <a:cs typeface="Arial" pitchFamily="2"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0000FF"/>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smNativeData">
      <pr:guideOptions xmlns="smNativeData" xmlns:pr="smNativeData" xmlns:p15="http://schemas.microsoft.com/office/powerpoint/2012/main" xmlns:p14="http://schemas.microsoft.com/office/powerpoint/2010/main" xmlns:mc="http://schemas.openxmlformats.org/markup-compatibility/2006" dt="1732797740" snapToBorders="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57" d="100"/>
          <a:sy n="57" d="100"/>
        </p:scale>
        <p:origin x="537" y="210"/>
      </p:cViewPr>
      <p:guideLst>
        <p:guide orient="horz" pos="2160"/>
        <p:guide pos="3840"/>
      </p:guideLst>
    </p:cSldViewPr>
  </p:slideViewPr>
  <p:outlineViewPr>
    <p:cViewPr>
      <p:scale>
        <a:sx n="33" d="100"/>
        <a:sy n="33" d="100"/>
      </p:scale>
      <p:origin x="0" y="0"/>
    </p:cViewPr>
  </p:outlineViewPr>
  <p:sorterViewPr>
    <p:cViewPr>
      <p:scale>
        <a:sx n="13" d="100"/>
        <a:sy n="13" d="100"/>
      </p:scale>
      <p:origin x="0" y="0"/>
    </p:cViewPr>
  </p:sorterViewPr>
  <p:notesViewPr>
    <p:cSldViewPr snapToGrid="0">
      <p:cViewPr>
        <p:scale>
          <a:sx n="57" d="100"/>
          <a:sy n="57" d="100"/>
        </p:scale>
        <p:origin x="537" y="21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AAAAAAAAAABIEgAA0wIAABAAAAAmAAAACAAAAL+PAAAAAAAA"/>
              </a:ext>
            </a:extLst>
          </p:cNvSpPr>
          <p:nvPr>
            <p:ph type="hdr" sz="quarter"/>
          </p:nvPr>
        </p:nvSpPr>
        <p:spPr>
          <a:xfrm>
            <a:off x="0" y="0"/>
            <a:ext cx="2971800" cy="459105"/>
          </a:xfrm>
          <a:prstGeom prst="rect">
            <a:avLst/>
          </a:prstGeom>
        </p:spPr>
        <p:txBody>
          <a:bodyPr vert="horz" wrap="square" lIns="91440" tIns="45720" rIns="91440" bIns="45720" numCol="1" spcCol="215900" anchor="ctr">
            <a:prstTxWarp prst="textNoShape">
              <a:avLst/>
            </a:prstTxWarp>
          </a:bodyPr>
          <a:lstStyle>
            <a:lvl1pPr algn="l">
              <a:defRPr lang="en-us" sz="1200" cap="none"/>
            </a:lvl1pPr>
            <a:lvl2pPr>
              <a:defRPr lang="en-us"/>
            </a:lvl2pPr>
            <a:lvl3pPr>
              <a:defRPr lang="en-us"/>
            </a:lvl3pPr>
            <a:lvl4pPr>
              <a:defRPr lang="en-us"/>
            </a:lvl4pPr>
            <a:lvl5pPr>
              <a:defRPr lang="en-us"/>
            </a:lvl5pPr>
            <a:lvl6pPr>
              <a:defRPr lang="en-us"/>
            </a:lvl6pPr>
            <a:lvl7pPr>
              <a:defRPr lang="en-us"/>
            </a:lvl7pPr>
            <a:lvl8pPr>
              <a:defRPr lang="en-us"/>
            </a:lvl8pPr>
            <a:lvl9pPr>
              <a:defRPr lang="en-us"/>
            </a:lvl9pPr>
          </a:lstStyle>
          <a:p>
            <a:pPr>
              <a:defRPr lang="en-us"/>
            </a:pPr>
            <a:endParaRPr/>
          </a:p>
        </p:txBody>
      </p:sp>
      <p:sp>
        <p:nvSpPr>
          <p:cNvPr id="3" name="Date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5hcAAAAAAAAuKgAA0wIAABAAAAAmAAAACAAAAL+PAAAAAAAA"/>
              </a:ext>
            </a:extLst>
          </p:cNvSpPr>
          <p:nvPr>
            <p:ph type="dt" idx="10"/>
          </p:nvPr>
        </p:nvSpPr>
        <p:spPr>
          <a:xfrm>
            <a:off x="3884930" y="0"/>
            <a:ext cx="2971800" cy="459105"/>
          </a:xfrm>
          <a:prstGeom prst="rect">
            <a:avLst/>
          </a:prstGeom>
        </p:spPr>
        <p:txBody>
          <a:bodyPr vert="horz" wrap="square" lIns="91440" tIns="45720" rIns="91440" bIns="45720" numCol="1" spcCol="215900" anchor="ctr">
            <a:prstTxWarp prst="textNoShape">
              <a:avLst/>
            </a:prstTxWarp>
          </a:bodyPr>
          <a:lstStyle>
            <a:lvl1pPr algn="r">
              <a:defRPr lang="en-us" sz="1200" cap="none"/>
            </a:lvl1pPr>
            <a:lvl2pPr>
              <a:defRPr lang="en-us"/>
            </a:lvl2pPr>
            <a:lvl3pPr>
              <a:defRPr lang="en-us"/>
            </a:lvl3pPr>
            <a:lvl4pPr>
              <a:defRPr lang="en-us"/>
            </a:lvl4pPr>
            <a:lvl5pPr>
              <a:defRPr lang="en-us"/>
            </a:lvl5pPr>
            <a:lvl6pPr>
              <a:defRPr lang="en-us"/>
            </a:lvl6pPr>
            <a:lvl7pPr>
              <a:defRPr lang="en-us"/>
            </a:lvl7pPr>
            <a:lvl8pPr>
              <a:defRPr lang="en-us"/>
            </a:lvl8pPr>
            <a:lvl9pPr>
              <a:defRPr lang="en-us"/>
            </a:lvl9pPr>
          </a:lstStyle>
          <a:p>
            <a:pPr>
              <a:defRPr lang="en-us"/>
            </a:pPr>
            <a:endParaRPr/>
          </a:p>
        </p:txBody>
      </p:sp>
      <p:sp>
        <p:nvSpPr>
          <p:cNvPr id="4" name="DateTime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5hcAAAAAAAAuKgAA0wIAABAAAAAmAAAACAAAAL+PAAAAAAAA"/>
              </a:ext>
            </a:extLst>
          </p:cNvSpPr>
          <p:nvPr>
            <p:ph type="dt" idx="10"/>
          </p:nvPr>
        </p:nvSpPr>
        <p:spPr>
          <a:xfrm>
            <a:off x="3884930" y="0"/>
            <a:ext cx="2971800" cy="459105"/>
          </a:xfrm>
          <a:prstGeom prst="rect">
            <a:avLst/>
          </a:prstGeom>
        </p:spPr>
        <p:txBody>
          <a:bodyPr vert="horz" wrap="square" lIns="91440" tIns="45720" rIns="91440" bIns="45720" numCol="1" spcCol="215900" anchor="ctr">
            <a:prstTxWarp prst="textNoShape">
              <a:avLst/>
            </a:prstTxWarp>
          </a:bodyPr>
          <a:lstStyle>
            <a:lvl1pPr algn="r">
              <a:defRPr lang="en-us" sz="1200" cap="none"/>
            </a:lvl1pPr>
            <a:lvl2pPr>
              <a:defRPr lang="en-us"/>
            </a:lvl2pPr>
            <a:lvl3pPr>
              <a:defRPr lang="en-us"/>
            </a:lvl3pPr>
            <a:lvl4pPr>
              <a:defRPr lang="en-us"/>
            </a:lvl4pPr>
            <a:lvl5pPr>
              <a:defRPr lang="en-us"/>
            </a:lvl5pPr>
            <a:lvl6pPr>
              <a:defRPr lang="en-us"/>
            </a:lvl6pPr>
            <a:lvl7pPr>
              <a:defRPr lang="en-us"/>
            </a:lvl7pPr>
            <a:lvl8pPr>
              <a:defRPr lang="en-us"/>
            </a:lvl8pPr>
            <a:lvl9pPr>
              <a:defRPr lang="en-us"/>
            </a:lvl9pPr>
          </a:lstStyle>
          <a:p>
            <a:pPr>
              <a:defRPr lang="en-us"/>
            </a:pPr>
            <a:endParaRPr/>
          </a:p>
        </p:txBody>
      </p:sp>
      <p:sp>
        <p:nvSpPr>
          <p:cNvPr id="5" name="Notes 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OAQAABIbAAD4JQAAODEAABAAAAAmAAAACAAAAL8PAAAAAAAA"/>
              </a:ext>
            </a:extLst>
          </p:cNvSpPr>
          <p:nvPr>
            <p:ph type="body" idx="1"/>
          </p:nvPr>
        </p:nvSpPr>
        <p:spPr>
          <a:xfrm>
            <a:off x="685800" y="4400550"/>
            <a:ext cx="5486400" cy="3600450"/>
          </a:xfrm>
          <a:prstGeom prst="rect">
            <a:avLst/>
          </a:prstGeom>
        </p:spPr>
        <p:txBody>
          <a:bodyPr vert="horz" wrap="square" lIns="91440" tIns="45720" rIns="91440" bIns="45720" numCol="1" spcCol="215900" anchor="ctr">
            <a:prstTxWarp prst="textNoShape">
              <a:avLst/>
            </a:prstTxWarp>
          </a:bodyPr>
          <a:lstStyle/>
          <a:p>
            <a:pPr>
              <a:defRPr lang="en-us"/>
            </a:pPr>
            <a:endParaRPr/>
          </a:p>
        </p:txBody>
      </p:sp>
      <p:sp>
        <p:nvSpPr>
          <p:cNvPr id="6" name="Footer 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C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AAAAAG41AABIEgAAQDgAABAAAAAmAAAACAAAAL+PAAAAAAAA"/>
              </a:ext>
            </a:extLst>
          </p:cNvSpPr>
          <p:nvPr>
            <p:ph type="ftr" sz="quarter" idx="11"/>
          </p:nvPr>
        </p:nvSpPr>
        <p:spPr>
          <a:xfrm>
            <a:off x="0" y="8685530"/>
            <a:ext cx="2971800" cy="458470"/>
          </a:xfrm>
          <a:prstGeom prst="rect">
            <a:avLst/>
          </a:prstGeom>
        </p:spPr>
        <p:txBody>
          <a:bodyPr vert="horz" wrap="square" lIns="91440" tIns="45720" rIns="91440" bIns="45720" numCol="1" spcCol="215900" anchor="b">
            <a:prstTxWarp prst="textNoShape">
              <a:avLst/>
            </a:prstTxWarp>
          </a:bodyPr>
          <a:lstStyle>
            <a:lvl1pPr algn="l">
              <a:defRPr lang="en-us" sz="1200" cap="none"/>
            </a:lvl1pPr>
            <a:lvl2pPr>
              <a:defRPr lang="en-us"/>
            </a:lvl2pPr>
            <a:lvl3pPr>
              <a:defRPr lang="en-us"/>
            </a:lvl3pPr>
            <a:lvl4pPr>
              <a:defRPr lang="en-us"/>
            </a:lvl4pPr>
            <a:lvl5pPr>
              <a:defRPr lang="en-us"/>
            </a:lvl5pPr>
            <a:lvl6pPr>
              <a:defRPr lang="en-us"/>
            </a:lvl6pPr>
            <a:lvl7pPr>
              <a:defRPr lang="en-us"/>
            </a:lvl7pPr>
            <a:lvl8pPr>
              <a:defRPr lang="en-us"/>
            </a:lvl8pPr>
            <a:lvl9pPr>
              <a:defRPr lang="en-us"/>
            </a:lvl9pPr>
          </a:lstStyle>
          <a:p>
            <a:pPr>
              <a:defRPr lang="en-us"/>
            </a:pPr>
            <a:endParaRPr/>
          </a:p>
        </p:txBody>
      </p:sp>
      <p:sp>
        <p:nvSpPr>
          <p:cNvPr id="7" name="Slide Number 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C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5hcAAG41AAAuKgAAQDgAABAAAAAmAAAACAAAAL+PAAAAAAAA"/>
              </a:ext>
            </a:extLst>
          </p:cNvSpPr>
          <p:nvPr>
            <p:ph type="sldNum" sz="quarter" idx="12"/>
          </p:nvPr>
        </p:nvSpPr>
        <p:spPr>
          <a:xfrm>
            <a:off x="3884930" y="8685530"/>
            <a:ext cx="2971800" cy="458470"/>
          </a:xfrm>
          <a:prstGeom prst="rect">
            <a:avLst/>
          </a:prstGeom>
        </p:spPr>
        <p:txBody>
          <a:bodyPr vert="horz" wrap="square" lIns="91440" tIns="45720" rIns="91440" bIns="45720" numCol="1" spcCol="215900" anchor="b">
            <a:prstTxWarp prst="textNoShape">
              <a:avLst/>
            </a:prstTxWarp>
          </a:bodyPr>
          <a:lstStyle>
            <a:lvl1pPr algn="r">
              <a:defRPr lang="en-us" sz="1200" cap="none"/>
            </a:lvl1pPr>
            <a:lvl2pPr>
              <a:defRPr lang="en-us"/>
            </a:lvl2pPr>
            <a:lvl3pPr>
              <a:defRPr lang="en-us"/>
            </a:lvl3pPr>
            <a:lvl4pPr>
              <a:defRPr lang="en-us"/>
            </a:lvl4pPr>
            <a:lvl5pPr>
              <a:defRPr lang="en-us"/>
            </a:lvl5pPr>
            <a:lvl6pPr>
              <a:defRPr lang="en-us"/>
            </a:lvl6pPr>
            <a:lvl7pPr>
              <a:defRPr lang="en-us"/>
            </a:lvl7pPr>
            <a:lvl8pPr>
              <a:defRPr lang="en-us"/>
            </a:lvl8pPr>
            <a:lvl9pPr>
              <a:defRPr lang="en-us"/>
            </a:lvl9pPr>
          </a:lstStyle>
          <a:p>
            <a:pPr>
              <a:defRPr lang="en-us"/>
            </a:pPr>
            <a:endParaRPr/>
          </a:p>
        </p:txBody>
      </p:sp>
    </p:spTree>
  </p:cSld>
  <p:clrMap bg1="lt1" tx1="dk1" bg2="lt2" tx2="dk2" accent1="accent1" accent2="accent2" accent3="accent3" accent4="accent4" accent5="accent5" accent6="accent6" hlink="hlink" folHlink="folHlink"/>
  <p:hf sldNum="0" hdr="0" ftr="0" dt="0"/>
  <p:notesStyle>
    <a:lvl1pPr marL="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Arial" pitchFamily="2" charset="0"/>
        <a:cs typeface="Arial" pitchFamily="2" charset="0"/>
      </a:defRPr>
    </a:lvl1pPr>
    <a:lvl2pPr marL="4572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Arial" pitchFamily="2" charset="0"/>
        <a:cs typeface="Arial" pitchFamily="2" charset="0"/>
      </a:defRPr>
    </a:lvl2pPr>
    <a:lvl3pPr marL="9144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Arial" pitchFamily="2" charset="0"/>
        <a:cs typeface="Arial" pitchFamily="2" charset="0"/>
      </a:defRPr>
    </a:lvl3pPr>
    <a:lvl4pPr marL="13716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Arial" pitchFamily="2" charset="0"/>
        <a:cs typeface="Arial" pitchFamily="2" charset="0"/>
      </a:defRPr>
    </a:lvl4pPr>
    <a:lvl5pPr marL="18288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Arial" pitchFamily="2" charset="0"/>
        <a:cs typeface="Arial" pitchFamily="2" charset="0"/>
      </a:defRPr>
    </a:lvl5pPr>
    <a:lvl6pPr marL="22860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Arial" pitchFamily="2" charset="0"/>
        <a:cs typeface="Arial" pitchFamily="2" charset="0"/>
      </a:defRPr>
    </a:lvl6pPr>
    <a:lvl7pPr marL="27432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Arial" pitchFamily="2" charset="0"/>
        <a:cs typeface="Arial" pitchFamily="2" charset="0"/>
      </a:defRPr>
    </a:lvl7pPr>
    <a:lvl8pPr marL="32004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Arial" pitchFamily="2" charset="0"/>
        <a:cs typeface="Arial" pitchFamily="2" charset="0"/>
      </a:defRPr>
    </a:lvl8pPr>
    <a:lvl9pPr marL="36576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Arial" pitchFamily="2" charset="0"/>
        <a:cs typeface="Arial" pitchFamily="2" charset="0"/>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1.xml"/><Relationship Id="rId2" Type="http://schemas.openxmlformats.org/officeDocument/2006/relationships/notesMaster" Target="../notesMasters/notesMaster1.xml"/><Relationship Id="rId1" Type="http://schemas.openxmlformats.org/officeDocument/2006/relationships/themeOverride" Target="../theme/themeOverride1.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notesMaster" Target="../notesMasters/notesMaster1.xml"/><Relationship Id="rId1" Type="http://schemas.openxmlformats.org/officeDocument/2006/relationships/themeOverride" Target="../theme/themeOverride2.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notesMaster" Target="../notesMasters/notesMaster1.xml"/><Relationship Id="rId1" Type="http://schemas.openxmlformats.org/officeDocument/2006/relationships/themeOverride" Target="../theme/themeOverride3.xml"/></Relationships>
</file>

<file path=ppt/notesSlides/_rels/notesSlide4.xml.rels><?xml version="1.0" encoding="UTF-8" standalone="yes"?>
<Relationships xmlns="http://schemas.openxmlformats.org/package/2006/relationships"><Relationship Id="rId3" Type="http://schemas.openxmlformats.org/officeDocument/2006/relationships/slide" Target="../slides/slide4.xml"/><Relationship Id="rId2" Type="http://schemas.openxmlformats.org/officeDocument/2006/relationships/notesMaster" Target="../notesMasters/notesMaster1.xml"/><Relationship Id="rId1" Type="http://schemas.openxmlformats.org/officeDocument/2006/relationships/themeOverride" Target="../theme/themeOverride4.xml"/></Relationships>
</file>

<file path=ppt/notesSlides/_rels/notesSlide5.xml.rels><?xml version="1.0" encoding="UTF-8" standalone="yes"?>
<Relationships xmlns="http://schemas.openxmlformats.org/package/2006/relationships"><Relationship Id="rId3" Type="http://schemas.openxmlformats.org/officeDocument/2006/relationships/slide" Target="../slides/slide5.xml"/><Relationship Id="rId2" Type="http://schemas.openxmlformats.org/officeDocument/2006/relationships/notesMaster" Target="../notesMasters/notesMaster1.xml"/><Relationship Id="rId1" Type="http://schemas.openxmlformats.org/officeDocument/2006/relationships/themeOverride" Target="../theme/themeOverride5.xml"/></Relationships>
</file>

<file path=ppt/notesSlides/_rels/notesSlide6.xml.rels><?xml version="1.0" encoding="UTF-8" standalone="yes"?>
<Relationships xmlns="http://schemas.openxmlformats.org/package/2006/relationships"><Relationship Id="rId3" Type="http://schemas.openxmlformats.org/officeDocument/2006/relationships/slide" Target="../slides/slide6.xml"/><Relationship Id="rId2" Type="http://schemas.openxmlformats.org/officeDocument/2006/relationships/notesMaster" Target="../notesMasters/notesMaster1.xml"/><Relationship Id="rId1" Type="http://schemas.openxmlformats.org/officeDocument/2006/relationships/themeOverride" Target="../theme/themeOverride6.xml"/></Relationships>
</file>

<file path=ppt/notesSlides/_rels/notesSlide7.xml.rels><?xml version="1.0" encoding="UTF-8" standalone="yes"?>
<Relationships xmlns="http://schemas.openxmlformats.org/package/2006/relationships"><Relationship Id="rId3" Type="http://schemas.openxmlformats.org/officeDocument/2006/relationships/slide" Target="../slides/slide7.xml"/><Relationship Id="rId2" Type="http://schemas.openxmlformats.org/officeDocument/2006/relationships/notesMaster" Target="../notesMasters/notesMaster1.xml"/><Relationship Id="rId1" Type="http://schemas.openxmlformats.org/officeDocument/2006/relationships/themeOverride" Target="../theme/themeOverride7.xml"/></Relationships>
</file>

<file path=ppt/notesSlides/_rels/notesSlide8.xml.rels><?xml version="1.0" encoding="UTF-8" standalone="yes"?>
<Relationships xmlns="http://schemas.openxmlformats.org/package/2006/relationships"><Relationship Id="rId3" Type="http://schemas.openxmlformats.org/officeDocument/2006/relationships/slide" Target="../slides/slide8.xml"/><Relationship Id="rId2" Type="http://schemas.openxmlformats.org/officeDocument/2006/relationships/notesMaster" Target="../notesMasters/notesMaster1.xml"/><Relationship Id="rId1" Type="http://schemas.openxmlformats.org/officeDocument/2006/relationships/themeOverride" Target="../theme/themeOverride8.xml"/></Relationships>
</file>

<file path=ppt/notesSlides/_rels/notesSlide9.xml.rels><?xml version="1.0" encoding="UTF-8" standalone="yes"?>
<Relationships xmlns="http://schemas.openxmlformats.org/package/2006/relationships"><Relationship Id="rId3" Type="http://schemas.openxmlformats.org/officeDocument/2006/relationships/slide" Target="../slides/slide9.xml"/><Relationship Id="rId2" Type="http://schemas.openxmlformats.org/officeDocument/2006/relationships/notesMaster" Target="../notesMasters/notesMaster1.xml"/><Relationship Id="rId1" Type="http://schemas.openxmlformats.org/officeDocument/2006/relationships/themeOverride" Target="../theme/themeOverride9.xml"/></Relationships>
</file>

<file path=ppt/notesSlides/_rels/notesSlide10.xml.rels><?xml version="1.0" encoding="UTF-8" standalone="yes"?>
<Relationships xmlns="http://schemas.openxmlformats.org/package/2006/relationships"><Relationship Id="rId3" Type="http://schemas.openxmlformats.org/officeDocument/2006/relationships/slide" Target="../slides/slide10.xml"/><Relationship Id="rId2" Type="http://schemas.openxmlformats.org/officeDocument/2006/relationships/notesMaster" Target="../notesMasters/notesMaster1.xml"/><Relationship Id="rId1" Type="http://schemas.openxmlformats.org/officeDocument/2006/relationships/themeOverride" Target="../theme/themeOverride10.xml"/></Relationships>
</file>

<file path=ppt/notesSlides/_rels/notesSlide11.xml.rels><?xml version="1.0" encoding="UTF-8" standalone="yes"?>
<Relationships xmlns="http://schemas.openxmlformats.org/package/2006/relationships"><Relationship Id="rId3" Type="http://schemas.openxmlformats.org/officeDocument/2006/relationships/slide" Target="../slides/slide11.xml"/><Relationship Id="rId2" Type="http://schemas.openxmlformats.org/officeDocument/2006/relationships/notesMaster" Target="../notesMasters/notesMaster1.xml"/><Relationship Id="rId1" Type="http://schemas.openxmlformats.org/officeDocument/2006/relationships/themeOverride" Target="../theme/themeOverride11.xml"/></Relationships>
</file>

<file path=ppt/notesSlides/_rels/notesSlide12.xml.rels><?xml version="1.0" encoding="UTF-8" standalone="yes"?>
<Relationships xmlns="http://schemas.openxmlformats.org/package/2006/relationships"><Relationship Id="rId3" Type="http://schemas.openxmlformats.org/officeDocument/2006/relationships/slide" Target="../slides/slide12.xml"/><Relationship Id="rId2" Type="http://schemas.openxmlformats.org/officeDocument/2006/relationships/notesMaster" Target="../notesMasters/notesMaster1.xml"/><Relationship Id="rId1" Type="http://schemas.openxmlformats.org/officeDocument/2006/relationships/themeOverride" Target="../theme/themeOverride12.xml"/></Relationships>
</file>

<file path=ppt/notesSlides/_rels/notesSlide13.xml.rels><?xml version="1.0" encoding="UTF-8" standalone="yes"?>
<Relationships xmlns="http://schemas.openxmlformats.org/package/2006/relationships"><Relationship Id="rId3" Type="http://schemas.openxmlformats.org/officeDocument/2006/relationships/slide" Target="../slides/slide13.xml"/><Relationship Id="rId2" Type="http://schemas.openxmlformats.org/officeDocument/2006/relationships/notesMaster" Target="../notesMasters/notesMaster1.xml"/><Relationship Id="rId1" Type="http://schemas.openxmlformats.org/officeDocument/2006/relationships/themeOverride" Target="../theme/themeOverride13.xml"/></Relationships>
</file>

<file path=ppt/notesSlides/_rels/notesSlide14.xml.rels><?xml version="1.0" encoding="UTF-8" standalone="yes"?>
<Relationships xmlns="http://schemas.openxmlformats.org/package/2006/relationships"><Relationship Id="rId3" Type="http://schemas.openxmlformats.org/officeDocument/2006/relationships/slide" Target="../slides/slide14.xml"/><Relationship Id="rId2" Type="http://schemas.openxmlformats.org/officeDocument/2006/relationships/notesMaster" Target="../notesMasters/notesMaster1.xml"/><Relationship Id="rId1" Type="http://schemas.openxmlformats.org/officeDocument/2006/relationships/themeOverride" Target="../theme/themeOverride14.xml"/></Relationships>
</file>

<file path=ppt/notesSlides/_rels/notesSlide15.xml.rels><?xml version="1.0" encoding="UTF-8" standalone="yes"?>
<Relationships xmlns="http://schemas.openxmlformats.org/package/2006/relationships"><Relationship Id="rId3" Type="http://schemas.openxmlformats.org/officeDocument/2006/relationships/slide" Target="../slides/slide15.xml"/><Relationship Id="rId2" Type="http://schemas.openxmlformats.org/officeDocument/2006/relationships/notesMaster" Target="../notesMasters/notesMaster1.xml"/><Relationship Id="rId1" Type="http://schemas.openxmlformats.org/officeDocument/2006/relationships/themeOverride" Target="../theme/themeOverride15.xml"/></Relationships>
</file>

<file path=ppt/notesSlides/_rels/notesSlide16.xml.rels><?xml version="1.0" encoding="UTF-8" standalone="yes"?>
<Relationships xmlns="http://schemas.openxmlformats.org/package/2006/relationships"><Relationship Id="rId3" Type="http://schemas.openxmlformats.org/officeDocument/2006/relationships/slide" Target="../slides/slide16.xml"/><Relationship Id="rId2" Type="http://schemas.openxmlformats.org/officeDocument/2006/relationships/notesMaster" Target="../notesMasters/notesMaster1.xml"/><Relationship Id="rId1" Type="http://schemas.openxmlformats.org/officeDocument/2006/relationships/themeOverride" Target="../theme/themeOverride16.xml"/></Relationships>
</file>

<file path=ppt/notesSlides/_rels/notesSlide17.xml.rels><?xml version="1.0" encoding="UTF-8" standalone="yes"?>
<Relationships xmlns="http://schemas.openxmlformats.org/package/2006/relationships"><Relationship Id="rId3" Type="http://schemas.openxmlformats.org/officeDocument/2006/relationships/slide" Target="../slides/slide17.xml"/><Relationship Id="rId2" Type="http://schemas.openxmlformats.org/officeDocument/2006/relationships/notesMaster" Target="../notesMasters/notesMaster1.xml"/><Relationship Id="rId1" Type="http://schemas.openxmlformats.org/officeDocument/2006/relationships/themeOverride" Target="../theme/themeOverride17.xml"/></Relationships>
</file>

<file path=ppt/notesSlides/_rels/notesSlide18.xml.rels><?xml version="1.0" encoding="UTF-8" standalone="yes"?>
<Relationships xmlns="http://schemas.openxmlformats.org/package/2006/relationships"><Relationship Id="rId3" Type="http://schemas.openxmlformats.org/officeDocument/2006/relationships/slide" Target="../slides/slide18.xml"/><Relationship Id="rId2" Type="http://schemas.openxmlformats.org/officeDocument/2006/relationships/notesMaster" Target="../notesMasters/notesMaster1.xml"/><Relationship Id="rId1" Type="http://schemas.openxmlformats.org/officeDocument/2006/relationships/themeOverride" Target="../theme/themeOverride18.xml"/></Relationships>
</file>

<file path=ppt/notesSlides/_rels/notesSlide19.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notesMaster" Target="../notesMasters/notesMaster1.xml"/><Relationship Id="rId1" Type="http://schemas.openxmlformats.org/officeDocument/2006/relationships/themeOverride" Target="../theme/themeOverride19.xml"/></Relationships>
</file>

<file path=ppt/notesSlides/_rels/notesSlide20.xml.rels><?xml version="1.0" encoding="UTF-8" standalone="yes"?>
<Relationships xmlns="http://schemas.openxmlformats.org/package/2006/relationships"><Relationship Id="rId3" Type="http://schemas.openxmlformats.org/officeDocument/2006/relationships/slide" Target="../slides/slide20.xml"/><Relationship Id="rId2" Type="http://schemas.openxmlformats.org/officeDocument/2006/relationships/notesMaster" Target="../notesMasters/notesMaster1.xml"/><Relationship Id="rId1" Type="http://schemas.openxmlformats.org/officeDocument/2006/relationships/themeOverride" Target="../theme/themeOverride20.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txBox="1">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EgAAAC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AAAAAAAAAAAAAAAAAAAAABAAAAAmAAAACAAAAAEAAAAAAAAA"/>
              </a:ext>
            </a:extLst>
          </p:cNvSpPr>
          <p:nvPr>
            <p:ph type="sldImg"/>
          </p:nvPr>
        </p:nvSpPr>
        <p:spPr>
          <a:xfrm>
            <a:off x="0" y="0"/>
            <a:ext cx="0" cy="0"/>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defRPr lang="en-us"/>
            </a:pPr>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defRPr lang="en-us"/>
            </a:pPr>
            <a:fld id="{74382BBA-F499-6DDD-D780-028865CE2157}" type="slidenum">
              <a:t>1</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txBox="1">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EgAAAC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AAAAAAAAAAAAAAAAAAAAABAAAAAmAAAACAAAAAEAAAAAAAAA"/>
              </a:ext>
            </a:extLst>
          </p:cNvSpPr>
          <p:nvPr>
            <p:ph type="sldImg"/>
          </p:nvPr>
        </p:nvSpPr>
        <p:spPr>
          <a:xfrm>
            <a:off x="0" y="0"/>
            <a:ext cx="0" cy="0"/>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defRPr lang="en-us"/>
            </a:pPr>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lAOU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defRPr lang="en-us"/>
            </a:pPr>
            <a:fld id="{12DE918F-C1FF-8B67-B166-3732DF284762}" type="slidenum">
              <a:t>2</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txBox="1">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EgAAAC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HMAc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AAAAAAAAAAAAAAAAAAAAABAAAAAmAAAACAAAAAEAAAAAAAAA"/>
              </a:ext>
            </a:extLst>
          </p:cNvSpPr>
          <p:nvPr>
            <p:ph type="sldImg"/>
          </p:nvPr>
        </p:nvSpPr>
        <p:spPr>
          <a:xfrm>
            <a:off x="0" y="0"/>
            <a:ext cx="0" cy="0"/>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GRlcmc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defRPr lang="en-us"/>
            </a:pPr>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E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defRPr lang="en-us"/>
            </a:pPr>
            <a:fld id="{70CE4C6E-209D-9BBA-D376-D6EF02382583}" type="slidenum">
              <a:t>3</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txBox="1">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EgAAAC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4B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AAAAAAAAAAAAAAAAAAAAABAAAAAmAAAACAAAAAEAAAAAAAAA"/>
              </a:ext>
            </a:extLst>
          </p:cNvSpPr>
          <p:nvPr>
            <p:ph type="sldImg"/>
          </p:nvPr>
        </p:nvSpPr>
        <p:spPr>
          <a:xfrm>
            <a:off x="0" y="0"/>
            <a:ext cx="0" cy="0"/>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Mkdg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defRPr lang="en-us"/>
            </a:pPr>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defRPr lang="en-us"/>
            </a:pPr>
            <a:fld id="{44C571FC-B2A9-9087-E77D-44D23F331111}" type="slidenum">
              <a:t>4</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txBox="1">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EgAAAC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E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AAAAAAAAAAAAAAAAAAAAABAAAAAmAAAACAAAAAEAAAAAAAAA"/>
              </a:ext>
            </a:extLst>
          </p:cNvSpPr>
          <p:nvPr>
            <p:ph type="sldImg"/>
          </p:nvPr>
        </p:nvSpPr>
        <p:spPr>
          <a:xfrm>
            <a:off x="0" y="0"/>
            <a:ext cx="0" cy="0"/>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defRPr lang="en-us"/>
            </a:pPr>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defRPr lang="en-us"/>
            </a:pPr>
            <a:fld id="{224E731F-51CF-1B85-81F6-A7D03DB877F2}" type="slidenum">
              <a:t>5</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txBox="1">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EgAAAC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X19f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AAAAAAAAAAAAAAAAAAAAABAAAAAmAAAACAAAAAEAAAAAAAAA"/>
              </a:ext>
            </a:extLst>
          </p:cNvSpPr>
          <p:nvPr>
            <p:ph type="sldImg"/>
          </p:nvPr>
        </p:nvSpPr>
        <p:spPr>
          <a:xfrm>
            <a:off x="0" y="0"/>
            <a:ext cx="0" cy="0"/>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X19f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defRPr lang="en-us"/>
            </a:pPr>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defRPr lang="en-us"/>
            </a:pPr>
            <a:fld id="{481CAE8E-C0A5-4958-EBA4-360DE0EA1D63}" type="slidenum">
              <a:t>6</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txBox="1">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EgAAAC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AAAAAAAAAAAAAAAAAAAAABAAAAAmAAAACAAAAAEAAAAAAAAA"/>
              </a:ext>
            </a:extLst>
          </p:cNvSpPr>
          <p:nvPr>
            <p:ph type="sldImg"/>
          </p:nvPr>
        </p:nvSpPr>
        <p:spPr>
          <a:xfrm>
            <a:off x="0" y="0"/>
            <a:ext cx="0" cy="0"/>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defRPr lang="en-us"/>
            </a:pPr>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iB+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defRPr lang="en-us"/>
            </a:pPr>
            <a:fld id="{06DA7B7F-31EB-8F8D-A562-C7D8352C5392}" type="slidenum">
              <a:t>7</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txBox="1">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EgAAAC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kAA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AAAAAAAAAAAAAAAAAAAAABAAAAAmAAAACAAAAAEAAAAAAAAA"/>
              </a:ext>
            </a:extLst>
          </p:cNvSpPr>
          <p:nvPr>
            <p:ph type="sldImg"/>
          </p:nvPr>
        </p:nvSpPr>
        <p:spPr>
          <a:xfrm>
            <a:off x="0" y="0"/>
            <a:ext cx="0" cy="0"/>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Jc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defRPr lang="en-us"/>
            </a:pPr>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kC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defRPr lang="en-us"/>
            </a:pPr>
            <a:fld id="{21840580-CECC-D1F3-823C-38A64B72746D}" type="slidenum">
              <a:t>8</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txBox="1">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EgAAAC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MgdGR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AAAAAAAAAAAAAAAAAAAAABAAAAAmAAAACAAAAAEAAAAAAAAA"/>
              </a:ext>
            </a:extLst>
          </p:cNvSpPr>
          <p:nvPr>
            <p:ph type="sldImg"/>
          </p:nvPr>
        </p:nvSpPr>
        <p:spPr>
          <a:xfrm>
            <a:off x="0" y="0"/>
            <a:ext cx="0" cy="0"/>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defRPr lang="en-us"/>
            </a:pPr>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defRPr lang="en-us"/>
            </a:pPr>
            <a:fld id="{7A01E712-5C97-5411-D9B9-AA44A9F72FFF}" type="slidenum">
              <a:t>9</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txBox="1">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EgAAAC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MgdGR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AAAAAAAAAAAAAAAAAAAAABAAAAAmAAAACAAAAAEAAAAAAAAA"/>
              </a:ext>
            </a:extLst>
          </p:cNvSpPr>
          <p:nvPr>
            <p:ph type="sldImg"/>
          </p:nvPr>
        </p:nvSpPr>
        <p:spPr>
          <a:xfrm>
            <a:off x="0" y="0"/>
            <a:ext cx="0" cy="0"/>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Rhcmc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defRPr lang="en-us"/>
            </a:pPr>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defRPr lang="en-us"/>
            </a:pPr>
            <a:fld id="{00B6738F-C1ED-E385-A30E-37D03D405562}" type="slidenum">
              <a:t>10</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txBox="1">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EgAAAC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AAAAAAAAAAAAAAAAAAAAABAAAAAmAAAACAAAAAEAAAAAAAAA"/>
              </a:ext>
            </a:extLst>
          </p:cNvSpPr>
          <p:nvPr>
            <p:ph type="sldImg"/>
          </p:nvPr>
        </p:nvSpPr>
        <p:spPr>
          <a:xfrm>
            <a:off x="0" y="0"/>
            <a:ext cx="0" cy="0"/>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MgdGR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defRPr lang="en-us"/>
            </a:pPr>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Rhcmc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defRPr lang="en-us"/>
            </a:pPr>
            <a:fld id="{6C260728-6681-73F1-CF9E-90A449D039C5}" type="slidenum">
              <a:t>11</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txBox="1">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EgAAAC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MgdGR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AAAAAAAAAAAAAAAAAAAAABAAAAAmAAAACAAAAAEAAAAAAAAA"/>
              </a:ext>
            </a:extLst>
          </p:cNvSpPr>
          <p:nvPr>
            <p:ph type="sldImg"/>
          </p:nvPr>
        </p:nvSpPr>
        <p:spPr>
          <a:xfrm>
            <a:off x="0" y="0"/>
            <a:ext cx="0" cy="0"/>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defRPr lang="en-us"/>
            </a:pPr>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defRPr lang="en-us"/>
            </a:pPr>
            <a:fld id="{7FAE3DD8-9692-FBCB-DC16-609E73582A35}" type="slidenum">
              <a:t>12</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txBox="1">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EgAAAC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AAAAAAAAAAAAAAAAAAAAABAAAAAmAAAACAAAAAEAAAAAAAAA"/>
              </a:ext>
            </a:extLst>
          </p:cNvSpPr>
          <p:nvPr>
            <p:ph type="sldImg"/>
          </p:nvPr>
        </p:nvSpPr>
        <p:spPr>
          <a:xfrm>
            <a:off x="0" y="0"/>
            <a:ext cx="0" cy="0"/>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defRPr lang="en-us"/>
            </a:pPr>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rGy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defRPr lang="en-us"/>
            </a:pPr>
            <a:fld id="{47D168D2-9CAA-849E-E469-6ACB2627123F}" type="slidenum">
              <a:t>13</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txBox="1">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EgAAAC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MMB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AAAAAAAAAAAAAAAAAAAAABAAAAAmAAAACAAAAAEAAAAAAAAA"/>
              </a:ext>
            </a:extLst>
          </p:cNvSpPr>
          <p:nvPr>
            <p:ph type="sldImg"/>
          </p:nvPr>
        </p:nvSpPr>
        <p:spPr>
          <a:xfrm>
            <a:off x="0" y="0"/>
            <a:ext cx="0" cy="0"/>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Mh5nB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defRPr lang="en-us"/>
            </a:pPr>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defRPr lang="en-us"/>
            </a:pPr>
            <a:fld id="{0F9B4574-3AE2-CEB3-AC23-CCE60B6D5A99}" type="slidenum">
              <a:t>14</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txBox="1">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EgAAAC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AAAAAAAAAAAAAAAAAAAAABAAAAAmAAAACAAAAAEAAAAAAAAA"/>
              </a:ext>
            </a:extLst>
          </p:cNvSpPr>
          <p:nvPr>
            <p:ph type="sldImg"/>
          </p:nvPr>
        </p:nvSpPr>
        <p:spPr>
          <a:xfrm>
            <a:off x="0" y="0"/>
            <a:ext cx="0" cy="0"/>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8V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defRPr lang="en-us"/>
            </a:pPr>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defRPr lang="en-us"/>
            </a:pPr>
            <a:fld id="{713E2E4D-039C-6BD8-D286-F58D60C824A0}" type="slidenum">
              <a:t>15</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txBox="1">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EgAAAC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Jv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AAAAAAAAAAAAAAAAAAAAABAAAAAmAAAACAAAAAEAAAAAAAAA"/>
              </a:ext>
            </a:extLst>
          </p:cNvSpPr>
          <p:nvPr>
            <p:ph type="sldImg"/>
          </p:nvPr>
        </p:nvSpPr>
        <p:spPr>
          <a:xfrm>
            <a:off x="0" y="0"/>
            <a:ext cx="0" cy="0"/>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defRPr lang="en-us"/>
            </a:pPr>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JUf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defRPr lang="en-us"/>
            </a:pPr>
            <a:fld id="{085A117A-34E5-0FE7-ABE2-C2B25FAC5D97}" type="slidenum">
              <a:t>16</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txBox="1">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EgAAAC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UJ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AAAAAAAAAAAAAAAAAAAAABAAAAAmAAAACAAAAAEAAAAAAAAA"/>
              </a:ext>
            </a:extLst>
          </p:cNvSpPr>
          <p:nvPr>
            <p:ph type="sldImg"/>
          </p:nvPr>
        </p:nvSpPr>
        <p:spPr>
          <a:xfrm>
            <a:off x="0" y="0"/>
            <a:ext cx="0" cy="0"/>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defRPr lang="en-us"/>
            </a:pPr>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defRPr lang="en-us"/>
            </a:pPr>
            <a:fld id="{5A5FA03A-74B7-0A56-F9E7-8203EEA90FD7}" type="slidenum">
              <a:t>17</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txBox="1">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EgAAAC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MgdGR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AAAAAAAAAAAAAAAAAAAAABAAAAAmAAAACAAAAAEAAAAAAAAA"/>
              </a:ext>
            </a:extLst>
          </p:cNvSpPr>
          <p:nvPr>
            <p:ph type="sldImg"/>
          </p:nvPr>
        </p:nvSpPr>
        <p:spPr>
          <a:xfrm>
            <a:off x="0" y="0"/>
            <a:ext cx="0" cy="0"/>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defRPr lang="en-us"/>
            </a:pPr>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defRPr lang="en-us"/>
            </a:pPr>
            <a:fld id="{68B1B37F-3185-E445-CB09-C710FD473D92}" type="slidenum">
              <a:t>18</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txBox="1">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EgAAAC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AAAAAAAAAAAAAAAAAAAAABAAAAAmAAAACAAAAAEAAAAAAAAA"/>
              </a:ext>
            </a:extLst>
          </p:cNvSpPr>
          <p:nvPr>
            <p:ph type="sldImg"/>
          </p:nvPr>
        </p:nvSpPr>
        <p:spPr>
          <a:xfrm>
            <a:off x="0" y="0"/>
            <a:ext cx="0" cy="0"/>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OMh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defRPr lang="en-us"/>
            </a:pPr>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defRPr lang="en-us"/>
            </a:pPr>
            <a:fld id="{2206A1ED-A3CF-5357-81BE-5502EFF07700}" type="slidenum">
              <a:t>19</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txBox="1">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EgAAAC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AAAAAAAAAAAAAAAAAAAAABAAAAAmAAAACAAAAAEAAAAAAAAA"/>
              </a:ext>
            </a:extLst>
          </p:cNvSpPr>
          <p:nvPr>
            <p:ph type="sldImg"/>
          </p:nvPr>
        </p:nvSpPr>
        <p:spPr>
          <a:xfrm>
            <a:off x="0" y="0"/>
            <a:ext cx="0" cy="0"/>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BAAE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defRPr lang="en-us"/>
            </a:pPr>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X6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defRPr lang="en-us"/>
            </a:pPr>
            <a:fld id="{30FF90E2-ACDD-AA66-9347-5A33DE09650F}" type="slidenum">
              <a:t>20</a:t>
            </a:fld>
            <a:endParaRPr/>
          </a:p>
        </p:txBody>
      </p:sp>
    </p:spTree>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p:cSld name="Title Slide">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YAkAAOgGAACgQQAAmBUAABAAAAAmAAAACAAAAIGAAAAAAAAA"/>
              </a:ext>
            </a:extLst>
          </p:cNvSpPr>
          <p:nvPr>
            <p:ph type="ctrTitle"/>
          </p:nvPr>
        </p:nvSpPr>
        <p:spPr>
          <a:xfrm>
            <a:off x="1524000" y="1122680"/>
            <a:ext cx="9144000" cy="2387600"/>
          </a:xfrm>
        </p:spPr>
        <p:txBody>
          <a:bodyPr vert="horz" wrap="square" lIns="91440" tIns="45720" rIns="91440" bIns="45720" numCol="1" spcCol="215900" anchor="b">
            <a:prstTxWarp prst="textNoShape">
              <a:avLst/>
            </a:prstTxWarp>
          </a:bodyPr>
          <a:lstStyle>
            <a:lvl1pPr algn="ctr">
              <a:defRPr lang="en-us" sz="6000" cap="none"/>
            </a:lvl1pPr>
            <a:lvl2pPr>
              <a:defRPr lang="en-us"/>
            </a:lvl2pPr>
            <a:lvl3pPr>
              <a:defRPr lang="en-us"/>
            </a:lvl3pPr>
            <a:lvl4pPr>
              <a:defRPr lang="en-us"/>
            </a:lvl4pPr>
            <a:lvl5pPr>
              <a:defRPr lang="en-us"/>
            </a:lvl5pPr>
            <a:lvl6pPr>
              <a:defRPr lang="en-us"/>
            </a:lvl6pPr>
            <a:lvl7pPr>
              <a:defRPr lang="en-us"/>
            </a:lvl7pPr>
            <a:lvl8pPr>
              <a:defRPr lang="en-us"/>
            </a:lvl8pPr>
            <a:lvl9pPr>
              <a:defRPr lang="en-us"/>
            </a:lvl9pPr>
          </a:lstStyle>
          <a:p>
            <a:pPr>
              <a:defRPr lang="en-us"/>
            </a:pPr>
            <a:r>
              <a:t>Click to edit Master title style</a:t>
            </a:r>
          </a:p>
        </p:txBody>
      </p:sp>
      <p:sp>
        <p:nvSpPr>
          <p:cNvPr id="3" name="Subtitle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YAkAACkWAACgQQAAWCAAABAAAAAmAAAACAAAAAGAAAAAAAAA"/>
              </a:ext>
            </a:extLst>
          </p:cNvSpPr>
          <p:nvPr>
            <p:ph type="subTitle" idx="1"/>
          </p:nvPr>
        </p:nvSpPr>
        <p:spPr>
          <a:xfrm>
            <a:off x="1524000" y="3602355"/>
            <a:ext cx="9144000" cy="1655445"/>
          </a:xfrm>
        </p:spPr>
        <p:txBody>
          <a:bodyPr/>
          <a:lstStyle>
            <a:lvl1pPr marL="0" indent="0" algn="ctr">
              <a:buNone/>
              <a:defRPr lang="en-us" sz="2400" cap="none"/>
            </a:lvl1pPr>
            <a:lvl2pPr marL="457200" indent="0" algn="ctr">
              <a:buNone/>
              <a:defRPr lang="en-us" sz="2000" cap="none"/>
            </a:lvl2pPr>
            <a:lvl3pPr marL="914400" indent="0" algn="ctr">
              <a:buNone/>
              <a:defRPr lang="en-us" sz="1800" cap="none"/>
            </a:lvl3pPr>
            <a:lvl4pPr marL="1371600" indent="0" algn="ctr">
              <a:buNone/>
              <a:defRPr lang="en-us" sz="1600" cap="none"/>
            </a:lvl4pPr>
            <a:lvl5pPr marL="1828800" indent="0" algn="ctr">
              <a:buNone/>
              <a:defRPr lang="en-us" sz="1600" cap="none"/>
            </a:lvl5pPr>
            <a:lvl6pPr marL="2286000" indent="0" algn="ctr">
              <a:buNone/>
              <a:defRPr lang="en-us" sz="1600" cap="none"/>
            </a:lvl6pPr>
            <a:lvl7pPr marL="2743200" indent="0" algn="ctr">
              <a:buNone/>
              <a:defRPr lang="en-us" sz="1600" cap="none"/>
            </a:lvl7pPr>
            <a:lvl8pPr marL="3200400" indent="0" algn="ctr">
              <a:buNone/>
              <a:defRPr lang="en-us" sz="1600" cap="none"/>
            </a:lvl8pPr>
            <a:lvl9pPr marL="3657600" indent="0" algn="ctr">
              <a:buNone/>
              <a:defRPr lang="en-us" sz="1600" cap="none"/>
            </a:lvl9pPr>
          </a:lstStyle>
          <a:p>
            <a:pPr>
              <a:defRPr lang="en-us"/>
            </a:pPr>
            <a:r>
              <a:t>Click to edit Master subtitle style</a:t>
            </a:r>
          </a:p>
        </p:txBody>
      </p:sp>
      <p:sp>
        <p:nvSpPr>
          <p:cNvPr id="4" name="Date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IFgAAWSkAABAAAAAmAAAACAAAAAAAAAAAAAAA"/>
              </a:ext>
            </a:extLst>
          </p:cNvSpPr>
          <p:nvPr>
            <p:ph type="dt" sz="half" idx="10"/>
          </p:nvPr>
        </p:nvSpPr>
        <p:spPr/>
        <p:txBody>
          <a:bodyPr/>
          <a:lstStyle/>
          <a:p>
            <a:pPr>
              <a:defRPr lang="en-us"/>
            </a:pPr>
            <a:fld id="{3941A975-3BD4-145F-9AF9-CD0AE7B76C98}" type="datetime1">
              <a:t>2/14/2026</a:t>
            </a:fld>
            <a:endParaRPr/>
          </a:p>
        </p:txBody>
      </p:sp>
      <p:sp>
        <p:nvSpPr>
          <p:cNvPr id="5" name="Footer 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oMgAAWSkAABAAAAAmAAAACAAAAAAAAAAAAAAA"/>
              </a:ext>
            </a:extLst>
          </p:cNvSpPr>
          <p:nvPr>
            <p:ph type="ftr" sz="quarter" idx="11"/>
          </p:nvPr>
        </p:nvSpPr>
        <p:spPr/>
        <p:txBody>
          <a:bodyPr/>
          <a:lstStyle/>
          <a:p>
            <a:pPr>
              <a:defRPr lang="en-us"/>
            </a:pPr>
            <a:endParaRPr/>
          </a:p>
        </p:txBody>
      </p:sp>
      <p:sp>
        <p:nvSpPr>
          <p:cNvPr id="6" name="Slide Number 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YRQAAWSkAABAAAAAmAAAACAAAAAAAAAAAAAAA"/>
              </a:ext>
            </a:extLst>
          </p:cNvSpPr>
          <p:nvPr>
            <p:ph type="sldNum" sz="quarter" idx="12"/>
          </p:nvPr>
        </p:nvSpPr>
        <p:spPr/>
        <p:txBody>
          <a:bodyPr/>
          <a:lstStyle/>
          <a:p>
            <a:pPr>
              <a:defRPr lang="en-us"/>
            </a:pPr>
            <a:fld id="{0B3450E5-ABE6-61A6-A88C-5DF31EC25E08}" type="slidenum">
              <a:t>‹#›</a:t>
            </a:fld>
            <a:endParaRPr/>
          </a:p>
        </p:txBody>
      </p:sp>
    </p:spTree>
  </p:cSld>
  <p:clrMapOvr>
    <a:masterClrMapping/>
  </p:clrMapOvr>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p:cSld name="Title and Content">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YRQAAZwoAABAAAAAmAAAACAAAAAAAAAAAAAAA"/>
              </a:ext>
            </a:extLst>
          </p:cNvSpPr>
          <p:nvPr>
            <p:ph type="title"/>
          </p:nvPr>
        </p:nvSpPr>
        <p:spPr/>
        <p:txBody>
          <a:bodyPr/>
          <a:lstStyle/>
          <a:p>
            <a:pPr>
              <a:defRPr lang="en-us"/>
            </a:pPr>
            <a:r>
              <a:t>Click to edit Master title style</a:t>
            </a: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YRQAAACYAABAAAAAmAAAACAAAAAAAAAAAAAAA"/>
              </a:ext>
            </a:extLst>
          </p:cNvSpPr>
          <p:nvPr>
            <p:ph idx="1"/>
          </p:nvPr>
        </p:nvSpPr>
        <p:spPr/>
        <p:txBody>
          <a:bodyPr/>
          <a:lstStyle/>
          <a:p>
            <a:pPr>
              <a:defRPr lang="en-us"/>
            </a:pPr>
            <a:r>
              <a:t>Click to 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4" name="Date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IFgAAWSkAABAAAAAmAAAACAAAAAAAAAAAAAAA"/>
              </a:ext>
            </a:extLst>
          </p:cNvSpPr>
          <p:nvPr>
            <p:ph type="dt" sz="half" idx="10"/>
          </p:nvPr>
        </p:nvSpPr>
        <p:spPr/>
        <p:txBody>
          <a:bodyPr/>
          <a:lstStyle/>
          <a:p>
            <a:pPr>
              <a:defRPr lang="en-us"/>
            </a:pPr>
            <a:fld id="{4432E7C3-8DA9-6711-E78A-7B44A9C4112E}" type="datetime1">
              <a:t>2/14/2026</a:t>
            </a:fld>
            <a:endParaRPr/>
          </a:p>
        </p:txBody>
      </p:sp>
      <p:sp>
        <p:nvSpPr>
          <p:cNvPr id="5" name="Footer 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oMgAAWSkAABAAAAAmAAAACAAAAAAAAAAAAAAA"/>
              </a:ext>
            </a:extLst>
          </p:cNvSpPr>
          <p:nvPr>
            <p:ph type="ftr" sz="quarter" idx="11"/>
          </p:nvPr>
        </p:nvSpPr>
        <p:spPr/>
        <p:txBody>
          <a:bodyPr/>
          <a:lstStyle/>
          <a:p>
            <a:pPr>
              <a:defRPr lang="en-us"/>
            </a:pPr>
            <a:endParaRPr/>
          </a:p>
        </p:txBody>
      </p:sp>
      <p:sp>
        <p:nvSpPr>
          <p:cNvPr id="6" name="Slide Number 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YRQAAWSkAABAAAAAmAAAACAAAAAAAAAAAAAAA"/>
              </a:ext>
            </a:extLst>
          </p:cNvSpPr>
          <p:nvPr>
            <p:ph type="sldNum" sz="quarter" idx="12"/>
          </p:nvPr>
        </p:nvSpPr>
        <p:spPr/>
        <p:txBody>
          <a:bodyPr/>
          <a:lstStyle/>
          <a:p>
            <a:pPr>
              <a:defRPr lang="en-us"/>
            </a:pPr>
            <a:fld id="{07B54626-68EA-E0B0-A40D-9EE5084352CB}" type="slidenum">
              <a:t>‹#›</a:t>
            </a:fld>
            <a:endParaRPr/>
          </a:p>
        </p:txBody>
      </p:sp>
    </p:spTree>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secHead" preserve="1">
  <p:cSld name="Section Header">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HgUAAIUKAADORQAAERwAABAAAAAmAAAACAAAAIGAAAAAAAAA"/>
              </a:ext>
            </a:extLst>
          </p:cNvSpPr>
          <p:nvPr>
            <p:ph type="title"/>
          </p:nvPr>
        </p:nvSpPr>
        <p:spPr>
          <a:xfrm>
            <a:off x="831850" y="1710055"/>
            <a:ext cx="10515600" cy="2852420"/>
          </a:xfrm>
        </p:spPr>
        <p:txBody>
          <a:bodyPr vert="horz" wrap="square" lIns="91440" tIns="45720" rIns="91440" bIns="45720" numCol="1" spcCol="215900" anchor="b">
            <a:prstTxWarp prst="textNoShape">
              <a:avLst/>
            </a:prstTxWarp>
          </a:bodyPr>
          <a:lstStyle>
            <a:lvl1pPr>
              <a:defRPr lang="en-us" sz="6000" cap="none"/>
            </a:lvl1pPr>
            <a:lvl2pPr>
              <a:defRPr lang="en-us"/>
            </a:lvl2pPr>
            <a:lvl3pPr>
              <a:defRPr lang="en-us"/>
            </a:lvl3pPr>
            <a:lvl4pPr>
              <a:defRPr lang="en-us"/>
            </a:lvl4pPr>
            <a:lvl5pPr>
              <a:defRPr lang="en-us"/>
            </a:lvl5pPr>
            <a:lvl6pPr>
              <a:defRPr lang="en-us"/>
            </a:lvl6pPr>
            <a:lvl7pPr>
              <a:defRPr lang="en-us"/>
            </a:lvl7pPr>
            <a:lvl8pPr>
              <a:defRPr lang="en-us"/>
            </a:lvl8pPr>
            <a:lvl9pPr>
              <a:defRPr lang="en-us"/>
            </a:lvl9pPr>
          </a:lstStyle>
          <a:p>
            <a:pPr>
              <a:defRPr lang="en-us"/>
            </a:pPr>
            <a:r>
              <a:t>Click to edit Master title style</a:t>
            </a:r>
          </a:p>
        </p:txBody>
      </p:sp>
      <p:sp>
        <p:nvSpPr>
          <p:cNvPr id="3" name="Tex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HgUAADwcAADORQAAdiUAABAAAAAmAAAACAAAAAGAAAAAAAAA"/>
              </a:ext>
            </a:extLst>
          </p:cNvSpPr>
          <p:nvPr>
            <p:ph idx="1"/>
          </p:nvPr>
        </p:nvSpPr>
        <p:spPr>
          <a:xfrm>
            <a:off x="831850" y="4589780"/>
            <a:ext cx="10515600" cy="1499870"/>
          </a:xfrm>
        </p:spPr>
        <p:txBody>
          <a:bodyPr/>
          <a:lstStyle>
            <a:lvl1pPr marL="0" indent="0">
              <a:buNone/>
              <a:defRPr lang="en-us" sz="2400" cap="none">
                <a:solidFill>
                  <a:srgbClr val="8C8C8C"/>
                </a:solidFill>
              </a:defRPr>
            </a:lvl1pPr>
            <a:lvl2pPr marL="457200" indent="0">
              <a:buNone/>
              <a:defRPr lang="en-us" sz="2000" cap="none">
                <a:solidFill>
                  <a:srgbClr val="8C8C8C"/>
                </a:solidFill>
              </a:defRPr>
            </a:lvl2pPr>
            <a:lvl3pPr marL="914400" indent="0">
              <a:buNone/>
              <a:defRPr lang="en-us" sz="1800" cap="none">
                <a:solidFill>
                  <a:srgbClr val="8C8C8C"/>
                </a:solidFill>
              </a:defRPr>
            </a:lvl3pPr>
            <a:lvl4pPr marL="1371600" indent="0">
              <a:buNone/>
              <a:defRPr lang="en-us" sz="1600" cap="none">
                <a:solidFill>
                  <a:srgbClr val="8C8C8C"/>
                </a:solidFill>
              </a:defRPr>
            </a:lvl4pPr>
            <a:lvl5pPr marL="1828800" indent="0">
              <a:buNone/>
              <a:defRPr lang="en-us" sz="1600" cap="none">
                <a:solidFill>
                  <a:srgbClr val="8C8C8C"/>
                </a:solidFill>
              </a:defRPr>
            </a:lvl5pPr>
            <a:lvl6pPr marL="2286000" indent="0">
              <a:buNone/>
              <a:defRPr lang="en-us" sz="1600" cap="none">
                <a:solidFill>
                  <a:srgbClr val="8C8C8C"/>
                </a:solidFill>
              </a:defRPr>
            </a:lvl6pPr>
            <a:lvl7pPr marL="2743200" indent="0">
              <a:buNone/>
              <a:defRPr lang="en-us" sz="1600" cap="none">
                <a:solidFill>
                  <a:srgbClr val="8C8C8C"/>
                </a:solidFill>
              </a:defRPr>
            </a:lvl7pPr>
            <a:lvl8pPr marL="3200400" indent="0">
              <a:buNone/>
              <a:defRPr lang="en-us" sz="1600" cap="none">
                <a:solidFill>
                  <a:srgbClr val="8C8C8C"/>
                </a:solidFill>
              </a:defRPr>
            </a:lvl8pPr>
            <a:lvl9pPr marL="3657600" indent="0">
              <a:buNone/>
              <a:defRPr lang="en-us" sz="1600" cap="none">
                <a:solidFill>
                  <a:srgbClr val="8C8C8C"/>
                </a:solidFill>
              </a:defRPr>
            </a:lvl9pPr>
          </a:lstStyle>
          <a:p>
            <a:pPr>
              <a:defRPr lang="en-us"/>
            </a:pPr>
            <a:r>
              <a:t>Click to edit Master text styles</a:t>
            </a:r>
          </a:p>
        </p:txBody>
      </p:sp>
      <p:sp>
        <p:nvSpPr>
          <p:cNvPr id="4" name="Date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IFgAAWSkAABAAAAAmAAAACAAAAAAAAAAAAAAA"/>
              </a:ext>
            </a:extLst>
          </p:cNvSpPr>
          <p:nvPr>
            <p:ph type="dt" sz="half" idx="10"/>
          </p:nvPr>
        </p:nvSpPr>
        <p:spPr/>
        <p:txBody>
          <a:bodyPr/>
          <a:lstStyle/>
          <a:p>
            <a:pPr>
              <a:defRPr lang="en-us"/>
            </a:pPr>
            <a:fld id="{62CEEF5C-128F-9B19-C176-E44CA13837B1}" type="datetime1">
              <a:t>2/14/2026</a:t>
            </a:fld>
            <a:endParaRPr/>
          </a:p>
        </p:txBody>
      </p:sp>
      <p:sp>
        <p:nvSpPr>
          <p:cNvPr id="5" name="Footer 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oMgAAWSkAABAAAAAmAAAACAAAAAAAAAAAAAAA"/>
              </a:ext>
            </a:extLst>
          </p:cNvSpPr>
          <p:nvPr>
            <p:ph type="ftr" sz="quarter" idx="11"/>
          </p:nvPr>
        </p:nvSpPr>
        <p:spPr/>
        <p:txBody>
          <a:bodyPr/>
          <a:lstStyle/>
          <a:p>
            <a:pPr>
              <a:defRPr lang="en-us"/>
            </a:pPr>
            <a:endParaRPr/>
          </a:p>
        </p:txBody>
      </p:sp>
      <p:sp>
        <p:nvSpPr>
          <p:cNvPr id="6" name="Slide Number 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YRQAAWSkAABAAAAAmAAAACAAAAAAAAAAAAAAA"/>
              </a:ext>
            </a:extLst>
          </p:cNvSpPr>
          <p:nvPr>
            <p:ph type="sldNum" sz="quarter" idx="12"/>
          </p:nvPr>
        </p:nvSpPr>
        <p:spPr/>
        <p:txBody>
          <a:bodyPr/>
          <a:lstStyle/>
          <a:p>
            <a:pPr>
              <a:defRPr lang="en-us"/>
            </a:pPr>
            <a:fld id="{32FA43DA-94DF-AFB5-9142-62E00D0C6737}" type="slidenum">
              <a:t>‹#›</a:t>
            </a:fld>
            <a:endParaRPr/>
          </a:p>
        </p:txBody>
      </p:sp>
    </p:spTree>
  </p:cSld>
  <p:clrMapOvr>
    <a:masterClrMapping/>
  </p:clrMapOvr>
  <p:hf hdr="0" ftr="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woObj" preserve="1">
  <p:cSld name="Two Content">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YRQAAZwoAABAAAAAmAAAACAAAAAAAAAAAAAAA"/>
              </a:ext>
            </a:extLst>
          </p:cNvSpPr>
          <p:nvPr>
            <p:ph type="title"/>
          </p:nvPr>
        </p:nvSpPr>
        <p:spPr/>
        <p:txBody>
          <a:bodyPr/>
          <a:lstStyle/>
          <a:p>
            <a:pPr>
              <a:defRPr lang="en-us"/>
            </a:pPr>
            <a:r>
              <a:t>Click to edit Master title style</a:t>
            </a: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GQAZ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AIJQAAACYAABAAAAAmAAAACAAAAAEAAAAAAAAA"/>
              </a:ext>
            </a:extLst>
          </p:cNvSpPr>
          <p:nvPr>
            <p:ph idx="1"/>
          </p:nvPr>
        </p:nvSpPr>
        <p:spPr>
          <a:xfrm>
            <a:off x="838200" y="1825625"/>
            <a:ext cx="5181600" cy="4351655"/>
          </a:xfrm>
        </p:spPr>
        <p:txBody>
          <a:bodyPr/>
          <a:lstStyle/>
          <a:p>
            <a:pPr>
              <a:defRPr lang="en-us"/>
            </a:pPr>
            <a:r>
              <a:t>Click to 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4" name="Content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CUAADsLAADYRQAAACYAABAAAAAmAAAACAAAAAEAAAAAAAAA"/>
              </a:ext>
            </a:extLst>
          </p:cNvSpPr>
          <p:nvPr>
            <p:ph idx="2"/>
          </p:nvPr>
        </p:nvSpPr>
        <p:spPr>
          <a:xfrm>
            <a:off x="6172200" y="1825625"/>
            <a:ext cx="5181600" cy="4351655"/>
          </a:xfrm>
        </p:spPr>
        <p:txBody>
          <a:bodyPr/>
          <a:lstStyle/>
          <a:p>
            <a:pPr>
              <a:defRPr lang="en-us"/>
            </a:pPr>
            <a:r>
              <a:t>Click to 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5" name="Date 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IFgAAWSkAABAAAAAmAAAACAAAAAAAAAAAAAAA"/>
              </a:ext>
            </a:extLst>
          </p:cNvSpPr>
          <p:nvPr>
            <p:ph type="dt" sz="half" idx="10"/>
          </p:nvPr>
        </p:nvSpPr>
        <p:spPr/>
        <p:txBody>
          <a:bodyPr/>
          <a:lstStyle/>
          <a:p>
            <a:pPr>
              <a:defRPr lang="en-us"/>
            </a:pPr>
            <a:fld id="{011F5709-47EC-4AA1-A2A7-B1F419E954E4}" type="datetime1">
              <a:t>2/14/2026</a:t>
            </a:fld>
            <a:endParaRPr/>
          </a:p>
        </p:txBody>
      </p:sp>
      <p:sp>
        <p:nvSpPr>
          <p:cNvPr id="6" name="Footer 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oMgAAWSkAABAAAAAmAAAACAAAAAAAAAAAAAAA"/>
              </a:ext>
            </a:extLst>
          </p:cNvSpPr>
          <p:nvPr>
            <p:ph type="ftr" sz="quarter" idx="11"/>
          </p:nvPr>
        </p:nvSpPr>
        <p:spPr/>
        <p:txBody>
          <a:bodyPr/>
          <a:lstStyle/>
          <a:p>
            <a:pPr>
              <a:defRPr lang="en-us"/>
            </a:pPr>
            <a:endParaRPr/>
          </a:p>
        </p:txBody>
      </p:sp>
      <p:sp>
        <p:nvSpPr>
          <p:cNvPr id="7" name="Slide Number 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YRQAAWSkAABAAAAAmAAAACAAAAAAAAAAAAAAA"/>
              </a:ext>
            </a:extLst>
          </p:cNvSpPr>
          <p:nvPr>
            <p:ph type="sldNum" sz="quarter" idx="12"/>
          </p:nvPr>
        </p:nvSpPr>
        <p:spPr/>
        <p:txBody>
          <a:bodyPr/>
          <a:lstStyle/>
          <a:p>
            <a:pPr>
              <a:defRPr lang="en-us"/>
            </a:pPr>
            <a:fld id="{0B2E8DA5-EBE6-7B7B-A896-1D2EC3D85E48}" type="slidenum">
              <a:t>‹#›</a:t>
            </a:fld>
            <a:endParaRPr/>
          </a:p>
        </p:txBody>
      </p:sp>
    </p:spTree>
  </p:cSld>
  <p:clrMapOvr>
    <a:masterClrMapping/>
  </p:clrMapOvr>
  <p:hf hdr="0" ftr="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woTxTwoObj" preserve="1">
  <p:cSld name="Comparison">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wUAAD8CAADbRQAAZwoAABAAAAAmAAAACAAAAAEAAAAAAAAA"/>
              </a:ext>
            </a:extLst>
          </p:cNvSpPr>
          <p:nvPr>
            <p:ph type="title"/>
          </p:nvPr>
        </p:nvSpPr>
        <p:spPr>
          <a:xfrm>
            <a:off x="840105" y="365125"/>
            <a:ext cx="10515600" cy="1325880"/>
          </a:xfrm>
        </p:spPr>
        <p:txBody>
          <a:bodyPr/>
          <a:lstStyle/>
          <a:p>
            <a:pPr>
              <a:defRPr lang="en-us"/>
            </a:pPr>
            <a:r>
              <a:t>Click to edit Master title style</a:t>
            </a:r>
          </a:p>
        </p:txBody>
      </p:sp>
      <p:sp>
        <p:nvSpPr>
          <p:cNvPr id="3" name="Tex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wUAAFgKAADlJAAAaQ8AABAAAAAmAAAACAAAAIGAAAAAAAAA"/>
              </a:ext>
            </a:extLst>
          </p:cNvSpPr>
          <p:nvPr>
            <p:ph idx="1"/>
          </p:nvPr>
        </p:nvSpPr>
        <p:spPr>
          <a:xfrm>
            <a:off x="840105" y="1681480"/>
            <a:ext cx="5157470" cy="823595"/>
          </a:xfrm>
        </p:spPr>
        <p:txBody>
          <a:bodyPr vert="horz" wrap="square" lIns="91440" tIns="45720" rIns="91440" bIns="45720" numCol="1" spcCol="215900" anchor="b">
            <a:prstTxWarp prst="textNoShape">
              <a:avLst/>
            </a:prstTxWarp>
          </a:bodyPr>
          <a:lstStyle>
            <a:lvl1pPr marL="0" indent="0">
              <a:buNone/>
              <a:defRPr lang="en-us" sz="2400" b="1" cap="none"/>
            </a:lvl1pPr>
            <a:lvl2pPr marL="457200" indent="0">
              <a:buNone/>
              <a:defRPr lang="en-us" sz="2000" b="1" cap="none"/>
            </a:lvl2pPr>
            <a:lvl3pPr marL="914400" indent="0">
              <a:buNone/>
              <a:defRPr lang="en-us" sz="1800" b="1" cap="none"/>
            </a:lvl3pPr>
            <a:lvl4pPr marL="1371600" indent="0">
              <a:buNone/>
              <a:defRPr lang="en-us" sz="1600" b="1" cap="none"/>
            </a:lvl4pPr>
            <a:lvl5pPr marL="1828800" indent="0">
              <a:buNone/>
              <a:defRPr lang="en-us" sz="1600" b="1" cap="none"/>
            </a:lvl5pPr>
            <a:lvl6pPr marL="2286000" indent="0">
              <a:buNone/>
              <a:defRPr lang="en-us" sz="1600" b="1" cap="none"/>
            </a:lvl6pPr>
            <a:lvl7pPr marL="2743200" indent="0">
              <a:buNone/>
              <a:defRPr lang="en-us" sz="1600" b="1" cap="none"/>
            </a:lvl7pPr>
            <a:lvl8pPr marL="3200400" indent="0">
              <a:buNone/>
              <a:defRPr lang="en-us" sz="1600" b="1" cap="none"/>
            </a:lvl8pPr>
            <a:lvl9pPr marL="3657600" indent="0">
              <a:buNone/>
              <a:defRPr lang="en-us" sz="1600" b="1" cap="none"/>
            </a:lvl9pPr>
          </a:lstStyle>
          <a:p>
            <a:pPr>
              <a:defRPr lang="en-us"/>
            </a:pPr>
            <a:r>
              <a:t>Click to edit Master text styles</a:t>
            </a:r>
          </a:p>
        </p:txBody>
      </p:sp>
      <p:sp>
        <p:nvSpPr>
          <p:cNvPr id="4" name="Content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wUAAGkPAADlJAAAEyYAABAAAAAmAAAACAAAAAEAAAAAAAAA"/>
              </a:ext>
            </a:extLst>
          </p:cNvSpPr>
          <p:nvPr>
            <p:ph idx="2"/>
          </p:nvPr>
        </p:nvSpPr>
        <p:spPr>
          <a:xfrm>
            <a:off x="840105" y="2505075"/>
            <a:ext cx="5157470" cy="3684270"/>
          </a:xfrm>
        </p:spPr>
        <p:txBody>
          <a:bodyPr/>
          <a:lstStyle/>
          <a:p>
            <a:pPr>
              <a:defRPr lang="en-us"/>
            </a:pPr>
            <a:r>
              <a:t>Click to 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5" name="Text 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CUAAFgKAADbRQAAaQ8AABAAAAAmAAAACAAAAIGAAAAAAAAA"/>
              </a:ext>
            </a:extLst>
          </p:cNvSpPr>
          <p:nvPr>
            <p:ph idx="3"/>
          </p:nvPr>
        </p:nvSpPr>
        <p:spPr>
          <a:xfrm>
            <a:off x="6172200" y="1681480"/>
            <a:ext cx="5183505" cy="823595"/>
          </a:xfrm>
        </p:spPr>
        <p:txBody>
          <a:bodyPr vert="horz" wrap="square" lIns="91440" tIns="45720" rIns="91440" bIns="45720" numCol="1" spcCol="215900" anchor="b">
            <a:prstTxWarp prst="textNoShape">
              <a:avLst/>
            </a:prstTxWarp>
          </a:bodyPr>
          <a:lstStyle>
            <a:lvl1pPr marL="0" indent="0">
              <a:buNone/>
              <a:defRPr lang="en-us" sz="2400" b="1" cap="none"/>
            </a:lvl1pPr>
            <a:lvl2pPr marL="457200" indent="0">
              <a:buNone/>
              <a:defRPr lang="en-us" sz="2000" b="1" cap="none"/>
            </a:lvl2pPr>
            <a:lvl3pPr marL="914400" indent="0">
              <a:buNone/>
              <a:defRPr lang="en-us" sz="1800" b="1" cap="none"/>
            </a:lvl3pPr>
            <a:lvl4pPr marL="1371600" indent="0">
              <a:buNone/>
              <a:defRPr lang="en-us" sz="1600" b="1" cap="none"/>
            </a:lvl4pPr>
            <a:lvl5pPr marL="1828800" indent="0">
              <a:buNone/>
              <a:defRPr lang="en-us" sz="1600" b="1" cap="none"/>
            </a:lvl5pPr>
            <a:lvl6pPr marL="2286000" indent="0">
              <a:buNone/>
              <a:defRPr lang="en-us" sz="1600" b="1" cap="none"/>
            </a:lvl6pPr>
            <a:lvl7pPr marL="2743200" indent="0">
              <a:buNone/>
              <a:defRPr lang="en-us" sz="1600" b="1" cap="none"/>
            </a:lvl7pPr>
            <a:lvl8pPr marL="3200400" indent="0">
              <a:buNone/>
              <a:defRPr lang="en-us" sz="1600" b="1" cap="none"/>
            </a:lvl8pPr>
            <a:lvl9pPr marL="3657600" indent="0">
              <a:buNone/>
              <a:defRPr lang="en-us" sz="1600" b="1" cap="none"/>
            </a:lvl9pPr>
          </a:lstStyle>
          <a:p>
            <a:pPr>
              <a:defRPr lang="en-us"/>
            </a:pPr>
            <a:r>
              <a:t>Click to edit Master text styles</a:t>
            </a:r>
          </a:p>
        </p:txBody>
      </p:sp>
      <p:sp>
        <p:nvSpPr>
          <p:cNvPr id="6" name="Content 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CUAAGkPAADbRQAAEyYAABAAAAAmAAAACAAAAAEAAAAAAAAA"/>
              </a:ext>
            </a:extLst>
          </p:cNvSpPr>
          <p:nvPr>
            <p:ph idx="4"/>
          </p:nvPr>
        </p:nvSpPr>
        <p:spPr>
          <a:xfrm>
            <a:off x="6172200" y="2505075"/>
            <a:ext cx="5183505" cy="3684270"/>
          </a:xfrm>
        </p:spPr>
        <p:txBody>
          <a:bodyPr/>
          <a:lstStyle/>
          <a:p>
            <a:pPr>
              <a:defRPr lang="en-us"/>
            </a:pPr>
            <a:r>
              <a:t>Click to 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7" name="Date 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IFgAAWSkAABAAAAAmAAAACAAAAAAAAAAAAAAA"/>
              </a:ext>
            </a:extLst>
          </p:cNvSpPr>
          <p:nvPr>
            <p:ph type="dt" sz="half" idx="10"/>
          </p:nvPr>
        </p:nvSpPr>
        <p:spPr/>
        <p:txBody>
          <a:bodyPr/>
          <a:lstStyle/>
          <a:p>
            <a:pPr>
              <a:defRPr lang="en-us"/>
            </a:pPr>
            <a:fld id="{36ED33A8-E6DB-B8C5-9555-10907D1B6345}" type="datetime1">
              <a:t>2/14/2026</a:t>
            </a:fld>
            <a:endParaRPr/>
          </a:p>
        </p:txBody>
      </p:sp>
      <p:sp>
        <p:nvSpPr>
          <p:cNvPr id="8" name="Footer 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oMgAAWSkAABAAAAAmAAAACAAAAAAAAAAAAAAA"/>
              </a:ext>
            </a:extLst>
          </p:cNvSpPr>
          <p:nvPr>
            <p:ph type="ftr" sz="quarter" idx="11"/>
          </p:nvPr>
        </p:nvSpPr>
        <p:spPr/>
        <p:txBody>
          <a:bodyPr/>
          <a:lstStyle/>
          <a:p>
            <a:pPr>
              <a:defRPr lang="en-us"/>
            </a:pPr>
            <a:endParaRPr/>
          </a:p>
        </p:txBody>
      </p:sp>
      <p:sp>
        <p:nvSpPr>
          <p:cNvPr id="9" name="Slide Number Placeholder 8"/>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YRQAAWSkAABAAAAAmAAAACAAAAAAAAAAAAAAA"/>
              </a:ext>
            </a:extLst>
          </p:cNvSpPr>
          <p:nvPr>
            <p:ph type="sldNum" sz="quarter" idx="12"/>
          </p:nvPr>
        </p:nvSpPr>
        <p:spPr/>
        <p:txBody>
          <a:bodyPr/>
          <a:lstStyle/>
          <a:p>
            <a:pPr>
              <a:defRPr lang="en-us"/>
            </a:pPr>
            <a:fld id="{5956E1E8-A6B4-0317-FAEE-5042AFA00C05}" type="slidenum">
              <a:t>‹#›</a:t>
            </a:fld>
            <a:endParaRPr/>
          </a:p>
        </p:txBody>
      </p:sp>
    </p:spTree>
  </p:cSld>
  <p:clrMapOvr>
    <a:masterClrMapping/>
  </p:clrMapOvr>
  <p:hf hdr="0" ftr="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itleOnly" preserve="1">
  <p:cSld name="Title Only">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YRQAAZwoAABAAAAAmAAAACAAAAAAAAAAAAAAA"/>
              </a:ext>
            </a:extLst>
          </p:cNvSpPr>
          <p:nvPr>
            <p:ph type="title"/>
          </p:nvPr>
        </p:nvSpPr>
        <p:spPr/>
        <p:txBody>
          <a:bodyPr/>
          <a:lstStyle/>
          <a:p>
            <a:pPr>
              <a:defRPr lang="en-us"/>
            </a:pPr>
            <a:r>
              <a:t>Click to edit Master title style</a:t>
            </a:r>
          </a:p>
        </p:txBody>
      </p:sp>
      <p:sp>
        <p:nvSpPr>
          <p:cNvPr id="3" name="Date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IFgAAWSkAABAAAAAmAAAACAAAAAAAAAAAAAAA"/>
              </a:ext>
            </a:extLst>
          </p:cNvSpPr>
          <p:nvPr>
            <p:ph type="dt" sz="half" idx="10"/>
          </p:nvPr>
        </p:nvSpPr>
        <p:spPr/>
        <p:txBody>
          <a:bodyPr/>
          <a:lstStyle/>
          <a:p>
            <a:pPr>
              <a:defRPr lang="en-us"/>
            </a:pPr>
            <a:fld id="{153581AD-E3F8-6077-B68D-1522CFC34040}" type="datetime1">
              <a:t>2/14/2026</a:t>
            </a:fld>
            <a:endParaRPr/>
          </a:p>
        </p:txBody>
      </p:sp>
      <p:sp>
        <p:nvSpPr>
          <p:cNvPr id="4" name="Foot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oMgAAWSkAABAAAAAmAAAACAAAAAAAAAAAAAAA"/>
              </a:ext>
            </a:extLst>
          </p:cNvSpPr>
          <p:nvPr>
            <p:ph type="ftr" sz="quarter" idx="11"/>
          </p:nvPr>
        </p:nvSpPr>
        <p:spPr/>
        <p:txBody>
          <a:bodyPr/>
          <a:lstStyle/>
          <a:p>
            <a:pPr>
              <a:defRPr lang="en-us"/>
            </a:pPr>
            <a:endParaRPr/>
          </a:p>
        </p:txBody>
      </p:sp>
      <p:sp>
        <p:nvSpPr>
          <p:cNvPr id="5" name="Slide Number 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YRQAAWSkAABAAAAAmAAAACAAAAAAAAAAAAAAA"/>
              </a:ext>
            </a:extLst>
          </p:cNvSpPr>
          <p:nvPr>
            <p:ph type="sldNum" sz="quarter" idx="12"/>
          </p:nvPr>
        </p:nvSpPr>
        <p:spPr/>
        <p:txBody>
          <a:bodyPr/>
          <a:lstStyle/>
          <a:p>
            <a:pPr>
              <a:defRPr lang="en-us"/>
            </a:pPr>
            <a:fld id="{570DB452-1CBA-5842-F4B5-EA17FAFB02BF}" type="slidenum">
              <a:t>‹#›</a:t>
            </a:fld>
            <a:endParaRPr/>
          </a:p>
        </p:txBody>
      </p:sp>
    </p:spTree>
  </p:cSld>
  <p:clrMapOvr>
    <a:masterClrMapping/>
  </p:clrMapOvr>
  <p:hf hdr="0" ftr="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blank" preserve="1">
  <p:cSld name="Blank">
    <p:spTree>
      <p:nvGrpSpPr>
        <p:cNvPr id="1" name=""/>
        <p:cNvGrpSpPr/>
        <p:nvPr/>
      </p:nvGrpSpPr>
      <p:grpSpPr>
        <a:xfrm>
          <a:off x="0" y="0"/>
          <a:ext cx="0" cy="0"/>
          <a:chOff x="0" y="0"/>
          <a:chExt cx="0" cy="0"/>
        </a:xfrm>
      </p:grpSpPr>
      <p:sp>
        <p:nvSpPr>
          <p:cNvPr id="2" name="Date 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IFgAAWSkAABAAAAAmAAAACAAAAAAAAAAAAAAA"/>
              </a:ext>
            </a:extLst>
          </p:cNvSpPr>
          <p:nvPr>
            <p:ph type="dt" sz="half" idx="10"/>
          </p:nvPr>
        </p:nvSpPr>
        <p:spPr/>
        <p:txBody>
          <a:bodyPr/>
          <a:lstStyle/>
          <a:p>
            <a:pPr>
              <a:defRPr lang="en-us"/>
            </a:pPr>
            <a:fld id="{266B1E84-CACB-3EE8-85D3-3CBD509D7369}" type="datetime1">
              <a:t>2/14/2026</a:t>
            </a:fld>
            <a:endParaRPr/>
          </a:p>
        </p:txBody>
      </p:sp>
      <p:sp>
        <p:nvSpPr>
          <p:cNvPr id="3" name="Footer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oMgAAWSkAABAAAAAmAAAACAAAAAAAAAAAAAAA"/>
              </a:ext>
            </a:extLst>
          </p:cNvSpPr>
          <p:nvPr>
            <p:ph type="ftr" sz="quarter" idx="11"/>
          </p:nvPr>
        </p:nvSpPr>
        <p:spPr/>
        <p:txBody>
          <a:bodyPr/>
          <a:lstStyle/>
          <a:p>
            <a:pPr>
              <a:defRPr lang="en-us"/>
            </a:pPr>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z83x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YRQAAWSkAABAAAAAmAAAACAAAAAAAAAAAAAAA"/>
              </a:ext>
            </a:extLst>
          </p:cNvSpPr>
          <p:nvPr>
            <p:ph type="sldNum" sz="quarter" idx="12"/>
          </p:nvPr>
        </p:nvSpPr>
        <p:spPr/>
        <p:txBody>
          <a:bodyPr/>
          <a:lstStyle/>
          <a:p>
            <a:pPr>
              <a:defRPr lang="en-us"/>
            </a:pPr>
            <a:fld id="{3A0C8CB7-F9D7-597A-99B4-0F2FC2FA6F5A}" type="slidenum">
              <a:t>‹#›</a:t>
            </a:fld>
            <a:endParaRPr/>
          </a:p>
        </p:txBody>
      </p:sp>
    </p:spTree>
  </p:cSld>
  <p:clrMapOvr>
    <a:masterClrMapping/>
  </p:clrMapOvr>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objTx" preserve="1">
  <p:cSld name="Content with Caption">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wUAANACAABbHQAAqAwAABAAAAAmAAAACAAAAIGAAAAAAAAA"/>
              </a:ext>
            </a:extLst>
          </p:cNvSpPr>
          <p:nvPr>
            <p:ph type="title"/>
          </p:nvPr>
        </p:nvSpPr>
        <p:spPr>
          <a:xfrm>
            <a:off x="840105" y="457200"/>
            <a:ext cx="3931920" cy="1600200"/>
          </a:xfrm>
        </p:spPr>
        <p:txBody>
          <a:bodyPr vert="horz" wrap="square" lIns="91440" tIns="45720" rIns="91440" bIns="45720" numCol="1" spcCol="215900" anchor="b">
            <a:prstTxWarp prst="textNoShape">
              <a:avLst/>
            </a:prstTxWarp>
          </a:bodyPr>
          <a:lstStyle>
            <a:lvl1pPr>
              <a:defRPr lang="en-us" sz="3200" cap="none"/>
            </a:lvl1pPr>
            <a:lvl2pPr>
              <a:defRPr lang="en-us"/>
            </a:lvl2pPr>
            <a:lvl3pPr>
              <a:defRPr lang="en-us"/>
            </a:lvl3pPr>
            <a:lvl4pPr>
              <a:defRPr lang="en-us"/>
            </a:lvl4pPr>
            <a:lvl5pPr>
              <a:defRPr lang="en-us"/>
            </a:lvl5pPr>
            <a:lvl6pPr>
              <a:defRPr lang="en-us"/>
            </a:lvl6pPr>
            <a:lvl7pPr>
              <a:defRPr lang="en-us"/>
            </a:lvl7pPr>
            <a:lvl8pPr>
              <a:defRPr lang="en-us"/>
            </a:lvl8pPr>
            <a:lvl9pPr>
              <a:defRPr lang="en-us"/>
            </a:lvl9pPr>
          </a:lstStyle>
          <a:p>
            <a:pPr>
              <a:defRPr lang="en-us"/>
            </a:pPr>
            <a:r>
              <a:t>Click to edit Master title style</a:t>
            </a: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4x8AABMGAADbRQAADiQAABAAAAAmAAAACAAAAAGAAAAAAAAA"/>
              </a:ext>
            </a:extLst>
          </p:cNvSpPr>
          <p:nvPr>
            <p:ph idx="1"/>
          </p:nvPr>
        </p:nvSpPr>
        <p:spPr>
          <a:xfrm>
            <a:off x="5183505" y="987425"/>
            <a:ext cx="6172200" cy="4873625"/>
          </a:xfrm>
        </p:spPr>
        <p:txBody>
          <a:bodyPr/>
          <a:lstStyle>
            <a:lvl1pPr>
              <a:defRPr lang="en-us" sz="3200" cap="none"/>
            </a:lvl1pPr>
            <a:lvl2pPr>
              <a:defRPr lang="en-us" sz="2800" cap="none"/>
            </a:lvl2pPr>
            <a:lvl3pPr>
              <a:defRPr lang="en-us" sz="2400" cap="none"/>
            </a:lvl3pPr>
            <a:lvl4pPr>
              <a:defRPr lang="en-us" sz="2000" cap="none"/>
            </a:lvl4pPr>
            <a:lvl5pPr>
              <a:defRPr lang="en-us" sz="2000" cap="none"/>
            </a:lvl5pPr>
            <a:lvl6pPr>
              <a:defRPr lang="en-us" sz="2000" cap="none"/>
            </a:lvl6pPr>
            <a:lvl7pPr>
              <a:defRPr lang="en-us" sz="2000" cap="none"/>
            </a:lvl7pPr>
            <a:lvl8pPr>
              <a:defRPr lang="en-us" sz="2000" cap="none"/>
            </a:lvl8pPr>
            <a:lvl9pPr>
              <a:defRPr lang="en-us" sz="2000" cap="none"/>
            </a:lvl9pPr>
          </a:lstStyle>
          <a:p>
            <a:pPr>
              <a:defRPr lang="en-us"/>
            </a:pPr>
            <a:r>
              <a:t>Click to 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4" name="Text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wUAAKgMAABbHQAAGyQAABAAAAAmAAAACAAAAAGAAAAAAAAA"/>
              </a:ext>
            </a:extLst>
          </p:cNvSpPr>
          <p:nvPr>
            <p:ph idx="2"/>
          </p:nvPr>
        </p:nvSpPr>
        <p:spPr>
          <a:xfrm>
            <a:off x="840105" y="2057400"/>
            <a:ext cx="3931920" cy="3811905"/>
          </a:xfrm>
        </p:spPr>
        <p:txBody>
          <a:bodyPr/>
          <a:lstStyle>
            <a:lvl1pPr marL="0" indent="0">
              <a:buNone/>
              <a:defRPr lang="en-us" sz="1600" cap="none"/>
            </a:lvl1pPr>
            <a:lvl2pPr marL="457200" indent="0">
              <a:buNone/>
              <a:defRPr lang="en-us" sz="1400" cap="none"/>
            </a:lvl2pPr>
            <a:lvl3pPr marL="914400" indent="0">
              <a:buNone/>
              <a:defRPr lang="en-us" sz="1200" cap="none"/>
            </a:lvl3pPr>
            <a:lvl4pPr marL="1371600" indent="0">
              <a:buNone/>
              <a:defRPr lang="en-us" sz="1000" cap="none"/>
            </a:lvl4pPr>
            <a:lvl5pPr marL="1828800" indent="0">
              <a:buNone/>
              <a:defRPr lang="en-us" sz="1000" cap="none"/>
            </a:lvl5pPr>
            <a:lvl6pPr marL="2286000" indent="0">
              <a:buNone/>
              <a:defRPr lang="en-us" sz="1000" cap="none"/>
            </a:lvl6pPr>
            <a:lvl7pPr marL="2743200" indent="0">
              <a:buNone/>
              <a:defRPr lang="en-us" sz="1000" cap="none"/>
            </a:lvl7pPr>
            <a:lvl8pPr marL="3200400" indent="0">
              <a:buNone/>
              <a:defRPr lang="en-us" sz="1000" cap="none"/>
            </a:lvl8pPr>
            <a:lvl9pPr marL="3657600" indent="0">
              <a:buNone/>
              <a:defRPr lang="en-us" sz="1000" cap="none"/>
            </a:lvl9pPr>
          </a:lstStyle>
          <a:p>
            <a:pPr>
              <a:defRPr lang="en-us"/>
            </a:pPr>
            <a:r>
              <a:t>Click to edit Master text styles</a:t>
            </a:r>
          </a:p>
        </p:txBody>
      </p:sp>
      <p:sp>
        <p:nvSpPr>
          <p:cNvPr id="5" name="Date 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IFgAAWSkAABAAAAAmAAAACAAAAAAAAAAAAAAA"/>
              </a:ext>
            </a:extLst>
          </p:cNvSpPr>
          <p:nvPr>
            <p:ph type="dt" sz="half" idx="10"/>
          </p:nvPr>
        </p:nvSpPr>
        <p:spPr/>
        <p:txBody>
          <a:bodyPr/>
          <a:lstStyle/>
          <a:p>
            <a:pPr>
              <a:defRPr lang="en-us"/>
            </a:pPr>
            <a:fld id="{49365F83-CDA4-63A9-EA8E-3BFC11C01C6E}" type="datetime1">
              <a:t>2/14/2026</a:t>
            </a:fld>
            <a:endParaRPr/>
          </a:p>
        </p:txBody>
      </p:sp>
      <p:sp>
        <p:nvSpPr>
          <p:cNvPr id="6" name="Footer 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oMgAAWSkAABAAAAAmAAAACAAAAAAAAAAAAAAA"/>
              </a:ext>
            </a:extLst>
          </p:cNvSpPr>
          <p:nvPr>
            <p:ph type="ftr" sz="quarter" idx="11"/>
          </p:nvPr>
        </p:nvSpPr>
        <p:spPr/>
        <p:txBody>
          <a:bodyPr/>
          <a:lstStyle/>
          <a:p>
            <a:pPr>
              <a:defRPr lang="en-us"/>
            </a:pPr>
            <a:endParaRPr/>
          </a:p>
        </p:txBody>
      </p:sp>
      <p:sp>
        <p:nvSpPr>
          <p:cNvPr id="7" name="Slide Number 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YRQAAWSkAABAAAAAmAAAACAAAAAAAAAAAAAAA"/>
              </a:ext>
            </a:extLst>
          </p:cNvSpPr>
          <p:nvPr>
            <p:ph type="sldNum" sz="quarter" idx="12"/>
          </p:nvPr>
        </p:nvSpPr>
        <p:spPr/>
        <p:txBody>
          <a:bodyPr/>
          <a:lstStyle/>
          <a:p>
            <a:pPr>
              <a:defRPr lang="en-us"/>
            </a:pPr>
            <a:fld id="{6F3B8872-3C82-6E7E-CC83-CA2BC6CD3A9F}" type="slidenum">
              <a:t>‹#›</a:t>
            </a:fld>
            <a:endParaRPr/>
          </a:p>
        </p:txBody>
      </p:sp>
    </p:spTree>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picTx" preserve="1">
  <p:cSld name="Picture with Caption">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wUAANACAABbHQAAqAwAABAAAAAmAAAACAAAAIGAAAAAAAAA"/>
              </a:ext>
            </a:extLst>
          </p:cNvSpPr>
          <p:nvPr>
            <p:ph type="title"/>
          </p:nvPr>
        </p:nvSpPr>
        <p:spPr>
          <a:xfrm>
            <a:off x="840105" y="457200"/>
            <a:ext cx="3931920" cy="1600200"/>
          </a:xfrm>
        </p:spPr>
        <p:txBody>
          <a:bodyPr vert="horz" wrap="square" lIns="91440" tIns="45720" rIns="91440" bIns="45720" numCol="1" spcCol="215900" anchor="b">
            <a:prstTxWarp prst="textNoShape">
              <a:avLst/>
            </a:prstTxWarp>
          </a:bodyPr>
          <a:lstStyle>
            <a:lvl1pPr>
              <a:defRPr lang="en-us" sz="3200" cap="none"/>
            </a:lvl1pPr>
            <a:lvl2pPr>
              <a:defRPr lang="en-us"/>
            </a:lvl2pPr>
            <a:lvl3pPr>
              <a:defRPr lang="en-us"/>
            </a:lvl3pPr>
            <a:lvl4pPr>
              <a:defRPr lang="en-us"/>
            </a:lvl4pPr>
            <a:lvl5pPr>
              <a:defRPr lang="en-us"/>
            </a:lvl5pPr>
            <a:lvl6pPr>
              <a:defRPr lang="en-us"/>
            </a:lvl6pPr>
            <a:lvl7pPr>
              <a:defRPr lang="en-us"/>
            </a:lvl7pPr>
            <a:lvl8pPr>
              <a:defRPr lang="en-us"/>
            </a:lvl8pPr>
            <a:lvl9pPr>
              <a:defRPr lang="en-us"/>
            </a:lvl9pPr>
          </a:lstStyle>
          <a:p>
            <a:pPr>
              <a:defRPr lang="en-us"/>
            </a:pPr>
            <a:r>
              <a:t>Click to edit Master title style</a:t>
            </a:r>
          </a:p>
        </p:txBody>
      </p:sp>
      <p:sp>
        <p:nvSpPr>
          <p:cNvPr id="3" name="Picture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4x8AABMGAADbRQAADiQAABAAAAAmAAAACAAAAAGAAAAAAAAA"/>
              </a:ext>
            </a:extLst>
          </p:cNvSpPr>
          <p:nvPr>
            <p:ph type="pic" idx="1"/>
          </p:nvPr>
        </p:nvSpPr>
        <p:spPr>
          <a:xfrm>
            <a:off x="5183505" y="987425"/>
            <a:ext cx="6172200" cy="4873625"/>
          </a:xfrm>
        </p:spPr>
        <p:txBody>
          <a:bodyPr/>
          <a:lstStyle>
            <a:lvl1pPr marL="0" indent="0">
              <a:buNone/>
              <a:defRPr lang="en-us" sz="3200" cap="none"/>
            </a:lvl1pPr>
            <a:lvl2pPr marL="457200" indent="0">
              <a:buNone/>
              <a:defRPr lang="en-us" sz="2800" cap="none"/>
            </a:lvl2pPr>
            <a:lvl3pPr marL="914400" indent="0">
              <a:buNone/>
              <a:defRPr lang="en-us" sz="2400" cap="none"/>
            </a:lvl3pPr>
            <a:lvl4pPr marL="1371600" indent="0">
              <a:buNone/>
              <a:defRPr lang="en-us" sz="2000" cap="none"/>
            </a:lvl4pPr>
            <a:lvl5pPr marL="1828800" indent="0">
              <a:buNone/>
              <a:defRPr lang="en-us" sz="2000" cap="none"/>
            </a:lvl5pPr>
            <a:lvl6pPr marL="2286000" indent="0">
              <a:buNone/>
              <a:defRPr lang="en-us" sz="2000" cap="none"/>
            </a:lvl6pPr>
            <a:lvl7pPr marL="2743200" indent="0">
              <a:buNone/>
              <a:defRPr lang="en-us" sz="2000" cap="none"/>
            </a:lvl7pPr>
            <a:lvl8pPr marL="3200400" indent="0">
              <a:buNone/>
              <a:defRPr lang="en-us" sz="2000" cap="none"/>
            </a:lvl8pPr>
            <a:lvl9pPr marL="3657600" indent="0">
              <a:buNone/>
              <a:defRPr lang="en-us" sz="2000" cap="none"/>
            </a:lvl9pPr>
          </a:lstStyle>
          <a:p>
            <a:pPr>
              <a:defRPr lang="en-us"/>
            </a:pPr>
            <a:endParaRPr/>
          </a:p>
        </p:txBody>
      </p:sp>
      <p:sp>
        <p:nvSpPr>
          <p:cNvPr id="4" name="Text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wUAAKgMAABbHQAAGyQAABAAAAAmAAAACAAAAAGAAAAAAAAA"/>
              </a:ext>
            </a:extLst>
          </p:cNvSpPr>
          <p:nvPr>
            <p:ph idx="2"/>
          </p:nvPr>
        </p:nvSpPr>
        <p:spPr>
          <a:xfrm>
            <a:off x="840105" y="2057400"/>
            <a:ext cx="3931920" cy="3811905"/>
          </a:xfrm>
        </p:spPr>
        <p:txBody>
          <a:bodyPr/>
          <a:lstStyle>
            <a:lvl1pPr marL="0" indent="0">
              <a:buNone/>
              <a:defRPr lang="en-us" sz="1600" cap="none"/>
            </a:lvl1pPr>
            <a:lvl2pPr marL="457200" indent="0">
              <a:buNone/>
              <a:defRPr lang="en-us" sz="1400" cap="none"/>
            </a:lvl2pPr>
            <a:lvl3pPr marL="914400" indent="0">
              <a:buNone/>
              <a:defRPr lang="en-us" sz="1200" cap="none"/>
            </a:lvl3pPr>
            <a:lvl4pPr marL="1371600" indent="0">
              <a:buNone/>
              <a:defRPr lang="en-us" sz="1000" cap="none"/>
            </a:lvl4pPr>
            <a:lvl5pPr marL="1828800" indent="0">
              <a:buNone/>
              <a:defRPr lang="en-us" sz="1000" cap="none"/>
            </a:lvl5pPr>
            <a:lvl6pPr marL="2286000" indent="0">
              <a:buNone/>
              <a:defRPr lang="en-us" sz="1000" cap="none"/>
            </a:lvl6pPr>
            <a:lvl7pPr marL="2743200" indent="0">
              <a:buNone/>
              <a:defRPr lang="en-us" sz="1000" cap="none"/>
            </a:lvl7pPr>
            <a:lvl8pPr marL="3200400" indent="0">
              <a:buNone/>
              <a:defRPr lang="en-us" sz="1000" cap="none"/>
            </a:lvl8pPr>
            <a:lvl9pPr marL="3657600" indent="0">
              <a:buNone/>
              <a:defRPr lang="en-us" sz="1000" cap="none"/>
            </a:lvl9pPr>
          </a:lstStyle>
          <a:p>
            <a:pPr>
              <a:defRPr lang="en-us"/>
            </a:pPr>
            <a:r>
              <a:t>Click to edit Master text styles</a:t>
            </a:r>
          </a:p>
        </p:txBody>
      </p:sp>
      <p:sp>
        <p:nvSpPr>
          <p:cNvPr id="5" name="Date 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IFgAAWSkAABAAAAAmAAAACAAAAAAAAAAAAAAA"/>
              </a:ext>
            </a:extLst>
          </p:cNvSpPr>
          <p:nvPr>
            <p:ph type="dt" sz="half" idx="10"/>
          </p:nvPr>
        </p:nvSpPr>
        <p:spPr/>
        <p:txBody>
          <a:bodyPr/>
          <a:lstStyle/>
          <a:p>
            <a:pPr>
              <a:defRPr lang="en-us"/>
            </a:pPr>
            <a:fld id="{21AD288D-C3CC-F8DE-8215-358B665B7460}" type="datetime1">
              <a:t>2/14/2026</a:t>
            </a:fld>
            <a:endParaRPr/>
          </a:p>
        </p:txBody>
      </p:sp>
      <p:sp>
        <p:nvSpPr>
          <p:cNvPr id="6" name="Footer 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oMgAAWSkAABAAAAAmAAAACAAAAAAAAAAAAAAA"/>
              </a:ext>
            </a:extLst>
          </p:cNvSpPr>
          <p:nvPr>
            <p:ph type="ftr" sz="quarter" idx="11"/>
          </p:nvPr>
        </p:nvSpPr>
        <p:spPr/>
        <p:txBody>
          <a:bodyPr/>
          <a:lstStyle/>
          <a:p>
            <a:pPr>
              <a:defRPr lang="en-us"/>
            </a:pPr>
            <a:endParaRPr/>
          </a:p>
        </p:txBody>
      </p:sp>
      <p:sp>
        <p:nvSpPr>
          <p:cNvPr id="7" name="Slide Number 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YRQAAWSkAABAAAAAmAAAACAAAAAAAAAAAAAAA"/>
              </a:ext>
            </a:extLst>
          </p:cNvSpPr>
          <p:nvPr>
            <p:ph type="sldNum" sz="quarter" idx="12"/>
          </p:nvPr>
        </p:nvSpPr>
        <p:spPr/>
        <p:txBody>
          <a:bodyPr/>
          <a:lstStyle/>
          <a:p>
            <a:pPr>
              <a:defRPr lang="en-us"/>
            </a:pPr>
            <a:fld id="{4361128A-C4AE-34E4-E0D9-32B15C971667}" type="slidenum">
              <a:t>‹#›</a:t>
            </a:fld>
            <a:endParaRPr/>
          </a:p>
        </p:txBody>
      </p:sp>
    </p:spTree>
  </p:cSld>
  <p:clrMapOvr>
    <a:masterClrMapping/>
  </p:clrMapOvr>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vertTx" preserve="1">
  <p:cSld name="Title and Vertical Text">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YRQAAZwoAABAAAAAmAAAACAAAAAAAAAAAAAAA"/>
              </a:ext>
            </a:extLst>
          </p:cNvSpPr>
          <p:nvPr>
            <p:ph type="title"/>
          </p:nvPr>
        </p:nvSpPr>
        <p:spPr/>
        <p:txBody>
          <a:bodyPr/>
          <a:lstStyle/>
          <a:p>
            <a:pPr>
              <a:defRPr lang="en-us"/>
            </a:pPr>
            <a:r>
              <a:t>Click to edit Master title style</a:t>
            </a:r>
          </a:p>
        </p:txBody>
      </p:sp>
      <p:sp>
        <p:nvSpPr>
          <p:cNvPr id="3" name="Vertical Tex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AAAAAAQ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YRQAAACYAABAAAAAmAAAACAAAAAIAAAAAAAAA"/>
              </a:ext>
            </a:extLst>
          </p:cNvSpPr>
          <p:nvPr>
            <p:ph idx="1"/>
          </p:nvPr>
        </p:nvSpPr>
        <p:spPr/>
        <p:txBody>
          <a:bodyPr vert="vert" wrap="square" lIns="91440" tIns="45720" rIns="91440" bIns="45720" numCol="1" spcCol="215900" anchor="t">
            <a:prstTxWarp prst="textNoShape">
              <a:avLst/>
            </a:prstTxWarp>
          </a:bodyPr>
          <a:lstStyle/>
          <a:p>
            <a:pPr>
              <a:defRPr lang="en-us"/>
            </a:pPr>
            <a:r>
              <a:t>Click to 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4" name="Date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IFgAAWSkAABAAAAAmAAAACAAAAAAAAAAAAAAA"/>
              </a:ext>
            </a:extLst>
          </p:cNvSpPr>
          <p:nvPr>
            <p:ph type="dt" sz="half" idx="10"/>
          </p:nvPr>
        </p:nvSpPr>
        <p:spPr/>
        <p:txBody>
          <a:bodyPr/>
          <a:lstStyle/>
          <a:p>
            <a:pPr>
              <a:defRPr lang="en-us"/>
            </a:pPr>
            <a:fld id="{571B8019-57BA-4E76-F4A3-A123CEED02F4}" type="datetime1">
              <a:t>2/14/2026</a:t>
            </a:fld>
            <a:endParaRPr/>
          </a:p>
        </p:txBody>
      </p:sp>
      <p:sp>
        <p:nvSpPr>
          <p:cNvPr id="5" name="Footer 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oMgAAWSkAABAAAAAmAAAACAAAAAAAAAAAAAAA"/>
              </a:ext>
            </a:extLst>
          </p:cNvSpPr>
          <p:nvPr>
            <p:ph type="ftr" sz="quarter" idx="11"/>
          </p:nvPr>
        </p:nvSpPr>
        <p:spPr/>
        <p:txBody>
          <a:bodyPr/>
          <a:lstStyle/>
          <a:p>
            <a:pPr>
              <a:defRPr lang="en-us"/>
            </a:pPr>
            <a:endParaRPr/>
          </a:p>
        </p:txBody>
      </p:sp>
      <p:sp>
        <p:nvSpPr>
          <p:cNvPr id="6" name="Slide Number 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YRQAAWSkAABAAAAAmAAAACAAAAAAAAAAAAAAA"/>
              </a:ext>
            </a:extLst>
          </p:cNvSpPr>
          <p:nvPr>
            <p:ph type="sldNum" sz="quarter" idx="12"/>
          </p:nvPr>
        </p:nvSpPr>
        <p:spPr/>
        <p:txBody>
          <a:bodyPr/>
          <a:lstStyle/>
          <a:p>
            <a:pPr>
              <a:defRPr lang="en-us"/>
            </a:pPr>
            <a:fld id="{55983182-CCB8-CDC7-F620-3A927F6E006F}" type="slidenum">
              <a:t>‹#›</a:t>
            </a:fld>
            <a:endParaRPr/>
          </a:p>
        </p:txBody>
      </p:sp>
    </p:spTree>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Q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rDUAAD8CAADYRQAAACYAABAAAAAmAAAACAAAAAMAAAAAAAAA"/>
              </a:ext>
            </a:extLst>
          </p:cNvSpPr>
          <p:nvPr>
            <p:ph type="title"/>
          </p:nvPr>
        </p:nvSpPr>
        <p:spPr>
          <a:xfrm>
            <a:off x="8724900" y="365125"/>
            <a:ext cx="2628900" cy="5812155"/>
          </a:xfrm>
        </p:spPr>
        <p:txBody>
          <a:bodyPr vert="vert" wrap="square" lIns="91440" tIns="45720" rIns="91440" bIns="45720" numCol="1" spcCol="215900" anchor="ctr">
            <a:prstTxWarp prst="textNoShape">
              <a:avLst/>
            </a:prstTxWarp>
          </a:bodyPr>
          <a:lstStyle/>
          <a:p>
            <a:pPr>
              <a:defRPr lang="en-us"/>
            </a:pPr>
            <a:r>
              <a:t>Click to edit Master title style</a:t>
            </a:r>
          </a:p>
        </p:txBody>
      </p:sp>
      <p:sp>
        <p:nvSpPr>
          <p:cNvPr id="3" name="Vertical Tex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AAAAAAQ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C8NAAAACYAABAAAAAmAAAACAAAAAMAAAAAAAAA"/>
              </a:ext>
            </a:extLst>
          </p:cNvSpPr>
          <p:nvPr>
            <p:ph idx="1"/>
          </p:nvPr>
        </p:nvSpPr>
        <p:spPr>
          <a:xfrm>
            <a:off x="838200" y="365125"/>
            <a:ext cx="7734300" cy="5812155"/>
          </a:xfrm>
        </p:spPr>
        <p:txBody>
          <a:bodyPr vert="vert" wrap="square" lIns="91440" tIns="45720" rIns="91440" bIns="45720" numCol="1" spcCol="215900" anchor="t">
            <a:prstTxWarp prst="textNoShape">
              <a:avLst/>
            </a:prstTxWarp>
          </a:bodyPr>
          <a:lstStyle/>
          <a:p>
            <a:pPr>
              <a:defRPr lang="en-us"/>
            </a:pPr>
            <a:r>
              <a:t>Click to 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4" name="Date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IFgAAWSkAABAAAAAmAAAACAAAAAAAAAAAAAAA"/>
              </a:ext>
            </a:extLst>
          </p:cNvSpPr>
          <p:nvPr>
            <p:ph type="dt" sz="half" idx="10"/>
          </p:nvPr>
        </p:nvSpPr>
        <p:spPr/>
        <p:txBody>
          <a:bodyPr/>
          <a:lstStyle/>
          <a:p>
            <a:pPr>
              <a:defRPr lang="en-us"/>
            </a:pPr>
            <a:fld id="{679B3F17-598A-CEC9-C423-AF9C716D32FA}" type="datetime1">
              <a:t>2/14/2026</a:t>
            </a:fld>
            <a:endParaRPr/>
          </a:p>
        </p:txBody>
      </p:sp>
      <p:sp>
        <p:nvSpPr>
          <p:cNvPr id="5" name="Footer 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oMgAAWSkAABAAAAAmAAAACAAAAAAAAAAAAAAA"/>
              </a:ext>
            </a:extLst>
          </p:cNvSpPr>
          <p:nvPr>
            <p:ph type="ftr" sz="quarter" idx="11"/>
          </p:nvPr>
        </p:nvSpPr>
        <p:spPr/>
        <p:txBody>
          <a:bodyPr/>
          <a:lstStyle/>
          <a:p>
            <a:pPr>
              <a:defRPr lang="en-us"/>
            </a:pPr>
            <a:endParaRPr/>
          </a:p>
        </p:txBody>
      </p:sp>
      <p:sp>
        <p:nvSpPr>
          <p:cNvPr id="6" name="Slide Number 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YRQAAWSkAABAAAAAmAAAACAAAAAAAAAAAAAAA"/>
              </a:ext>
            </a:extLst>
          </p:cNvSpPr>
          <p:nvPr>
            <p:ph type="sldNum" sz="quarter" idx="12"/>
          </p:nvPr>
        </p:nvSpPr>
        <p:spPr/>
        <p:txBody>
          <a:bodyPr/>
          <a:lstStyle/>
          <a:p>
            <a:pPr>
              <a:defRPr lang="en-us"/>
            </a:pPr>
            <a:fld id="{3A4B41C2-8CD7-1EB7-99F3-7AE20FBD6F2F}" type="slidenum">
              <a:t>‹#›</a:t>
            </a:fld>
            <a:endParaRPr/>
          </a:p>
        </p:txBody>
      </p:sp>
    </p:spTree>
  </p:cSld>
  <p:clrMapOvr>
    <a:masterClrMapping/>
  </p:clrMapOvr>
  <p:hf hdr="0" ft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HVlc3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D8CAADYRQAAZwoAABAAAAAmAAAACAAAAL8vAAAAAAAA"/>
              </a:ext>
            </a:extLst>
          </p:cNvSpPr>
          <p:nvPr>
            <p:ph type="title"/>
          </p:nvPr>
        </p:nvSpPr>
        <p:spPr>
          <a:xfrm>
            <a:off x="838200" y="365125"/>
            <a:ext cx="10515600" cy="1325880"/>
          </a:xfrm>
          <a:prstGeom prst="rect">
            <a:avLst/>
          </a:prstGeom>
        </p:spPr>
        <p:txBody>
          <a:bodyPr vert="horz" wrap="square" lIns="91440" tIns="45720" rIns="91440" bIns="45720" numCol="1" spcCol="215900" anchor="ctr">
            <a:prstTxWarp prst="textNoShape">
              <a:avLst/>
            </a:prstTxWarp>
          </a:bodyPr>
          <a:lstStyle/>
          <a:p>
            <a:pPr>
              <a:defRPr lang="en-us"/>
            </a:pPr>
            <a:r>
              <a:t>Click to edit Master title style</a:t>
            </a:r>
          </a:p>
        </p:txBody>
      </p:sp>
      <p:sp>
        <p:nvSpPr>
          <p:cNvPr id="3" name="Tex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LC8wi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DsLAADYRQAAACYAABAAAAAmAAAACAAAAD8vAAAAAAAA"/>
              </a:ext>
            </a:extLst>
          </p:cNvSpPr>
          <p:nvPr>
            <p:ph type="body" idx="1"/>
          </p:nvPr>
        </p:nvSpPr>
        <p:spPr>
          <a:xfrm>
            <a:off x="838200" y="1825625"/>
            <a:ext cx="10515600" cy="4351655"/>
          </a:xfrm>
          <a:prstGeom prst="rect">
            <a:avLst/>
          </a:prstGeom>
        </p:spPr>
        <p:txBody>
          <a:bodyPr vert="horz" wrap="square" lIns="91440" tIns="45720" rIns="91440" bIns="45720" numCol="1" spcCol="215900" anchor="t">
            <a:prstTxWarp prst="textNoShape">
              <a:avLst/>
            </a:prstTxWarp>
          </a:bodyPr>
          <a:lstStyle/>
          <a:p>
            <a:pPr>
              <a:defRPr lang="en-us"/>
            </a:pPr>
            <a:r>
              <a:t>Click to 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4" name="Date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MC9wi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BonAAAIFgAAWSkAABAAAAAmAAAACAAAAL+PAAAAAAAA"/>
              </a:ext>
            </a:extLst>
          </p:cNvSpPr>
          <p:nvPr>
            <p:ph type="dt" sz="half" idx="2"/>
          </p:nvPr>
        </p:nvSpPr>
        <p:spPr>
          <a:xfrm>
            <a:off x="838200" y="6356350"/>
            <a:ext cx="2743200" cy="365125"/>
          </a:xfrm>
          <a:prstGeom prst="rect">
            <a:avLst/>
          </a:prstGeom>
        </p:spPr>
        <p:txBody>
          <a:bodyPr vert="horz" wrap="square" lIns="91440" tIns="45720" rIns="91440" bIns="45720" numCol="1" spcCol="215900" anchor="ctr">
            <a:prstTxWarp prst="textNoShape">
              <a:avLst/>
            </a:prstTxWarp>
          </a:bodyPr>
          <a:lstStyle>
            <a:lvl1pPr algn="l">
              <a:defRPr lang="en-us" sz="1200" cap="none">
                <a:solidFill>
                  <a:srgbClr val="8C8C8C"/>
                </a:solidFill>
              </a:defRPr>
            </a:lvl1pPr>
            <a:lvl2pPr>
              <a:defRPr lang="en-us"/>
            </a:lvl2pPr>
            <a:lvl3pPr>
              <a:defRPr lang="en-us"/>
            </a:lvl3pPr>
            <a:lvl4pPr>
              <a:defRPr lang="en-us"/>
            </a:lvl4pPr>
            <a:lvl5pPr>
              <a:defRPr lang="en-us"/>
            </a:lvl5pPr>
            <a:lvl6pPr>
              <a:defRPr lang="en-us"/>
            </a:lvl6pPr>
            <a:lvl7pPr>
              <a:defRPr lang="en-us"/>
            </a:lvl7pPr>
            <a:lvl8pPr>
              <a:defRPr lang="en-us"/>
            </a:lvl8pPr>
            <a:lvl9pPr>
              <a:defRPr lang="en-us"/>
            </a:lvl9pPr>
          </a:lstStyle>
          <a:p>
            <a:pPr>
              <a:defRPr lang="en-us"/>
            </a:pPr>
            <a:fld id="{3EA0630B-45D3-F595-9D18-B3C02D566BE6}" type="datetime1">
              <a:t>2/14/2026</a:t>
            </a:fld>
            <a:endParaRPr/>
          </a:p>
        </p:txBody>
      </p:sp>
      <p:sp>
        <p:nvSpPr>
          <p:cNvPr id="5" name="Footer 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HQgdm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2BgAABonAAAoMgAAWSkAABAAAAAmAAAACAAAAL+PAAAAAAAA"/>
              </a:ext>
            </a:extLst>
          </p:cNvSpPr>
          <p:nvPr>
            <p:ph type="ftr" sz="quarter" idx="3"/>
          </p:nvPr>
        </p:nvSpPr>
        <p:spPr>
          <a:xfrm>
            <a:off x="4038600" y="6356350"/>
            <a:ext cx="4114800" cy="365125"/>
          </a:xfrm>
          <a:prstGeom prst="rect">
            <a:avLst/>
          </a:prstGeom>
        </p:spPr>
        <p:txBody>
          <a:bodyPr vert="horz" wrap="square" lIns="91440" tIns="45720" rIns="91440" bIns="45720" numCol="1" spcCol="215900" anchor="ctr">
            <a:prstTxWarp prst="textNoShape">
              <a:avLst/>
            </a:prstTxWarp>
          </a:bodyPr>
          <a:lstStyle>
            <a:lvl1pPr algn="ctr">
              <a:defRPr lang="en-us" sz="1200" cap="none">
                <a:solidFill>
                  <a:srgbClr val="8C8C8C"/>
                </a:solidFill>
              </a:defRPr>
            </a:lvl1pPr>
            <a:lvl2pPr>
              <a:defRPr lang="en-us"/>
            </a:lvl2pPr>
            <a:lvl3pPr>
              <a:defRPr lang="en-us"/>
            </a:lvl3pPr>
            <a:lvl4pPr>
              <a:defRPr lang="en-us"/>
            </a:lvl4pPr>
            <a:lvl5pPr>
              <a:defRPr lang="en-us"/>
            </a:lvl5pPr>
            <a:lvl6pPr>
              <a:defRPr lang="en-us"/>
            </a:lvl6pPr>
            <a:lvl7pPr>
              <a:defRPr lang="en-us"/>
            </a:lvl7pPr>
            <a:lvl8pPr>
              <a:defRPr lang="en-us"/>
            </a:lvl8pPr>
            <a:lvl9pPr>
              <a:defRPr lang="en-us"/>
            </a:lvl9pPr>
          </a:lstStyle>
          <a:p>
            <a:pPr>
              <a:defRPr lang="en-us"/>
            </a:pPr>
            <a:endParaRPr/>
          </a:p>
        </p:txBody>
      </p:sp>
      <p:sp>
        <p:nvSpPr>
          <p:cNvPr id="6" name="Slide Number 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GZmaW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DQAABonAADYRQAAWSkAABAAAAAmAAAACAAAAL+PAAAAAAAA"/>
              </a:ext>
            </a:extLst>
          </p:cNvSpPr>
          <p:nvPr>
            <p:ph type="sldNum" sz="quarter" idx="4"/>
          </p:nvPr>
        </p:nvSpPr>
        <p:spPr>
          <a:xfrm>
            <a:off x="8610600" y="6356350"/>
            <a:ext cx="2743200" cy="365125"/>
          </a:xfrm>
          <a:prstGeom prst="rect">
            <a:avLst/>
          </a:prstGeom>
        </p:spPr>
        <p:txBody>
          <a:bodyPr vert="horz" wrap="square" lIns="91440" tIns="45720" rIns="91440" bIns="45720" numCol="1" spcCol="215900" anchor="ctr">
            <a:prstTxWarp prst="textNoShape">
              <a:avLst/>
            </a:prstTxWarp>
          </a:bodyPr>
          <a:lstStyle>
            <a:lvl1pPr algn="r">
              <a:defRPr lang="en-us" sz="1200" cap="none">
                <a:solidFill>
                  <a:srgbClr val="8C8C8C"/>
                </a:solidFill>
              </a:defRPr>
            </a:lvl1pPr>
            <a:lvl2pPr>
              <a:defRPr lang="en-us"/>
            </a:lvl2pPr>
            <a:lvl3pPr>
              <a:defRPr lang="en-us"/>
            </a:lvl3pPr>
            <a:lvl4pPr>
              <a:defRPr lang="en-us"/>
            </a:lvl4pPr>
            <a:lvl5pPr>
              <a:defRPr lang="en-us"/>
            </a:lvl5pPr>
            <a:lvl6pPr>
              <a:defRPr lang="en-us"/>
            </a:lvl6pPr>
            <a:lvl7pPr>
              <a:defRPr lang="en-us"/>
            </a:lvl7pPr>
            <a:lvl8pPr>
              <a:defRPr lang="en-us"/>
            </a:lvl8pPr>
            <a:lvl9pPr>
              <a:defRPr lang="en-us"/>
            </a:lvl9pPr>
          </a:lstStyle>
          <a:p>
            <a:pPr>
              <a:defRPr lang="en-us"/>
            </a:pPr>
            <a:fld id="{729EE7F4-BA9F-CB11-D126-4C44A9682719}"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marL="0" marR="0" indent="0" algn="l" defTabSz="914400">
        <a:lnSpc>
          <a:spcPct val="90000"/>
        </a:lnSpc>
        <a:spcBef>
          <a:spcPts val="0"/>
        </a:spcBef>
        <a:spcAft>
          <a:spcPts val="0"/>
        </a:spcAft>
        <a:buNone/>
        <a:tabLst/>
        <a:defRPr lang="en-us" sz="4400" b="0" i="0" u="none" strike="noStrike" kern="1" cap="none" spc="0" baseline="0">
          <a:solidFill>
            <a:schemeClr val="tx1"/>
          </a:solidFill>
          <a:effectLst/>
          <a:latin typeface="Calibri Light" charset="0"/>
          <a:ea typeface="Arial" pitchFamily="2" charset="0"/>
          <a:cs typeface="Arial" pitchFamily="2" charset="0"/>
        </a:defRPr>
      </a:lvl1pPr>
      <a:lvl2pPr marL="457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Arial" pitchFamily="2" charset="0"/>
          <a:cs typeface="Arial" pitchFamily="2" charset="0"/>
        </a:defRPr>
      </a:lvl2pPr>
      <a:lvl3pPr marL="914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Arial" pitchFamily="2" charset="0"/>
          <a:cs typeface="Arial" pitchFamily="2" charset="0"/>
        </a:defRPr>
      </a:lvl3pPr>
      <a:lvl4pPr marL="1371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Arial" pitchFamily="2" charset="0"/>
          <a:cs typeface="Arial" pitchFamily="2" charset="0"/>
        </a:defRPr>
      </a:lvl4pPr>
      <a:lvl5pPr marL="18288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Arial" pitchFamily="2" charset="0"/>
          <a:cs typeface="Arial" pitchFamily="2" charset="0"/>
        </a:defRPr>
      </a:lvl5pPr>
      <a:lvl6pPr marL="22860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Arial" pitchFamily="2" charset="0"/>
          <a:cs typeface="Arial" pitchFamily="2" charset="0"/>
        </a:defRPr>
      </a:lvl6pPr>
      <a:lvl7pPr marL="2743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Arial" pitchFamily="2" charset="0"/>
          <a:cs typeface="Arial" pitchFamily="2" charset="0"/>
        </a:defRPr>
      </a:lvl7pPr>
      <a:lvl8pPr marL="3200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Arial" pitchFamily="2" charset="0"/>
          <a:cs typeface="Arial" pitchFamily="2" charset="0"/>
        </a:defRPr>
      </a:lvl8pPr>
      <a:lvl9pPr marL="3657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Arial" pitchFamily="2" charset="0"/>
          <a:cs typeface="Arial" pitchFamily="2" charset="0"/>
        </a:defRPr>
      </a:lvl9pPr>
    </p:titleStyle>
    <p:bodyStyle>
      <a:lvl1pPr marL="228600" marR="0" indent="-228600" algn="l" defTabSz="914400">
        <a:lnSpc>
          <a:spcPct val="90000"/>
        </a:lnSpc>
        <a:spcBef>
          <a:spcPts val="1000"/>
        </a:spcBef>
        <a:spcAft>
          <a:spcPts val="0"/>
        </a:spcAft>
        <a:buClrTx/>
        <a:buSzTx/>
        <a:buFont typeface="Arial" pitchFamily="2" charset="0"/>
        <a:buChar char="•"/>
        <a:tabLst/>
        <a:defRPr lang="en-us" sz="2800" b="0" i="0" u="none" strike="noStrike" kern="1" cap="none" spc="0" baseline="0">
          <a:solidFill>
            <a:schemeClr val="tx1"/>
          </a:solidFill>
          <a:effectLst/>
          <a:latin typeface="Calibri" pitchFamily="2" charset="0"/>
          <a:ea typeface="Arial" pitchFamily="2" charset="0"/>
          <a:cs typeface="Arial" pitchFamily="2" charset="0"/>
        </a:defRPr>
      </a:lvl1pPr>
      <a:lvl2pPr marL="685800" marR="0" indent="-228600" algn="l" defTabSz="914400">
        <a:lnSpc>
          <a:spcPct val="90000"/>
        </a:lnSpc>
        <a:spcBef>
          <a:spcPts val="500"/>
        </a:spcBef>
        <a:spcAft>
          <a:spcPts val="0"/>
        </a:spcAft>
        <a:buClrTx/>
        <a:buSzTx/>
        <a:buFont typeface="Arial" pitchFamily="2" charset="0"/>
        <a:buChar char="•"/>
        <a:tabLst/>
        <a:defRPr lang="en-us" sz="2400" b="0" i="0" u="none" strike="noStrike" kern="1" cap="none" spc="0" baseline="0">
          <a:solidFill>
            <a:schemeClr val="tx1"/>
          </a:solidFill>
          <a:effectLst/>
          <a:latin typeface="Calibri" pitchFamily="2" charset="0"/>
          <a:ea typeface="Arial" pitchFamily="2" charset="0"/>
          <a:cs typeface="Arial" pitchFamily="2" charset="0"/>
        </a:defRPr>
      </a:lvl2pPr>
      <a:lvl3pPr marL="1143000" marR="0" indent="-228600" algn="l" defTabSz="914400">
        <a:lnSpc>
          <a:spcPct val="90000"/>
        </a:lnSpc>
        <a:spcBef>
          <a:spcPts val="500"/>
        </a:spcBef>
        <a:spcAft>
          <a:spcPts val="0"/>
        </a:spcAft>
        <a:buClrTx/>
        <a:buSzTx/>
        <a:buFont typeface="Arial" pitchFamily="2" charset="0"/>
        <a:buChar char="•"/>
        <a:tabLst/>
        <a:defRPr lang="en-us" sz="2000" b="0" i="0" u="none" strike="noStrike" kern="1" cap="none" spc="0" baseline="0">
          <a:solidFill>
            <a:schemeClr val="tx1"/>
          </a:solidFill>
          <a:effectLst/>
          <a:latin typeface="Calibri" pitchFamily="2" charset="0"/>
          <a:ea typeface="Arial" pitchFamily="2" charset="0"/>
          <a:cs typeface="Arial" pitchFamily="2" charset="0"/>
        </a:defRPr>
      </a:lvl3pPr>
      <a:lvl4pPr marL="1600200" marR="0" indent="-228600" algn="l" defTabSz="914400">
        <a:lnSpc>
          <a:spcPct val="90000"/>
        </a:lnSpc>
        <a:spcBef>
          <a:spcPts val="500"/>
        </a:spcBef>
        <a:spcAft>
          <a:spcPts val="0"/>
        </a:spcAft>
        <a:buClrTx/>
        <a:buSzTx/>
        <a:buFont typeface="Arial" pitchFamily="2" charset="0"/>
        <a:buChar char="•"/>
        <a:tabLst/>
        <a:defRPr lang="en-us" sz="1800" b="0" i="0" u="none" strike="noStrike" kern="1" cap="none" spc="0" baseline="0">
          <a:solidFill>
            <a:schemeClr val="tx1"/>
          </a:solidFill>
          <a:effectLst/>
          <a:latin typeface="Calibri" pitchFamily="2" charset="0"/>
          <a:ea typeface="Arial" pitchFamily="2" charset="0"/>
          <a:cs typeface="Arial" pitchFamily="2" charset="0"/>
        </a:defRPr>
      </a:lvl4pPr>
      <a:lvl5pPr marL="2057400" marR="0" indent="-228600" algn="l" defTabSz="914400">
        <a:lnSpc>
          <a:spcPct val="90000"/>
        </a:lnSpc>
        <a:spcBef>
          <a:spcPts val="500"/>
        </a:spcBef>
        <a:spcAft>
          <a:spcPts val="0"/>
        </a:spcAft>
        <a:buClrTx/>
        <a:buSzTx/>
        <a:buFont typeface="Arial" pitchFamily="2" charset="0"/>
        <a:buChar char="•"/>
        <a:tabLst/>
        <a:defRPr lang="en-us" sz="1800" b="0" i="0" u="none" strike="noStrike" kern="1" cap="none" spc="0" baseline="0">
          <a:solidFill>
            <a:schemeClr val="tx1"/>
          </a:solidFill>
          <a:effectLst/>
          <a:latin typeface="Calibri" pitchFamily="2" charset="0"/>
          <a:ea typeface="Arial" pitchFamily="2" charset="0"/>
          <a:cs typeface="Arial" pitchFamily="2" charset="0"/>
        </a:defRPr>
      </a:lvl5pPr>
      <a:lvl6pPr marL="2514600" marR="0" indent="-228600" algn="l" defTabSz="914400">
        <a:lnSpc>
          <a:spcPct val="90000"/>
        </a:lnSpc>
        <a:spcBef>
          <a:spcPts val="500"/>
        </a:spcBef>
        <a:spcAft>
          <a:spcPts val="0"/>
        </a:spcAft>
        <a:buClrTx/>
        <a:buSzTx/>
        <a:buFont typeface="Arial" pitchFamily="2" charset="0"/>
        <a:buChar char="•"/>
        <a:tabLst/>
        <a:defRPr lang="en-us" sz="1800" b="0" i="0" u="none" strike="noStrike" kern="1" cap="none" spc="0" baseline="0">
          <a:solidFill>
            <a:schemeClr val="tx1"/>
          </a:solidFill>
          <a:effectLst/>
          <a:latin typeface="Calibri" pitchFamily="2" charset="0"/>
          <a:ea typeface="Arial" pitchFamily="2" charset="0"/>
          <a:cs typeface="Arial" pitchFamily="2" charset="0"/>
        </a:defRPr>
      </a:lvl6pPr>
      <a:lvl7pPr marL="2971800" marR="0" indent="-228600" algn="l" defTabSz="914400">
        <a:lnSpc>
          <a:spcPct val="90000"/>
        </a:lnSpc>
        <a:spcBef>
          <a:spcPts val="500"/>
        </a:spcBef>
        <a:spcAft>
          <a:spcPts val="0"/>
        </a:spcAft>
        <a:buClrTx/>
        <a:buSzTx/>
        <a:buFont typeface="Arial" pitchFamily="2" charset="0"/>
        <a:buChar char="•"/>
        <a:tabLst/>
        <a:defRPr lang="en-us" sz="1800" b="0" i="0" u="none" strike="noStrike" kern="1" cap="none" spc="0" baseline="0">
          <a:solidFill>
            <a:schemeClr val="tx1"/>
          </a:solidFill>
          <a:effectLst/>
          <a:latin typeface="Calibri" pitchFamily="2" charset="0"/>
          <a:ea typeface="Arial" pitchFamily="2" charset="0"/>
          <a:cs typeface="Arial" pitchFamily="2" charset="0"/>
        </a:defRPr>
      </a:lvl7pPr>
      <a:lvl8pPr marL="3429000" marR="0" indent="-228600" algn="l" defTabSz="914400">
        <a:lnSpc>
          <a:spcPct val="90000"/>
        </a:lnSpc>
        <a:spcBef>
          <a:spcPts val="500"/>
        </a:spcBef>
        <a:spcAft>
          <a:spcPts val="0"/>
        </a:spcAft>
        <a:buClrTx/>
        <a:buSzTx/>
        <a:buFont typeface="Arial" pitchFamily="2" charset="0"/>
        <a:buChar char="•"/>
        <a:tabLst/>
        <a:defRPr lang="en-us" sz="1800" b="0" i="0" u="none" strike="noStrike" kern="1" cap="none" spc="0" baseline="0">
          <a:solidFill>
            <a:schemeClr val="tx1"/>
          </a:solidFill>
          <a:effectLst/>
          <a:latin typeface="Calibri" pitchFamily="2" charset="0"/>
          <a:ea typeface="Arial" pitchFamily="2" charset="0"/>
          <a:cs typeface="Arial" pitchFamily="2" charset="0"/>
        </a:defRPr>
      </a:lvl8pPr>
      <a:lvl9pPr marL="3886200" marR="0" indent="-228600" algn="l" defTabSz="914400">
        <a:lnSpc>
          <a:spcPct val="90000"/>
        </a:lnSpc>
        <a:spcBef>
          <a:spcPts val="500"/>
        </a:spcBef>
        <a:spcAft>
          <a:spcPts val="0"/>
        </a:spcAft>
        <a:buClrTx/>
        <a:buSzTx/>
        <a:buFont typeface="Arial" pitchFamily="2" charset="0"/>
        <a:buChar char="•"/>
        <a:tabLst/>
        <a:defRPr lang="en-us" sz="1800" b="0" i="0" u="none" strike="noStrike" kern="1" cap="none" spc="0" baseline="0">
          <a:solidFill>
            <a:schemeClr val="tx1"/>
          </a:solidFill>
          <a:effectLst/>
          <a:latin typeface="Calibri" pitchFamily="2" charset="0"/>
          <a:ea typeface="Arial" pitchFamily="2" charset="0"/>
          <a:cs typeface="Arial" pitchFamily="2" charset="0"/>
        </a:defRPr>
      </a:lvl9pPr>
    </p:bodyStyle>
    <p:otherStyle>
      <a:lvl1pPr marL="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Arial" pitchFamily="2" charset="0"/>
          <a:cs typeface="Arial" pitchFamily="2" charset="0"/>
        </a:defRPr>
      </a:lvl1pPr>
      <a:lvl2pPr marL="457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Arial" pitchFamily="2" charset="0"/>
          <a:cs typeface="Arial" pitchFamily="2" charset="0"/>
        </a:defRPr>
      </a:lvl2pPr>
      <a:lvl3pPr marL="914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Arial" pitchFamily="2" charset="0"/>
          <a:cs typeface="Arial" pitchFamily="2" charset="0"/>
        </a:defRPr>
      </a:lvl3pPr>
      <a:lvl4pPr marL="1371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Arial" pitchFamily="2" charset="0"/>
          <a:cs typeface="Arial" pitchFamily="2" charset="0"/>
        </a:defRPr>
      </a:lvl4pPr>
      <a:lvl5pPr marL="18288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Arial" pitchFamily="2" charset="0"/>
          <a:cs typeface="Arial" pitchFamily="2" charset="0"/>
        </a:defRPr>
      </a:lvl5pPr>
      <a:lvl6pPr marL="22860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Arial" pitchFamily="2" charset="0"/>
          <a:cs typeface="Arial" pitchFamily="2" charset="0"/>
        </a:defRPr>
      </a:lvl6pPr>
      <a:lvl7pPr marL="2743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Arial" pitchFamily="2" charset="0"/>
          <a:cs typeface="Arial" pitchFamily="2" charset="0"/>
        </a:defRPr>
      </a:lvl7pPr>
      <a:lvl8pPr marL="3200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Arial" pitchFamily="2" charset="0"/>
          <a:cs typeface="Arial" pitchFamily="2" charset="0"/>
        </a:defRPr>
      </a:lvl8pPr>
      <a:lvl9pPr marL="3657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Arial" pitchFamily="2" charset="0"/>
          <a:cs typeface="Arial" pitchFamily="2" charset="0"/>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localhost/phpmyadmin/url.php?url=https://dev.mysql.com/doc/refman/8.0/en/select.html"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YAkAAOgGAACgQQAAmBUAABAAAAAmAAAACAAAAAAAAAAAAAAA"/>
              </a:ext>
            </a:extLst>
          </p:cNvSpPr>
          <p:nvPr>
            <p:ph type="ctrTitle"/>
          </p:nvPr>
        </p:nvSpPr>
        <p:spPr/>
        <p:txBody>
          <a:bodyPr/>
          <a:lstStyle/>
          <a:p>
            <a:pPr>
              <a:defRPr lang="en-us"/>
            </a:pPr>
            <a:r>
              <a:t>SQL</a:t>
            </a:r>
          </a:p>
        </p:txBody>
      </p:sp>
      <p:sp>
        <p:nvSpPr>
          <p:cNvPr id="3" name="Subtitle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YAkAACkWAACgQQAAWCAAABAAAAAmAAAACAAAAAAAAAAAAAAA"/>
              </a:ext>
            </a:extLst>
          </p:cNvSpPr>
          <p:nvPr>
            <p:ph type="subTitle" idx="1"/>
          </p:nvPr>
        </p:nvSpPr>
        <p:spPr/>
        <p:txBody>
          <a:bodyPr/>
          <a:lstStyle/>
          <a:p>
            <a:pPr>
              <a:defRPr lang="en-us"/>
            </a:pPr>
            <a:r>
              <a:t>Unit-4 (Part-II)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YRQAAZwoAABAAAAAmAAAACAAAAAAAAAAAAAAA"/>
              </a:ext>
            </a:extLst>
          </p:cNvSpPr>
          <p:nvPr>
            <p:ph type="title"/>
          </p:nvPr>
        </p:nvSpPr>
        <p:spPr/>
        <p:txBody>
          <a:bodyPr/>
          <a:lstStyle/>
          <a:p>
            <a:pPr algn="ctr">
              <a:defRPr lang="en-us"/>
            </a:pPr>
            <a:r>
              <a:t>Join Expression</a:t>
            </a: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9PT/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YRQAAACYAABAAAAAmAAAACAAAAAAAAAAAAAAA"/>
              </a:ext>
            </a:extLst>
          </p:cNvSpPr>
          <p:nvPr>
            <p:ph type="body" idx="1"/>
          </p:nvPr>
        </p:nvSpPr>
        <p:spPr/>
        <p:txBody>
          <a:bodyPr/>
          <a:lstStyle/>
          <a:p>
            <a:pPr>
              <a:defRPr lang="en-us"/>
            </a:pPr>
            <a:r>
              <a:t>A join expression is used in a database query to combine rows from two or more tables based on a related column between them.</a:t>
            </a:r>
          </a:p>
          <a:p>
            <a:pPr>
              <a:defRPr lang="en-us"/>
            </a:pPr>
            <a:r>
              <a:t> It specifies the condition for matching rows from different tables and determines which rows should be included in the result set.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YRQAAZwoAABAAAAAmAAAACAAAAAAAAAAAAAAA"/>
              </a:ext>
            </a:extLst>
          </p:cNvSpPr>
          <p:nvPr>
            <p:ph type="title"/>
          </p:nvPr>
        </p:nvSpPr>
        <p:spPr/>
        <p:txBody>
          <a:bodyPr/>
          <a:lstStyle/>
          <a:p>
            <a:pPr algn="ctr">
              <a:defRPr lang="en-us"/>
            </a:pPr>
            <a:r>
              <a:t>Join Condition</a:t>
            </a: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YAZ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YRQAAACYAABAAAAAmAAAACAAAAAAgAAAAAAAA"/>
              </a:ext>
            </a:extLst>
          </p:cNvSpPr>
          <p:nvPr>
            <p:ph type="body" idx="1"/>
          </p:nvPr>
        </p:nvSpPr>
        <p:spPr/>
        <p:txBody>
          <a:bodyPr vert="horz" wrap="square" lIns="91440" tIns="45720" rIns="91440" bIns="45720" numCol="1" spcCol="215900" anchor="t">
            <a:prstTxWarp prst="textNoShape">
              <a:avLst/>
            </a:prstTxWarp>
          </a:bodyPr>
          <a:lstStyle/>
          <a:p>
            <a:pPr>
              <a:lnSpc>
                <a:spcPct val="80000"/>
              </a:lnSpc>
              <a:defRPr lang="en-us"/>
            </a:pPr>
            <a:r>
              <a:t>A join condition is a logical expression that specifies how two or more tables should be combined in a database query.</a:t>
            </a:r>
          </a:p>
          <a:p>
            <a:pPr>
              <a:lnSpc>
                <a:spcPct val="80000"/>
              </a:lnSpc>
              <a:defRPr lang="en-us"/>
            </a:pPr>
            <a:r>
              <a:t>It defines the relationship between columns in the tables and determines which rows should be included in the result set. </a:t>
            </a:r>
          </a:p>
          <a:p>
            <a:pPr>
              <a:lnSpc>
                <a:spcPct val="80000"/>
              </a:lnSpc>
              <a:defRPr lang="en-us"/>
            </a:pPr>
            <a:r>
              <a:t>The join condition is typically specified in the </a:t>
            </a:r>
            <a:r>
              <a:rPr lang="en-us" cap="none">
                <a:solidFill>
                  <a:srgbClr val="FF0000"/>
                </a:solidFill>
              </a:rPr>
              <a:t>ON clause </a:t>
            </a:r>
            <a:r>
              <a:t>of the join statement.</a:t>
            </a:r>
          </a:p>
          <a:p>
            <a:pPr>
              <a:lnSpc>
                <a:spcPct val="80000"/>
              </a:lnSpc>
              <a:defRPr lang="en-us"/>
            </a:pPr>
            <a:r>
              <a:t>It can involve one or more columns from each table and use comparison operators to establish the relationship.</a:t>
            </a:r>
          </a:p>
          <a:p>
            <a:pPr marL="0" indent="0">
              <a:lnSpc>
                <a:spcPct val="80000"/>
              </a:lnSpc>
              <a:buNone/>
              <a:defRPr lang="en-us"/>
            </a:pPr>
            <a:r>
              <a:rPr lang="en-us" u="sng" cap="none">
                <a:solidFill>
                  <a:srgbClr val="770088"/>
                </a:solidFill>
                <a:latin typeface="Courier New" pitchFamily="3" charset="0"/>
                <a:ea typeface="Arial" pitchFamily="2" charset="0"/>
                <a:cs typeface="Arial" pitchFamily="2" charset="0"/>
                <a:hlinkClick r:id="rId3"/>
              </a:rPr>
              <a:t>SELECT</a:t>
            </a:r>
            <a:r>
              <a:rPr lang="en-us" cap="none">
                <a:solidFill>
                  <a:srgbClr val="444444"/>
                </a:solidFill>
                <a:latin typeface="Courier New" pitchFamily="3" charset="0"/>
                <a:ea typeface="Arial" pitchFamily="2" charset="0"/>
                <a:cs typeface="Arial" pitchFamily="2" charset="0"/>
              </a:rPr>
              <a:t> </a:t>
            </a:r>
            <a:r>
              <a:rPr lang="en-us" cap="none">
                <a:solidFill>
                  <a:srgbClr val="FF00FF"/>
                </a:solidFill>
                <a:latin typeface="Courier New" pitchFamily="3" charset="0"/>
                <a:ea typeface="Arial" pitchFamily="2" charset="0"/>
                <a:cs typeface="Arial" pitchFamily="2" charset="0"/>
              </a:rPr>
              <a:t>*</a:t>
            </a:r>
            <a:r>
              <a:rPr lang="en-us" cap="none">
                <a:solidFill>
                  <a:srgbClr val="444444"/>
                </a:solidFill>
                <a:latin typeface="Courier New" pitchFamily="3" charset="0"/>
                <a:ea typeface="Arial" pitchFamily="2" charset="0"/>
                <a:cs typeface="Arial" pitchFamily="2" charset="0"/>
              </a:rPr>
              <a:t> </a:t>
            </a:r>
            <a:r>
              <a:rPr lang="en-us" cap="none">
                <a:solidFill>
                  <a:srgbClr val="770088"/>
                </a:solidFill>
                <a:latin typeface="Courier New" pitchFamily="3" charset="0"/>
                <a:ea typeface="Arial" pitchFamily="2" charset="0"/>
                <a:cs typeface="Arial" pitchFamily="2" charset="0"/>
              </a:rPr>
              <a:t>FROM</a:t>
            </a:r>
            <a:r>
              <a:rPr lang="en-us" cap="none">
                <a:solidFill>
                  <a:srgbClr val="444444"/>
                </a:solidFill>
                <a:latin typeface="Courier New" pitchFamily="3" charset="0"/>
                <a:ea typeface="Arial" pitchFamily="2" charset="0"/>
                <a:cs typeface="Arial" pitchFamily="2" charset="0"/>
              </a:rPr>
              <a:t> customer </a:t>
            </a:r>
            <a:r>
              <a:rPr lang="en-us" cap="none">
                <a:solidFill>
                  <a:srgbClr val="770088"/>
                </a:solidFill>
                <a:latin typeface="Courier New" pitchFamily="3" charset="0"/>
                <a:ea typeface="Arial" pitchFamily="2" charset="0"/>
                <a:cs typeface="Arial" pitchFamily="2" charset="0"/>
              </a:rPr>
              <a:t>JOIN</a:t>
            </a:r>
            <a:r>
              <a:rPr lang="en-us" cap="none">
                <a:solidFill>
                  <a:srgbClr val="444444"/>
                </a:solidFill>
                <a:latin typeface="Courier New" pitchFamily="3" charset="0"/>
                <a:ea typeface="Arial" pitchFamily="2" charset="0"/>
                <a:cs typeface="Arial" pitchFamily="2" charset="0"/>
              </a:rPr>
              <a:t> orders </a:t>
            </a:r>
            <a:r>
              <a:rPr lang="en-us" cap="none">
                <a:solidFill>
                  <a:srgbClr val="770088"/>
                </a:solidFill>
                <a:latin typeface="Courier New" pitchFamily="3" charset="0"/>
                <a:ea typeface="Arial" pitchFamily="2" charset="0"/>
                <a:cs typeface="Arial" pitchFamily="2" charset="0"/>
              </a:rPr>
              <a:t>ON</a:t>
            </a:r>
            <a:r>
              <a:rPr lang="en-us" cap="none">
                <a:solidFill>
                  <a:srgbClr val="444444"/>
                </a:solidFill>
                <a:latin typeface="Courier New" pitchFamily="3" charset="0"/>
                <a:ea typeface="Arial" pitchFamily="2" charset="0"/>
                <a:cs typeface="Arial" pitchFamily="2" charset="0"/>
              </a:rPr>
              <a:t> customer</a:t>
            </a:r>
            <a:r>
              <a:rPr lang="en-us" cap="none">
                <a:solidFill>
                  <a:srgbClr val="0055AA"/>
                </a:solidFill>
                <a:latin typeface="Courier New" pitchFamily="3" charset="0"/>
                <a:ea typeface="Arial" pitchFamily="2" charset="0"/>
                <a:cs typeface="Arial" pitchFamily="2" charset="0"/>
              </a:rPr>
              <a:t>.id</a:t>
            </a:r>
            <a:r>
              <a:rPr lang="en-us" cap="none">
                <a:solidFill>
                  <a:srgbClr val="444444"/>
                </a:solidFill>
                <a:latin typeface="Courier New" pitchFamily="3" charset="0"/>
                <a:ea typeface="Arial" pitchFamily="2" charset="0"/>
                <a:cs typeface="Arial" pitchFamily="2" charset="0"/>
              </a:rPr>
              <a:t> </a:t>
            </a:r>
            <a:r>
              <a:rPr lang="en-us" cap="none">
                <a:solidFill>
                  <a:srgbClr val="FF00FF"/>
                </a:solidFill>
                <a:latin typeface="Courier New" pitchFamily="3" charset="0"/>
                <a:ea typeface="Arial" pitchFamily="2" charset="0"/>
                <a:cs typeface="Arial" pitchFamily="2" charset="0"/>
              </a:rPr>
              <a:t>=</a:t>
            </a:r>
            <a:r>
              <a:rPr lang="en-us" cap="none">
                <a:solidFill>
                  <a:srgbClr val="444444"/>
                </a:solidFill>
                <a:latin typeface="Courier New" pitchFamily="3" charset="0"/>
                <a:ea typeface="Arial" pitchFamily="2" charset="0"/>
                <a:cs typeface="Arial" pitchFamily="2" charset="0"/>
              </a:rPr>
              <a:t> orders</a:t>
            </a:r>
            <a:r>
              <a:rPr lang="en-us" cap="none">
                <a:solidFill>
                  <a:srgbClr val="0055AA"/>
                </a:solidFill>
                <a:latin typeface="Courier New" pitchFamily="3" charset="0"/>
                <a:ea typeface="Arial" pitchFamily="2" charset="0"/>
                <a:cs typeface="Arial" pitchFamily="2" charset="0"/>
              </a:rPr>
              <a:t>.customer_id</a:t>
            </a:r>
            <a:r>
              <a:rPr lang="en-us" cap="none">
                <a:solidFill>
                  <a:srgbClr val="444444"/>
                </a:solidFill>
                <a:latin typeface="Courier New" pitchFamily="3" charset="0"/>
                <a:ea typeface="Arial" pitchFamily="2" charset="0"/>
                <a:cs typeface="Arial" pitchFamily="2" charset="0"/>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3w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YRQAAZwoAABAAAAAmAAAACAAAAAAAAAAAAAAA"/>
              </a:ext>
            </a:extLst>
          </p:cNvSpPr>
          <p:nvPr>
            <p:ph type="title"/>
          </p:nvPr>
        </p:nvSpPr>
        <p:spPr/>
        <p:txBody>
          <a:bodyPr/>
          <a:lstStyle/>
          <a:p>
            <a:pPr algn="ctr">
              <a:defRPr lang="en-us"/>
            </a:pPr>
            <a:r>
              <a:rPr lang="en-us" b="1" cap="none"/>
              <a:t>Outer Join</a:t>
            </a: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yg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YRQAAACYAABAAAAAmAAAACAAAAAAAAAAAAAAA"/>
              </a:ext>
            </a:extLst>
          </p:cNvSpPr>
          <p:nvPr>
            <p:ph type="body" idx="1"/>
          </p:nvPr>
        </p:nvSpPr>
        <p:spPr/>
        <p:txBody>
          <a:bodyPr/>
          <a:lstStyle/>
          <a:p>
            <a:pPr>
              <a:defRPr lang="en-us"/>
            </a:pPr>
            <a:r>
              <a:t>An outer join is a type of join operation in a relational database that returns </a:t>
            </a:r>
            <a:r>
              <a:rPr lang="en-us" cap="none">
                <a:solidFill>
                  <a:srgbClr val="FF0000"/>
                </a:solidFill>
              </a:rPr>
              <a:t>all the rows from one table and the matching rows from another table, including any unmatched rows.</a:t>
            </a:r>
          </a:p>
          <a:p>
            <a:pPr>
              <a:defRPr lang="en-us"/>
            </a:pPr>
            <a:r>
              <a:t> It includes rows from one table even if there is no corresponding match in the other table.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 name="Picture 2"/>
          <p:cNvPicPr>
            <a:picLocks noChangeAspect="1"/>
            <a:extLst>
              <a:ext uri="smNativeData">
                <pr:smNativeData xmlns="smNativeData" xmlns:pr="smNativeData" xmlns:p15="http://schemas.microsoft.com/office/powerpoint/2012/main" xmlns:p14="http://schemas.microsoft.com/office/powerpoint/2010/main" xmlns:mc="http://schemas.openxmlformats.org/markup-compatibility/2006" val="SMDATA_17_LGVIZx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JsDAABEAAAAZUcAAO0pAAAQAAAAJgAAAAgAAAD//////////w=="/>
              </a:ext>
            </a:extLst>
          </p:cNvPicPr>
          <p:nvPr/>
        </p:nvPicPr>
        <p:blipFill>
          <a:blip r:embed="rId3"/>
          <a:stretch>
            <a:fillRect/>
          </a:stretch>
        </p:blipFill>
        <p:spPr>
          <a:xfrm>
            <a:off x="586105" y="43180"/>
            <a:ext cx="11019790" cy="6772275"/>
          </a:xfrm>
          <a:prstGeom prst="rect">
            <a:avLst/>
          </a:prstGeom>
          <a:noFill/>
          <a:ln>
            <a:noFill/>
          </a:ln>
          <a:effectLst/>
        </p:spPr>
      </p:pic>
      <p:pic>
        <p:nvPicPr>
          <p:cNvPr id="3" name="Ink 3"/>
          <p:cNvPicPr>
            <a:extLst>
              <a:ext uri="smNativeData">
                <pr:smNativeData xmlns="smNativeData" xmlns:pr="smNativeData" xmlns:p15="http://schemas.microsoft.com/office/powerpoint/2012/main" xmlns:p14="http://schemas.microsoft.com/office/powerpoint/2010/main" xmlns:mc="http://schemas.openxmlformats.org/markup-compatibility/2006" val="SMDATA_17_LGVIZxMAAAAlAAAAEQ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Pk8AAAvCAAAOEAAACsKAAAQAAAAJgAAAAgAAAD//////////w=="/>
              </a:ext>
            </a:extLst>
          </p:cNvPicPr>
          <p:nvPr/>
        </p:nvPicPr>
        <p:blipFill>
          <a:blip r:embed="rId4"/>
          <a:stretch>
            <a:fillRect/>
          </a:stretch>
        </p:blipFill>
        <p:spPr>
          <a:xfrm>
            <a:off x="9911715" y="1330325"/>
            <a:ext cx="527685" cy="322580"/>
          </a:xfrm>
          <a:prstGeom prst="rect">
            <a:avLst/>
          </a:prstGeom>
          <a:noFill/>
          <a:ln>
            <a:noFill/>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Rhcmc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YRQAAZwoAABAAAAAmAAAACAAAAAAAAAAAAAAA"/>
              </a:ext>
            </a:extLst>
          </p:cNvSpPr>
          <p:nvPr>
            <p:ph type="title"/>
          </p:nvPr>
        </p:nvSpPr>
        <p:spPr/>
        <p:txBody>
          <a:bodyPr/>
          <a:lstStyle/>
          <a:p>
            <a:pPr algn="ctr">
              <a:defRPr lang="en-us"/>
            </a:pPr>
            <a:r>
              <a:rPr lang="en-us" b="1" cap="none"/>
              <a:t>Outer Join</a:t>
            </a: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X19f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YRQAAACYAABAAAAAmAAAACAAAAAAgAAAAAAAA"/>
              </a:ext>
            </a:extLst>
          </p:cNvSpPr>
          <p:nvPr>
            <p:ph type="body" idx="1"/>
          </p:nvPr>
        </p:nvSpPr>
        <p:spPr/>
        <p:txBody>
          <a:bodyPr vert="horz" wrap="square" lIns="91440" tIns="45720" rIns="91440" bIns="45720" numCol="1" spcCol="215900" anchor="t">
            <a:prstTxWarp prst="textNoShape">
              <a:avLst/>
            </a:prstTxWarp>
          </a:bodyPr>
          <a:lstStyle/>
          <a:p>
            <a:pPr>
              <a:defRPr lang="en-us"/>
            </a:pPr>
            <a:r>
              <a:t>There are three types of outer joins:</a:t>
            </a:r>
          </a:p>
          <a:p>
            <a:pPr lvl="1">
              <a:defRPr lang="en-us"/>
            </a:pPr>
            <a:r>
              <a:rPr lang="en-us" b="1" cap="none"/>
              <a:t>Left Outer Join (or Left Join): </a:t>
            </a:r>
            <a:r>
              <a:t>Returns all the rows from the left table (the first table mentioned in the query) and the matching rows from the right table (the second table mentioned in the query). If there is no match in the right table, NULL values are included for the columns of the right table.</a:t>
            </a:r>
          </a:p>
          <a:p>
            <a:pPr lvl="1">
              <a:defRPr lang="en-us"/>
            </a:pPr>
            <a:r>
              <a:rPr lang="en-us" b="1" cap="none"/>
              <a:t>Right Outer Join (or Right Join):</a:t>
            </a:r>
            <a:r>
              <a:t> Returns all the rows from the right table and the matching rows from the left table. If there is no match in the left table, NULL values are included for the columns of the left table.</a:t>
            </a:r>
          </a:p>
          <a:p>
            <a:pPr lvl="1">
              <a:defRPr lang="en-us"/>
            </a:pPr>
            <a:r>
              <a:rPr lang="en-us" b="1" cap="none"/>
              <a:t>Full Outer Join (or Full Join): </a:t>
            </a:r>
            <a:r>
              <a:t>Returns all the rows from both tables, including matching and non-matching rows. If there is no match for a row in either table, NULL values are included for the columns of the non-matching table.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7o2a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YRQAAZwoAABAAAAAmAAAACAAAAAAAAAAAAAAA"/>
              </a:ext>
            </a:extLst>
          </p:cNvSpPr>
          <p:nvPr>
            <p:ph type="title"/>
          </p:nvPr>
        </p:nvSpPr>
        <p:spPr/>
        <p:txBody>
          <a:bodyPr/>
          <a:lstStyle/>
          <a:p>
            <a:pPr algn="ctr">
              <a:defRPr lang="en-us"/>
            </a:pPr>
            <a:r>
              <a:rPr lang="en-us" b="1" cap="none"/>
              <a:t>Outer Join</a:t>
            </a: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FqD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YRQAAACYAABAAAAAmAAAACAAAAAAAAAAAAAAA"/>
              </a:ext>
            </a:extLst>
          </p:cNvSpPr>
          <p:nvPr>
            <p:ph type="body" idx="1"/>
          </p:nvPr>
        </p:nvSpPr>
        <p:spPr/>
        <p:txBody>
          <a:bodyPr/>
          <a:lstStyle/>
          <a:p>
            <a:pPr>
              <a:defRPr lang="en-us"/>
            </a:pPr>
            <a:r>
              <a:t>SELECT * FROM customer </a:t>
            </a:r>
            <a:r>
              <a:rPr lang="en-us" b="1" cap="none"/>
              <a:t>LEFT OUTER JOIN </a:t>
            </a:r>
            <a:r>
              <a:t>orders ON customer.id = orders.customer_id;</a:t>
            </a:r>
          </a:p>
          <a:p>
            <a:pPr>
              <a:defRPr lang="en-us"/>
            </a:pPr>
            <a:r>
              <a:t>SELECT * FROM customer </a:t>
            </a:r>
            <a:r>
              <a:rPr lang="en-us" b="1" cap="none"/>
              <a:t>RIGHT OUTER JOIN </a:t>
            </a:r>
            <a:r>
              <a:t>orders ON customer.id = orders.customer_id;</a:t>
            </a:r>
          </a:p>
          <a:p>
            <a:pPr>
              <a:defRPr lang="en-us"/>
            </a:pPr>
            <a:endParaRPr/>
          </a:p>
          <a:p>
            <a:pPr>
              <a:defRPr lang="en-us"/>
            </a:pPr>
            <a:r>
              <a:t>SELECT customer.name,orders.product_name FROM </a:t>
            </a:r>
            <a:r>
              <a:rPr lang="en-us" b="1" cap="none"/>
              <a:t>customer FULL OUTER JOIN </a:t>
            </a:r>
            <a:r>
              <a:t>orders ON customer.id = orders.customer_id;</a:t>
            </a:r>
          </a:p>
          <a:p>
            <a:pPr>
              <a:defRPr lang="en-us"/>
            </a:pPr>
            <a:endParaRPr/>
          </a:p>
          <a:p>
            <a:pPr marL="0" indent="0">
              <a:buNone/>
              <a:defRPr lang="en-us"/>
            </a:pPr>
            <a:endParaRPr/>
          </a:p>
          <a:p>
            <a:pPr marL="0" indent="0">
              <a:buNone/>
              <a:defRPr lang="en-us"/>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 name="Picture 2"/>
          <p:cNvPicPr>
            <a:picLocks noChangeAspect="1"/>
            <a:extLst>
              <a:ext uri="smNativeData">
                <pr:smNativeData xmlns="smNativeData" xmlns:pr="smNativeData" xmlns:p15="http://schemas.microsoft.com/office/powerpoint/2012/main" xmlns:p14="http://schemas.microsoft.com/office/powerpoint/2010/main" xmlns:mc="http://schemas.openxmlformats.org/markup-compatibility/2006" val="SMDATA_17_LGVIZx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LEGAAACAgAA8EEAAMITAAAQAAAAJgAAAAgAAAD//////////w=="/>
              </a:ext>
            </a:extLst>
          </p:cNvPicPr>
          <p:nvPr/>
        </p:nvPicPr>
        <p:blipFill>
          <a:blip r:embed="rId3"/>
          <a:stretch>
            <a:fillRect/>
          </a:stretch>
        </p:blipFill>
        <p:spPr>
          <a:xfrm>
            <a:off x="1087755" y="326390"/>
            <a:ext cx="9631045" cy="2885440"/>
          </a:xfrm>
          <a:prstGeom prst="rect">
            <a:avLst/>
          </a:prstGeom>
          <a:noFill/>
          <a:ln>
            <a:noFill/>
          </a:ln>
          <a:effectLst/>
        </p:spPr>
      </p:pic>
      <p:pic>
        <p:nvPicPr>
          <p:cNvPr id="3" name="Picture 4"/>
          <p:cNvPicPr>
            <a:picLocks noChangeAspect="1"/>
            <a:extLst>
              <a:ext uri="smNativeData">
                <pr:smNativeData xmlns="smNativeData" xmlns:pr="smNativeData" xmlns:p15="http://schemas.microsoft.com/office/powerpoint/2012/main" xmlns:p14="http://schemas.microsoft.com/office/powerpoint/2010/main" xmlns:mc="http://schemas.openxmlformats.org/markup-compatibility/2006" val="SMDATA_17_LGVIZx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BkHAAAyFAAA50MAAPIlAAAQAAAAJgAAAAgAAAD//////////w=="/>
              </a:ext>
            </a:extLst>
          </p:cNvPicPr>
          <p:nvPr/>
        </p:nvPicPr>
        <p:blipFill>
          <a:blip r:embed="rId4"/>
          <a:stretch>
            <a:fillRect/>
          </a:stretch>
        </p:blipFill>
        <p:spPr>
          <a:xfrm>
            <a:off x="1153795" y="3282950"/>
            <a:ext cx="9884410" cy="2885440"/>
          </a:xfrm>
          <a:prstGeom prst="rect">
            <a:avLst/>
          </a:prstGeom>
          <a:noFill/>
          <a:ln>
            <a:noFill/>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9"/>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WB4AANACAACJNgAALgUAABAAAAAmAAAACAAAAAEgAAAAAAAA"/>
              </a:ext>
            </a:extLst>
          </p:cNvSpPr>
          <p:nvPr>
            <p:ph type="title"/>
          </p:nvPr>
        </p:nvSpPr>
        <p:spPr>
          <a:xfrm>
            <a:off x="4932680" y="457200"/>
            <a:ext cx="3932555" cy="384810"/>
          </a:xfrm>
        </p:spPr>
        <p:txBody>
          <a:bodyPr vert="horz" wrap="square" lIns="91440" tIns="45720" rIns="91440" bIns="45720" numCol="1" spcCol="215900" anchor="b">
            <a:prstTxWarp prst="textNoShape">
              <a:avLst/>
            </a:prstTxWarp>
          </a:bodyPr>
          <a:lstStyle/>
          <a:p>
            <a:pPr>
              <a:defRPr lang="en-us" sz="2880" cap="none"/>
            </a:pPr>
            <a:r>
              <a:t>SQL LEFT OUTER JOIN</a:t>
            </a:r>
          </a:p>
        </p:txBody>
      </p:sp>
      <p:sp>
        <p:nvSpPr>
          <p:cNvPr id="3" name="Text Placeholder 1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WB4AAGsFAACJNgAAFwoAABAAAAAmAAAACAAAAAEAAAAAAAAA"/>
              </a:ext>
            </a:extLst>
          </p:cNvSpPr>
          <p:nvPr>
            <p:ph type="body" idx="2"/>
          </p:nvPr>
        </p:nvSpPr>
        <p:spPr>
          <a:xfrm>
            <a:off x="4932680" y="880745"/>
            <a:ext cx="3932555" cy="759460"/>
          </a:xfrm>
        </p:spPr>
        <p:txBody>
          <a:bodyPr/>
          <a:lstStyle/>
          <a:p>
            <a:pPr>
              <a:defRPr lang="en-us"/>
            </a:pPr>
            <a:r>
              <a:t>SELECT * FROM employee LEFT JOIN vehicle ON employee.vehicle_id = vehicle.vehicle_id;</a:t>
            </a:r>
          </a:p>
        </p:txBody>
      </p:sp>
      <p:pic>
        <p:nvPicPr>
          <p:cNvPr id="4" name="Picture 13"/>
          <p:cNvPicPr>
            <a:picLocks noChangeAspect="1"/>
            <a:extLst>
              <a:ext uri="smNativeData">
                <pr:smNativeData xmlns="smNativeData" xmlns:pr="smNativeData" xmlns:p15="http://schemas.microsoft.com/office/powerpoint/2012/main" xmlns:p14="http://schemas.microsoft.com/office/powerpoint/2010/main" xmlns:mc="http://schemas.openxmlformats.org/markup-compatibility/2006" val="SMDATA_17_LGVIZx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K8FAABUCgAAiEcAAE4mAAAQAAAAJgAAAAgAAAD//////////w=="/>
              </a:ext>
            </a:extLst>
          </p:cNvPicPr>
          <p:nvPr/>
        </p:nvPicPr>
        <p:blipFill>
          <a:blip r:embed="rId3"/>
          <a:stretch>
            <a:fillRect/>
          </a:stretch>
        </p:blipFill>
        <p:spPr>
          <a:xfrm>
            <a:off x="923925" y="1678940"/>
            <a:ext cx="10704195" cy="4547870"/>
          </a:xfrm>
          <a:prstGeom prst="rect">
            <a:avLst/>
          </a:prstGeom>
          <a:noFill/>
          <a:ln>
            <a:noFill/>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9"/>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WB4AANACAACJNgAALgUAABAAAAAmAAAACAAAAAEgAAAAAAAA"/>
              </a:ext>
            </a:extLst>
          </p:cNvSpPr>
          <p:nvPr>
            <p:ph type="title"/>
          </p:nvPr>
        </p:nvSpPr>
        <p:spPr>
          <a:xfrm>
            <a:off x="4932680" y="457200"/>
            <a:ext cx="3932555" cy="384810"/>
          </a:xfrm>
        </p:spPr>
        <p:txBody>
          <a:bodyPr vert="horz" wrap="square" lIns="91440" tIns="45720" rIns="91440" bIns="45720" numCol="1" spcCol="215900" anchor="b">
            <a:prstTxWarp prst="textNoShape">
              <a:avLst/>
            </a:prstTxWarp>
          </a:bodyPr>
          <a:lstStyle/>
          <a:p>
            <a:pPr>
              <a:defRPr lang="en-us" sz="2880" cap="none"/>
            </a:pPr>
            <a:r>
              <a:t>SQL RIGHT OUTER JOIN</a:t>
            </a:r>
          </a:p>
        </p:txBody>
      </p:sp>
      <p:sp>
        <p:nvSpPr>
          <p:cNvPr id="3" name="Text Placeholder 1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LgAN9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WB4AAGsFAACJNgAAFwoAABAAAAAmAAAACAAAAAEAAAAAAAAA"/>
              </a:ext>
            </a:extLst>
          </p:cNvSpPr>
          <p:nvPr>
            <p:ph type="body" idx="2"/>
          </p:nvPr>
        </p:nvSpPr>
        <p:spPr>
          <a:xfrm>
            <a:off x="4932680" y="880745"/>
            <a:ext cx="3932555" cy="759460"/>
          </a:xfrm>
        </p:spPr>
        <p:txBody>
          <a:bodyPr/>
          <a:lstStyle/>
          <a:p>
            <a:pPr>
              <a:defRPr lang="en-us"/>
            </a:pPr>
            <a:r>
              <a:t>SELECT * FROM employee RIGHT JOIN vehicle ON employee.vehicle_id = vehicle.vehicle_id; </a:t>
            </a:r>
          </a:p>
        </p:txBody>
      </p:sp>
      <p:pic>
        <p:nvPicPr>
          <p:cNvPr id="4" name="Picture 2"/>
          <p:cNvPicPr>
            <a:picLocks noChangeAspect="1"/>
            <a:extLst>
              <a:ext uri="smNativeData">
                <pr:smNativeData xmlns="smNativeData" xmlns:pr="smNativeData" xmlns:p15="http://schemas.microsoft.com/office/powerpoint/2012/main" xmlns:p14="http://schemas.microsoft.com/office/powerpoint/2010/main" xmlns:mc="http://schemas.openxmlformats.org/markup-compatibility/2006" val="SMDATA_17_LGVIZx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IkFAABFDQAAW0YAAK4lAAAQAAAAJgAAAAgAAAD//////////w=="/>
              </a:ext>
            </a:extLst>
          </p:cNvPicPr>
          <p:nvPr/>
        </p:nvPicPr>
        <p:blipFill>
          <a:blip r:embed="rId3"/>
          <a:stretch>
            <a:fillRect/>
          </a:stretch>
        </p:blipFill>
        <p:spPr>
          <a:xfrm>
            <a:off x="899795" y="2157095"/>
            <a:ext cx="10537190" cy="3968115"/>
          </a:xfrm>
          <a:prstGeom prst="rect">
            <a:avLst/>
          </a:prstGeom>
          <a:noFill/>
          <a:ln>
            <a:noFill/>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9"/>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WB4AANACAACJNgAALgUAABAAAAAmAAAACAAAAAEgAAAAAAAA"/>
              </a:ext>
            </a:extLst>
          </p:cNvSpPr>
          <p:nvPr>
            <p:ph type="title"/>
          </p:nvPr>
        </p:nvSpPr>
        <p:spPr>
          <a:xfrm>
            <a:off x="4932680" y="457200"/>
            <a:ext cx="3932555" cy="384810"/>
          </a:xfrm>
        </p:spPr>
        <p:txBody>
          <a:bodyPr vert="horz" wrap="square" lIns="91440" tIns="45720" rIns="91440" bIns="45720" numCol="1" spcCol="215900" anchor="b">
            <a:prstTxWarp prst="textNoShape">
              <a:avLst/>
            </a:prstTxWarp>
          </a:bodyPr>
          <a:lstStyle/>
          <a:p>
            <a:pPr>
              <a:defRPr lang="en-us" sz="2880" cap="none"/>
            </a:pPr>
            <a:r>
              <a:t>SQL RIGHT OUTER JOIN</a:t>
            </a:r>
          </a:p>
        </p:txBody>
      </p:sp>
      <p:sp>
        <p:nvSpPr>
          <p:cNvPr id="3" name="Text Placeholder 1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WB4AAGsFAACJNgAAFwoAABAAAAAmAAAACAAAAAEAAAAAAAAA"/>
              </a:ext>
            </a:extLst>
          </p:cNvSpPr>
          <p:nvPr>
            <p:ph type="body" idx="2"/>
          </p:nvPr>
        </p:nvSpPr>
        <p:spPr>
          <a:xfrm>
            <a:off x="4932680" y="880745"/>
            <a:ext cx="3932555" cy="759460"/>
          </a:xfrm>
        </p:spPr>
        <p:txBody>
          <a:bodyPr/>
          <a:lstStyle/>
          <a:p>
            <a:pPr>
              <a:defRPr lang="en-us"/>
            </a:pPr>
            <a:r>
              <a:t>SELECT * FROM employee RIGHT JOIN vehicle ON employee.vehicle_id = vehicle.vehicle_id; </a:t>
            </a:r>
          </a:p>
        </p:txBody>
      </p:sp>
      <p:pic>
        <p:nvPicPr>
          <p:cNvPr id="4" name="Picture 2"/>
          <p:cNvPicPr>
            <a:picLocks noChangeAspect="1"/>
            <a:extLst>
              <a:ext uri="smNativeData">
                <pr:smNativeData xmlns="smNativeData" xmlns:pr="smNativeData" xmlns:p15="http://schemas.microsoft.com/office/powerpoint/2012/main" xmlns:p14="http://schemas.microsoft.com/office/powerpoint/2010/main" xmlns:mc="http://schemas.openxmlformats.org/markup-compatibility/2006" val="SMDATA_17_LGVIZx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IkFAABFDQAAW0YAAK4lAAAQAAAAJgAAAAgAAAD//////////w=="/>
              </a:ext>
            </a:extLst>
          </p:cNvPicPr>
          <p:nvPr/>
        </p:nvPicPr>
        <p:blipFill>
          <a:blip r:embed="rId3"/>
          <a:stretch>
            <a:fillRect/>
          </a:stretch>
        </p:blipFill>
        <p:spPr>
          <a:xfrm>
            <a:off x="899795" y="2157095"/>
            <a:ext cx="10537190" cy="3968115"/>
          </a:xfrm>
          <a:prstGeom prst="rect">
            <a:avLst/>
          </a:prstGeom>
          <a:noFill/>
          <a:ln>
            <a:noFill/>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9"/>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WB4AANACAACJNgAALgUAABAAAAAmAAAACAAAAAEgAAAAAAAA"/>
              </a:ext>
            </a:extLst>
          </p:cNvSpPr>
          <p:nvPr>
            <p:ph type="title"/>
          </p:nvPr>
        </p:nvSpPr>
        <p:spPr>
          <a:xfrm>
            <a:off x="4932680" y="457200"/>
            <a:ext cx="3932555" cy="384810"/>
          </a:xfrm>
        </p:spPr>
        <p:txBody>
          <a:bodyPr vert="horz" wrap="square" lIns="91440" tIns="45720" rIns="91440" bIns="45720" numCol="1" spcCol="215900" anchor="b">
            <a:prstTxWarp prst="textNoShape">
              <a:avLst/>
            </a:prstTxWarp>
          </a:bodyPr>
          <a:lstStyle/>
          <a:p>
            <a:pPr>
              <a:defRPr lang="en-us" sz="2880" cap="none"/>
            </a:pPr>
            <a:r>
              <a:t>SQL FULL OUTER JOIN</a:t>
            </a:r>
          </a:p>
        </p:txBody>
      </p:sp>
      <p:sp>
        <p:nvSpPr>
          <p:cNvPr id="3" name="Text Placeholder 1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WB4AAGsFAACJNgAAFwoAABAAAAAmAAAACAAAAAEAAAAAAAAA"/>
              </a:ext>
            </a:extLst>
          </p:cNvSpPr>
          <p:nvPr>
            <p:ph type="body" idx="2"/>
          </p:nvPr>
        </p:nvSpPr>
        <p:spPr>
          <a:xfrm>
            <a:off x="4932680" y="880745"/>
            <a:ext cx="3932555" cy="759460"/>
          </a:xfrm>
        </p:spPr>
        <p:txBody>
          <a:bodyPr/>
          <a:lstStyle/>
          <a:p>
            <a:pPr>
              <a:defRPr lang="en-us"/>
            </a:pPr>
            <a:r>
              <a:t>SELECT * FROM employee FULL JOIN vehicle ON employee.vehicle_id = vehicle.vehicle_id;</a:t>
            </a:r>
          </a:p>
        </p:txBody>
      </p:sp>
      <p:pic>
        <p:nvPicPr>
          <p:cNvPr id="4" name="Picture 3"/>
          <p:cNvPicPr>
            <a:picLocks noChangeAspect="1"/>
            <a:extLst>
              <a:ext uri="smNativeData">
                <pr:smNativeData xmlns="smNativeData" xmlns:pr="smNativeData" xmlns:p15="http://schemas.microsoft.com/office/powerpoint/2012/main" xmlns:p14="http://schemas.microsoft.com/office/powerpoint/2010/main" xmlns:mc="http://schemas.openxmlformats.org/markup-compatibility/2006" val="SMDATA_17_LGVIZx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PsFAAA3DAAARUYAAEYoAAAQAAAAJgAAAAgAAAD//////////w=="/>
              </a:ext>
            </a:extLst>
          </p:cNvPicPr>
          <p:nvPr/>
        </p:nvPicPr>
        <p:blipFill>
          <a:blip r:embed="rId3"/>
          <a:stretch>
            <a:fillRect/>
          </a:stretch>
        </p:blipFill>
        <p:spPr>
          <a:xfrm>
            <a:off x="972185" y="1985645"/>
            <a:ext cx="10450830" cy="4561205"/>
          </a:xfrm>
          <a:prstGeom prst="rect">
            <a:avLst/>
          </a:prstGeom>
          <a:noFill/>
          <a:ln>
            <a:noFill/>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YRQAAZwoAABAAAAAmAAAACAAAAAAAAAAAAAAA"/>
              </a:ext>
            </a:extLst>
          </p:cNvSpPr>
          <p:nvPr>
            <p:ph type="title"/>
          </p:nvPr>
        </p:nvSpPr>
        <p:spPr/>
        <p:txBody>
          <a:bodyPr/>
          <a:lstStyle/>
          <a:p>
            <a:pPr algn="ctr">
              <a:defRPr lang="en-us"/>
            </a:pPr>
            <a:r>
              <a:rPr lang="en-us" b="1" cap="none"/>
              <a:t>View Definition</a:t>
            </a: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YRQAAACYAABAAAAAmAAAACAAAAAAgAAAAAAAA"/>
              </a:ext>
            </a:extLst>
          </p:cNvSpPr>
          <p:nvPr>
            <p:ph type="body" idx="1"/>
          </p:nvPr>
        </p:nvSpPr>
        <p:spPr/>
        <p:txBody>
          <a:bodyPr vert="horz" wrap="square" lIns="91440" tIns="45720" rIns="91440" bIns="45720" numCol="1" spcCol="215900" anchor="t">
            <a:prstTxWarp prst="textNoShape">
              <a:avLst/>
            </a:prstTxWarp>
          </a:bodyPr>
          <a:lstStyle/>
          <a:p>
            <a:pPr>
              <a:lnSpc>
                <a:spcPct val="80000"/>
              </a:lnSpc>
              <a:spcBef>
                <a:spcPts val="920"/>
              </a:spcBef>
              <a:defRPr lang="en-us" sz="2575" cap="none"/>
            </a:pPr>
            <a:r>
              <a:t> A view definition refers to the logical description or definition of a view. </a:t>
            </a:r>
          </a:p>
          <a:p>
            <a:pPr>
              <a:lnSpc>
                <a:spcPct val="80000"/>
              </a:lnSpc>
              <a:spcBef>
                <a:spcPts val="920"/>
              </a:spcBef>
              <a:defRPr lang="en-us" sz="2575" cap="none"/>
            </a:pPr>
            <a:r>
              <a:t>A view is a virtual table that is derived from one or more tables or other views in the database.</a:t>
            </a:r>
          </a:p>
          <a:p>
            <a:pPr>
              <a:lnSpc>
                <a:spcPct val="80000"/>
              </a:lnSpc>
              <a:spcBef>
                <a:spcPts val="920"/>
              </a:spcBef>
              <a:defRPr lang="en-us" sz="2575" cap="none"/>
            </a:pPr>
            <a:r>
              <a:t>It represents a specific subset of data or a transformation of data from the underlying tables.</a:t>
            </a:r>
          </a:p>
          <a:p>
            <a:pPr>
              <a:lnSpc>
                <a:spcPct val="80000"/>
              </a:lnSpc>
              <a:spcBef>
                <a:spcPts val="920"/>
              </a:spcBef>
              <a:defRPr lang="en-us" sz="2575" cap="none"/>
            </a:pPr>
            <a:r>
              <a:t>Any change in base table View table data also change.</a:t>
            </a:r>
          </a:p>
          <a:p>
            <a:pPr marL="0" indent="0">
              <a:lnSpc>
                <a:spcPct val="80000"/>
              </a:lnSpc>
              <a:spcBef>
                <a:spcPts val="920"/>
              </a:spcBef>
              <a:buNone/>
              <a:defRPr lang="en-us" sz="2575" cap="none"/>
            </a:pPr>
            <a:r>
              <a:t>CREATE VIEW CustomerOrders AS</a:t>
            </a:r>
          </a:p>
          <a:p>
            <a:pPr marL="0" indent="0">
              <a:lnSpc>
                <a:spcPct val="80000"/>
              </a:lnSpc>
              <a:spcBef>
                <a:spcPts val="920"/>
              </a:spcBef>
              <a:buNone/>
              <a:defRPr lang="en-us" sz="2575" cap="none"/>
            </a:pPr>
            <a:r>
              <a:t>SELECT CustomerID, OrderDate, TotalAmount</a:t>
            </a:r>
          </a:p>
          <a:p>
            <a:pPr marL="0" indent="0">
              <a:lnSpc>
                <a:spcPct val="80000"/>
              </a:lnSpc>
              <a:spcBef>
                <a:spcPts val="920"/>
              </a:spcBef>
              <a:buNone/>
              <a:defRPr lang="en-us" sz="2575" cap="none"/>
            </a:pPr>
            <a:r>
              <a:t>FROM Orders</a:t>
            </a:r>
          </a:p>
          <a:p>
            <a:pPr marL="0" indent="0">
              <a:lnSpc>
                <a:spcPct val="80000"/>
              </a:lnSpc>
              <a:spcBef>
                <a:spcPts val="920"/>
              </a:spcBef>
              <a:buNone/>
              <a:defRPr lang="en-us" sz="2575" cap="none"/>
            </a:pPr>
            <a:r>
              <a:t>WHERE Status = 'Completed';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Az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YRQAAZwoAABAAAAAmAAAACAAAAAAAAAAAAAAA"/>
              </a:ext>
            </a:extLst>
          </p:cNvSpPr>
          <p:nvPr>
            <p:ph type="title"/>
          </p:nvPr>
        </p:nvSpPr>
        <p:spPr/>
        <p:txBody>
          <a:bodyPr/>
          <a:lstStyle/>
          <a:p>
            <a:pPr>
              <a:defRPr lang="en-us"/>
            </a:pPr>
            <a:r>
              <a:rPr lang="en-us" b="1" cap="none"/>
              <a:t>Materialized View</a:t>
            </a: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NIy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YRQAAACYAABAAAAAmAAAACAAAAAAAAAAAAAAA"/>
              </a:ext>
            </a:extLst>
          </p:cNvSpPr>
          <p:nvPr>
            <p:ph type="body" idx="1"/>
          </p:nvPr>
        </p:nvSpPr>
        <p:spPr/>
        <p:txBody>
          <a:bodyPr/>
          <a:lstStyle/>
          <a:p>
            <a:pPr>
              <a:defRPr lang="en-us"/>
            </a:pPr>
            <a:r>
              <a:t>A materialized view is a database object that stores the results of a query in a physical form.</a:t>
            </a:r>
          </a:p>
          <a:p>
            <a:pPr>
              <a:defRPr lang="en-us"/>
            </a:pPr>
            <a:r>
              <a:t> Unlike regular views, which are virtual and derive their data from the underlying tables dynamically at the time of query execution, materialized views precompute and persist the query results in a separate table-like structure. </a:t>
            </a:r>
          </a:p>
          <a:p>
            <a:pPr>
              <a:defRPr lang="en-us"/>
            </a:pPr>
            <a:r>
              <a:t>This offers several benefits, including improved query performance and reduced database workload.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J+T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YRQAAZwoAABAAAAAmAAAACAAAAAAAAAAAAAAA"/>
              </a:ext>
            </a:extLst>
          </p:cNvSpPr>
          <p:nvPr>
            <p:ph type="title"/>
          </p:nvPr>
        </p:nvSpPr>
        <p:spPr/>
        <p:txBody>
          <a:bodyPr/>
          <a:lstStyle/>
          <a:p>
            <a:pPr algn="ctr">
              <a:defRPr lang="en-us"/>
            </a:pPr>
            <a:r>
              <a:rPr lang="en-us" b="1" cap="none"/>
              <a:t>Transaction</a:t>
            </a: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CM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EkJAADYRQAA1yYAABAAAAAmAAAACAAAAAEgAAAAAAAA"/>
              </a:ext>
            </a:extLst>
          </p:cNvSpPr>
          <p:nvPr>
            <p:ph type="body" idx="1"/>
          </p:nvPr>
        </p:nvSpPr>
        <p:spPr>
          <a:xfrm>
            <a:off x="838200" y="1509395"/>
            <a:ext cx="10515600" cy="4804410"/>
          </a:xfrm>
        </p:spPr>
        <p:txBody>
          <a:bodyPr vert="horz" wrap="square" lIns="91440" tIns="45720" rIns="91440" bIns="45720" numCol="1" spcCol="215900" anchor="t">
            <a:prstTxWarp prst="textNoShape">
              <a:avLst/>
            </a:prstTxWarp>
          </a:bodyPr>
          <a:lstStyle/>
          <a:p>
            <a:pPr>
              <a:spcBef>
                <a:spcPts val="920"/>
              </a:spcBef>
              <a:defRPr lang="en-us" sz="2575" cap="none"/>
            </a:pPr>
            <a:r>
              <a:t>a transaction refers to a logical unit of work that consists of one or more database operations.</a:t>
            </a:r>
          </a:p>
          <a:p>
            <a:pPr>
              <a:spcBef>
                <a:spcPts val="920"/>
              </a:spcBef>
              <a:defRPr lang="en-us" sz="2575" cap="none"/>
            </a:pPr>
            <a:r>
              <a:t>Commit: </a:t>
            </a:r>
          </a:p>
          <a:p>
            <a:pPr lvl="1">
              <a:spcBef>
                <a:spcPts val="460"/>
              </a:spcBef>
              <a:defRPr lang="en-us" sz="2210" cap="none"/>
            </a:pPr>
            <a:r>
              <a:t>When a transaction is committed, it means that all the changes made within the transaction are permanently saved to the database.</a:t>
            </a:r>
          </a:p>
          <a:p>
            <a:pPr lvl="1">
              <a:spcBef>
                <a:spcPts val="460"/>
              </a:spcBef>
              <a:defRPr lang="en-us" sz="2210" cap="none"/>
            </a:pPr>
            <a:r>
              <a:t> The commit operation makes the changes visible to other concurrent transactions. Once a commit is performed, the transaction is considered complete, and its changes become a permanent part of the database.</a:t>
            </a:r>
          </a:p>
          <a:p>
            <a:pPr>
              <a:spcBef>
                <a:spcPts val="920"/>
              </a:spcBef>
              <a:defRPr lang="en-us" sz="2575" cap="none"/>
            </a:pPr>
            <a:r>
              <a:t>Rollback:</a:t>
            </a:r>
          </a:p>
          <a:p>
            <a:pPr lvl="1">
              <a:spcBef>
                <a:spcPts val="460"/>
              </a:spcBef>
              <a:defRPr lang="en-us" sz="2210" cap="none"/>
            </a:pPr>
            <a:r>
              <a:t> On the other hand, if a transaction encounters an error or needs to be cancelled for any reason, a rollback operation can be used. Rollback undoes all the changes made within the transaction, restoring the database to its state before the transaction started. It ensures that no changes are persisted to the database.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7dT0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YRQAAZwoAABAAAAAmAAAACAAAAAAAAAAAAAAA"/>
              </a:ext>
            </a:extLst>
          </p:cNvSpPr>
          <p:nvPr>
            <p:ph type="title"/>
          </p:nvPr>
        </p:nvSpPr>
        <p:spPr/>
        <p:txBody>
          <a:bodyPr/>
          <a:lstStyle/>
          <a:p>
            <a:pPr algn="ctr">
              <a:defRPr lang="en-us"/>
            </a:pPr>
            <a:r>
              <a:rPr lang="en-us" b="1" cap="none"/>
              <a:t>Integrity Constraints</a:t>
            </a: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YRQAAACYAABAAAAAmAAAACAAAAAAgAAAAAAAA"/>
              </a:ext>
            </a:extLst>
          </p:cNvSpPr>
          <p:nvPr>
            <p:ph type="body" idx="1"/>
          </p:nvPr>
        </p:nvSpPr>
        <p:spPr/>
        <p:txBody>
          <a:bodyPr vert="horz" wrap="square" lIns="91440" tIns="45720" rIns="91440" bIns="45720" numCol="1" spcCol="215900" anchor="t">
            <a:prstTxWarp prst="textNoShape">
              <a:avLst/>
            </a:prstTxWarp>
          </a:bodyPr>
          <a:lstStyle/>
          <a:p>
            <a:pPr>
              <a:lnSpc>
                <a:spcPct val="70000"/>
              </a:lnSpc>
              <a:spcBef>
                <a:spcPts val="620"/>
              </a:spcBef>
              <a:defRPr lang="en-us" sz="1735" cap="none"/>
            </a:pPr>
            <a:r>
              <a:t>Not Null Constraint,</a:t>
            </a:r>
          </a:p>
          <a:p>
            <a:pPr>
              <a:lnSpc>
                <a:spcPct val="70000"/>
              </a:lnSpc>
              <a:spcBef>
                <a:spcPts val="620"/>
              </a:spcBef>
              <a:defRPr lang="en-us" sz="1735" cap="none"/>
            </a:pPr>
            <a:r>
              <a:t>Unique Constraint</a:t>
            </a:r>
          </a:p>
          <a:p>
            <a:pPr>
              <a:lnSpc>
                <a:spcPct val="70000"/>
              </a:lnSpc>
              <a:spcBef>
                <a:spcPts val="620"/>
              </a:spcBef>
              <a:defRPr lang="en-us" sz="1735" cap="none"/>
            </a:pPr>
            <a:r>
              <a:t>Check Constraint</a:t>
            </a:r>
          </a:p>
          <a:p>
            <a:pPr>
              <a:lnSpc>
                <a:spcPct val="70000"/>
              </a:lnSpc>
              <a:spcBef>
                <a:spcPts val="620"/>
              </a:spcBef>
              <a:defRPr lang="en-us" sz="1735" cap="none"/>
            </a:pPr>
            <a:r>
              <a:t>Referential integrity</a:t>
            </a:r>
          </a:p>
          <a:p>
            <a:pPr>
              <a:lnSpc>
                <a:spcPct val="70000"/>
              </a:lnSpc>
              <a:spcBef>
                <a:spcPts val="620"/>
              </a:spcBef>
              <a:defRPr lang="en-us" sz="1735" cap="none"/>
            </a:pPr>
            <a:endParaRPr/>
          </a:p>
          <a:p>
            <a:pPr marL="0" indent="0">
              <a:lnSpc>
                <a:spcPct val="70000"/>
              </a:lnSpc>
              <a:spcBef>
                <a:spcPts val="620"/>
              </a:spcBef>
              <a:buNone/>
              <a:defRPr lang="en-us" sz="1735" cap="none"/>
            </a:pPr>
            <a:r>
              <a:t>CREATE TABLE students (</a:t>
            </a:r>
          </a:p>
          <a:p>
            <a:pPr marL="0" indent="0">
              <a:lnSpc>
                <a:spcPct val="70000"/>
              </a:lnSpc>
              <a:spcBef>
                <a:spcPts val="620"/>
              </a:spcBef>
              <a:buNone/>
              <a:defRPr lang="en-us" sz="1735" cap="none"/>
            </a:pPr>
            <a:r>
              <a:t>  id INT PRIMARY KEY NOT NULL,</a:t>
            </a:r>
          </a:p>
          <a:p>
            <a:pPr marL="0" indent="0">
              <a:lnSpc>
                <a:spcPct val="70000"/>
              </a:lnSpc>
              <a:spcBef>
                <a:spcPts val="620"/>
              </a:spcBef>
              <a:buNone/>
              <a:defRPr lang="en-us" sz="1735" cap="none"/>
            </a:pPr>
            <a:r>
              <a:t>  name VARCHAR(50),</a:t>
            </a:r>
          </a:p>
          <a:p>
            <a:pPr marL="0" indent="0">
              <a:lnSpc>
                <a:spcPct val="70000"/>
              </a:lnSpc>
              <a:spcBef>
                <a:spcPts val="620"/>
              </a:spcBef>
              <a:buNone/>
              <a:defRPr lang="en-us" sz="1735" cap="none"/>
            </a:pPr>
            <a:r>
              <a:t>  age INT ,</a:t>
            </a:r>
          </a:p>
          <a:p>
            <a:pPr marL="0" indent="0">
              <a:lnSpc>
                <a:spcPct val="70000"/>
              </a:lnSpc>
              <a:spcBef>
                <a:spcPts val="620"/>
              </a:spcBef>
              <a:buNone/>
              <a:defRPr lang="en-us" sz="1735" cap="none"/>
            </a:pPr>
            <a:r>
              <a:t>  email VARCHAR(100) UNIQUE,</a:t>
            </a:r>
          </a:p>
          <a:p>
            <a:pPr marL="0" indent="0">
              <a:lnSpc>
                <a:spcPct val="70000"/>
              </a:lnSpc>
              <a:spcBef>
                <a:spcPts val="620"/>
              </a:spcBef>
              <a:buNone/>
              <a:defRPr lang="en-us" sz="1735" cap="none"/>
            </a:pPr>
            <a:r>
              <a:t>  grade CHAR(1) CHECK (grade IN ('A', 'B', 'C', 'D', 'F’)),</a:t>
            </a:r>
          </a:p>
          <a:p>
            <a:pPr marL="0" indent="0">
              <a:lnSpc>
                <a:spcPct val="70000"/>
              </a:lnSpc>
              <a:spcBef>
                <a:spcPts val="620"/>
              </a:spcBef>
              <a:buNone/>
              <a:defRPr lang="en-us" sz="1735" cap="none"/>
            </a:pPr>
            <a:r>
              <a:t>FOREIGN KEY (customer_id) REFERENCES customers(id)</a:t>
            </a:r>
          </a:p>
          <a:p>
            <a:pPr marL="0" indent="0">
              <a:lnSpc>
                <a:spcPct val="70000"/>
              </a:lnSpc>
              <a:spcBef>
                <a:spcPts val="620"/>
              </a:spcBef>
              <a:buNone/>
              <a:defRPr lang="en-us" sz="1735" cap="none"/>
            </a:pPr>
            <a:r>
              <a:t>);</a:t>
            </a:r>
          </a:p>
          <a:p>
            <a:pPr>
              <a:lnSpc>
                <a:spcPct val="70000"/>
              </a:lnSpc>
              <a:spcBef>
                <a:spcPts val="620"/>
              </a:spcBef>
              <a:defRPr lang="en-us" sz="1735" cap="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HEs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YRQAAZwoAABAAAAAmAAAACAAAAAAAAAAAAAAA"/>
              </a:ext>
            </a:extLst>
          </p:cNvSpPr>
          <p:nvPr>
            <p:ph type="title"/>
          </p:nvPr>
        </p:nvSpPr>
        <p:spPr/>
        <p:txBody>
          <a:bodyPr/>
          <a:lstStyle/>
          <a:p>
            <a:pPr algn="ctr">
              <a:defRPr lang="en-us"/>
            </a:pPr>
            <a:r>
              <a:rPr lang="en-us" b="1" cap="none"/>
              <a:t>Authorization</a:t>
            </a: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QmIC4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YRQAAACYAABAAAAAmAAAACAAAAAAAAAAAAAAA"/>
              </a:ext>
            </a:extLst>
          </p:cNvSpPr>
          <p:nvPr>
            <p:ph type="body" idx="1"/>
          </p:nvPr>
        </p:nvSpPr>
        <p:spPr/>
        <p:txBody>
          <a:bodyPr/>
          <a:lstStyle/>
          <a:p>
            <a:pPr>
              <a:defRPr lang="en-us"/>
            </a:pPr>
            <a:r>
              <a:t>GRANT </a:t>
            </a:r>
          </a:p>
        </p:txBody>
      </p:sp>
      <p:pic>
        <p:nvPicPr>
          <p:cNvPr id="4" name="Picture1"/>
          <p:cNvPicPr>
            <a:picLocks noChangeAspect="1"/>
            <a:extLst>
              <a:ext uri="smNativeData">
                <pr:smNativeData xmlns="smNativeData" xmlns:pr="smNativeData" xmlns:p15="http://schemas.microsoft.com/office/powerpoint/2012/main" xmlns:p14="http://schemas.microsoft.com/office/powerpoint/2010/main" xmlns:mc="http://schemas.openxmlformats.org/markup-compatibility/2006" val="SMDATA_17_LGVIZx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KoTAAADDQAAODoAANwkAAAQAAAAJgAAAAgAAAD//////////w=="/>
              </a:ext>
            </a:extLst>
          </p:cNvPicPr>
          <p:nvPr/>
        </p:nvPicPr>
        <p:blipFill>
          <a:blip r:embed="rId3"/>
          <a:stretch>
            <a:fillRect/>
          </a:stretch>
        </p:blipFill>
        <p:spPr>
          <a:xfrm>
            <a:off x="3196590" y="2115185"/>
            <a:ext cx="6267450" cy="3876675"/>
          </a:xfrm>
          <a:prstGeom prst="rect">
            <a:avLst/>
          </a:prstGeom>
          <a:noFill/>
          <a:ln>
            <a:noFill/>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HD3zl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YRQAAZwoAABAAAAAmAAAACAAAAAAAAAAAAAAA"/>
              </a:ext>
            </a:extLst>
          </p:cNvSpPr>
          <p:nvPr>
            <p:ph type="title"/>
          </p:nvPr>
        </p:nvSpPr>
        <p:spPr/>
        <p:txBody>
          <a:bodyPr/>
          <a:lstStyle/>
          <a:p>
            <a:pPr algn="ctr">
              <a:defRPr lang="en-us"/>
            </a:pPr>
            <a:r>
              <a:rPr lang="en-us" b="1" cap="none"/>
              <a:t>Authorization</a:t>
            </a: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hC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YRQAAACYAABAAAAAmAAAACAAAAAAAAAAAAAAA"/>
              </a:ext>
            </a:extLst>
          </p:cNvSpPr>
          <p:nvPr>
            <p:ph type="body" idx="1"/>
          </p:nvPr>
        </p:nvSpPr>
        <p:spPr/>
        <p:txBody>
          <a:bodyPr/>
          <a:lstStyle/>
          <a:p>
            <a:pPr>
              <a:defRPr lang="en-us"/>
            </a:pPr>
            <a:r>
              <a:t>REVOKE</a:t>
            </a:r>
          </a:p>
        </p:txBody>
      </p:sp>
      <p:pic>
        <p:nvPicPr>
          <p:cNvPr id="4" name="Picture1"/>
          <p:cNvPicPr>
            <a:picLocks noChangeAspect="1"/>
            <a:extLst>
              <a:ext uri="smNativeData">
                <pr:smNativeData xmlns="smNativeData" xmlns:pr="smNativeData" xmlns:p15="http://schemas.microsoft.com/office/powerpoint/2012/main" xmlns:p14="http://schemas.microsoft.com/office/powerpoint/2010/main" xmlns:mc="http://schemas.openxmlformats.org/markup-compatibility/2006" val="SMDATA_17_LGVIZx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IMMAADiEAAA+0AAAIIkAAAQAAAAJgAAAAgAAAD//////////w=="/>
              </a:ext>
            </a:extLst>
          </p:cNvPicPr>
          <p:nvPr/>
        </p:nvPicPr>
        <p:blipFill>
          <a:blip r:embed="rId3"/>
          <a:stretch>
            <a:fillRect/>
          </a:stretch>
        </p:blipFill>
        <p:spPr>
          <a:xfrm>
            <a:off x="2033905" y="2744470"/>
            <a:ext cx="8529320" cy="3190240"/>
          </a:xfrm>
          <a:prstGeom prst="rect">
            <a:avLst/>
          </a:prstGeom>
          <a:noFill/>
          <a:ln>
            <a:noFill/>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YRQAAZwoAABAAAAAmAAAACAAAAAAAAAAAAAAA"/>
              </a:ext>
            </a:extLst>
          </p:cNvSpPr>
          <p:nvPr>
            <p:ph type="title"/>
          </p:nvPr>
        </p:nvSpPr>
        <p:spPr/>
        <p:txBody>
          <a:bodyPr/>
          <a:lstStyle/>
          <a:p>
            <a:pPr algn="ctr">
              <a:defRPr lang="en-us"/>
            </a:pPr>
            <a:r>
              <a:rPr lang="en-us" b="1" cap="none"/>
              <a:t>Functions and Procedure</a:t>
            </a: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Ho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YRQAAACYAAAAAAAAmAAAACAAAAAEAAAAAAAAA"/>
              </a:ext>
            </a:extLst>
          </p:cNvSpPr>
          <p:nvPr>
            <p:ph type="body" idx="1"/>
          </p:nvPr>
        </p:nvSpPr>
        <p:spPr>
          <a:xfrm>
            <a:off x="838200" y="1825625"/>
            <a:ext cx="10515600" cy="4351655"/>
          </a:xfrm>
        </p:spPr>
        <p:txBody>
          <a:bodyPr/>
          <a:lstStyle/>
          <a:p>
            <a:pPr>
              <a:defRPr lang="en-us"/>
            </a:pPr>
            <a:r>
              <a:t>SEE NOTES // another side unit-3</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HaD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YRQAAZwoAABAAAAAmAAAACAAAAAAAAAAAAAAA"/>
              </a:ext>
            </a:extLst>
          </p:cNvSpPr>
          <p:nvPr>
            <p:ph type="title"/>
          </p:nvPr>
        </p:nvSpPr>
        <p:spPr/>
        <p:txBody>
          <a:bodyPr/>
          <a:lstStyle/>
          <a:p>
            <a:pPr>
              <a:defRPr lang="en-us"/>
            </a:pPr>
            <a:r>
              <a:t>Triggers</a:t>
            </a: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LGVI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YRQAAACYAAAAAAAAmAAAACAAAAAEAAAAAAAAA"/>
              </a:ext>
            </a:extLst>
          </p:cNvSpPr>
          <p:nvPr>
            <p:ph type="body" idx="1"/>
          </p:nvPr>
        </p:nvSpPr>
        <p:spPr>
          <a:xfrm>
            <a:off x="838200" y="1825625"/>
            <a:ext cx="10515600" cy="4351655"/>
          </a:xfrm>
        </p:spPr>
        <p:txBody>
          <a:bodyPr/>
          <a:lstStyle/>
          <a:p>
            <a:pPr>
              <a:defRPr lang="en-us"/>
            </a:pPr>
            <a:r>
              <a:t>See notes // Next unit</a:t>
            </a:r>
          </a:p>
        </p:txBody>
      </p:sp>
    </p:spTree>
  </p:cSld>
  <p:clrMapOvr>
    <a:masterClrMapping/>
  </p:clrMapOvr>
</p:sld>
</file>

<file path=ppt/theme/theme1.xml><?xml version="1.0" encoding="utf-8"?>
<a:theme xmlns:a="http://schemas.openxmlformats.org/drawingml/2006/main" name="Presentation">
  <a:themeElements>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resentation">
      <a:majorFont>
        <a:latin typeface="Calibri Light"/>
        <a:ea typeface="Arial"/>
        <a:cs typeface="Arial"/>
      </a:majorFont>
      <a:minorFont>
        <a:latin typeface="Calibri"/>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prstTxWarp prst="textNoShape">
          <a:avLst/>
        </a:prstTxWarp>
        <a:noAutofit/>
      </a:bodyPr>
      <a:lstStyle>
        <a:defPPr>
          <a:defRPr/>
        </a:defP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Presentation">
  <a:themeElements>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resentation">
      <a:majorFont>
        <a:latin typeface="Calibri Light"/>
        <a:ea typeface="Arial"/>
        <a:cs typeface="Arial"/>
      </a:majorFont>
      <a:minorFont>
        <a:latin typeface="Calibri"/>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prstTxWarp prst="textNoShape">
          <a:avLst/>
        </a:prstTxWarp>
        <a:noAutofit/>
      </a:bodyPr>
      <a:lstStyle>
        <a:defPPr>
          <a:defRPr/>
        </a:defP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ppt/theme/themeOverride1.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7.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8.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9.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0.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1.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2.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3.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4.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5.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6.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7.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8.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9.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0.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20</Slides>
  <Notes>20</Notes>
  <HiddenSlides>0</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Presentation</vt:lpstr>
      <vt:lpstr>SQL</vt:lpstr>
      <vt:lpstr>Join Expression</vt:lpstr>
      <vt:lpstr>Join Condition</vt:lpstr>
      <vt:lpstr>Outer Join</vt:lpstr>
      <vt:lpstr>PowerPoint Presentation</vt:lpstr>
      <vt:lpstr>Outer Join</vt:lpstr>
      <vt:lpstr>Outer Join</vt:lpstr>
      <vt:lpstr>PowerPoint Presentation</vt:lpstr>
      <vt:lpstr>SQL LEFT OUTER JOIN</vt:lpstr>
      <vt:lpstr>SQL RIGHT OUTER JOIN</vt:lpstr>
      <vt:lpstr>SQL RIGHT OUTER JOIN</vt:lpstr>
      <vt:lpstr>SQL FULL OUTER JOIN</vt:lpstr>
      <vt:lpstr>View Definition</vt:lpstr>
      <vt:lpstr>Materialized View</vt:lpstr>
      <vt:lpstr>Transaction</vt:lpstr>
      <vt:lpstr>Integrity Constraints</vt:lpstr>
      <vt:lpstr>Authorization</vt:lpstr>
      <vt:lpstr>Authorization</vt:lpstr>
      <vt:lpstr>Functions and Procedure</vt:lpstr>
      <vt:lpstr>Triggers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dc:title>
  <dc:subject/>
  <dc:creator>shiva pathak</dc:creator>
  <cp:keywords/>
  <dc:description/>
  <cp:lastModifiedBy>cva</cp:lastModifiedBy>
  <cp:revision>1</cp:revision>
  <dcterms:created xsi:type="dcterms:W3CDTF">2023-06-06T12:18:23Z</dcterms:created>
  <dcterms:modified xsi:type="dcterms:W3CDTF">2026-02-14T15:23:09Z</dcterms:modified>
</cp:coreProperties>
</file>
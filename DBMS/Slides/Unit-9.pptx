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Lst>
  <p:notesMasterIdLst>
    <p:notesMasterId r:id="rId36"/>
  </p:notesMasterIdLst>
  <p:sldIdLst>
    <p:sldId id="256" r:id="rId5"/>
    <p:sldId id="257" r:id="rId6"/>
    <p:sldId id="258" r:id="rId7"/>
    <p:sldId id="259" r:id="rId8"/>
    <p:sldId id="260" r:id="rId9"/>
    <p:sldId id="261" r:id="rId10"/>
    <p:sldId id="262" r:id="rId11"/>
    <p:sldId id="263" r:id="rId12"/>
    <p:sldId id="264" r:id="rId13"/>
    <p:sldId id="273" r:id="rId14"/>
    <p:sldId id="274" r:id="rId15"/>
    <p:sldId id="282" r:id="rId16"/>
    <p:sldId id="275" r:id="rId17"/>
    <p:sldId id="276" r:id="rId18"/>
    <p:sldId id="283" r:id="rId19"/>
    <p:sldId id="284" r:id="rId20"/>
    <p:sldId id="285" r:id="rId21"/>
    <p:sldId id="286" r:id="rId22"/>
    <p:sldId id="277" r:id="rId23"/>
    <p:sldId id="278" r:id="rId24"/>
    <p:sldId id="279" r:id="rId25"/>
    <p:sldId id="280" r:id="rId26"/>
    <p:sldId id="281" r:id="rId27"/>
    <p:sldId id="265" r:id="rId28"/>
    <p:sldId id="266" r:id="rId29"/>
    <p:sldId id="267" r:id="rId30"/>
    <p:sldId id="268" r:id="rId31"/>
    <p:sldId id="269" r:id="rId32"/>
    <p:sldId id="270" r:id="rId33"/>
    <p:sldId id="271" r:id="rId34"/>
    <p:sldId id="27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287" autoAdjust="0"/>
  </p:normalViewPr>
  <p:slideViewPr>
    <p:cSldViewPr snapToGrid="0">
      <p:cViewPr varScale="1">
        <p:scale>
          <a:sx n="56" d="100"/>
          <a:sy n="56" d="100"/>
        </p:scale>
        <p:origin x="12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n-US" sz="4400" b="0" strike="noStrike" spc="-1">
                <a:solidFill>
                  <a:srgbClr val="000000"/>
                </a:solidFill>
                <a:latin typeface="Arial"/>
              </a:rPr>
              <a:t>Click to move the slide</a:t>
            </a:r>
          </a:p>
        </p:txBody>
      </p:sp>
      <p:sp>
        <p:nvSpPr>
          <p:cNvPr id="16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en-US" sz="2000" b="0" strike="noStrike" spc="-1">
                <a:solidFill>
                  <a:srgbClr val="000000"/>
                </a:solidFill>
                <a:latin typeface="Arial"/>
              </a:rPr>
              <a:t>Click to edit the notes format</a:t>
            </a:r>
          </a:p>
        </p:txBody>
      </p:sp>
      <p:sp>
        <p:nvSpPr>
          <p:cNvPr id="166"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167" name="PlaceHolder 4"/>
          <p:cNvSpPr>
            <a:spLocks noGrp="1"/>
          </p:cNvSpPr>
          <p:nvPr>
            <p:ph type="dt" idx="13"/>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168" name="PlaceHolder 5"/>
          <p:cNvSpPr>
            <a:spLocks noGrp="1"/>
          </p:cNvSpPr>
          <p:nvPr>
            <p:ph type="ftr" idx="14"/>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169" name="PlaceHolder 6"/>
          <p:cNvSpPr>
            <a:spLocks noGrp="1"/>
          </p:cNvSpPr>
          <p:nvPr>
            <p:ph type="sldNum" idx="15"/>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1856ADE5-8BB8-44AF-AA5D-407A1700DA90}"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laceHolder 1"/>
          <p:cNvSpPr>
            <a:spLocks noGrp="1" noRot="1" noChangeAspect="1"/>
          </p:cNvSpPr>
          <p:nvPr>
            <p:ph type="sldImg"/>
          </p:nvPr>
        </p:nvSpPr>
        <p:spPr>
          <a:xfrm>
            <a:off x="685800" y="1143000"/>
            <a:ext cx="5483225" cy="3084513"/>
          </a:xfrm>
          <a:prstGeom prst="rect">
            <a:avLst/>
          </a:prstGeom>
          <a:ln w="0">
            <a:noFill/>
          </a:ln>
        </p:spPr>
      </p:sp>
      <p:sp>
        <p:nvSpPr>
          <p:cNvPr id="218" name="PlaceHolder 2"/>
          <p:cNvSpPr>
            <a:spLocks noGrp="1"/>
          </p:cNvSpPr>
          <p:nvPr>
            <p:ph type="body"/>
          </p:nvPr>
        </p:nvSpPr>
        <p:spPr>
          <a:xfrm>
            <a:off x="685800" y="4400640"/>
            <a:ext cx="5483880" cy="359784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a:solidFill>
                  <a:srgbClr val="BDC1C6"/>
                </a:solidFill>
                <a:latin typeface="arial"/>
              </a:rPr>
              <a:t>redundant array of independent disks</a:t>
            </a:r>
            <a:endParaRPr lang="en-US" sz="2000" b="0" strike="noStrike" spc="-1">
              <a:solidFill>
                <a:srgbClr val="000000"/>
              </a:solidFill>
              <a:latin typeface="Arial"/>
            </a:endParaRPr>
          </a:p>
        </p:txBody>
      </p:sp>
      <p:sp>
        <p:nvSpPr>
          <p:cNvPr id="219" name="PlaceHolder 3"/>
          <p:cNvSpPr>
            <a:spLocks noGrp="1"/>
          </p:cNvSpPr>
          <p:nvPr>
            <p:ph type="sldNum" idx="16"/>
          </p:nvPr>
        </p:nvSpPr>
        <p:spPr>
          <a:xfrm>
            <a:off x="3884760" y="8685360"/>
            <a:ext cx="2969280" cy="4561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3C7E6373-5B5D-45C2-95AB-1D92AEE485AE}" type="slidenum">
              <a:rPr lang="en-US" sz="1200" b="0" strike="noStrike" spc="-1">
                <a:solidFill>
                  <a:srgbClr val="000000"/>
                </a:solidFill>
                <a:latin typeface="Times New Roman"/>
              </a:rPr>
              <a:t>6</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PlaceHolder 1"/>
          <p:cNvSpPr>
            <a:spLocks noGrp="1" noRot="1" noChangeAspect="1"/>
          </p:cNvSpPr>
          <p:nvPr>
            <p:ph type="sldImg"/>
          </p:nvPr>
        </p:nvSpPr>
        <p:spPr>
          <a:xfrm>
            <a:off x="217488" y="812800"/>
            <a:ext cx="7123112" cy="4006850"/>
          </a:xfrm>
          <a:prstGeom prst="rect">
            <a:avLst/>
          </a:prstGeom>
          <a:ln w="0">
            <a:noFill/>
          </a:ln>
        </p:spPr>
      </p:sp>
      <p:sp>
        <p:nvSpPr>
          <p:cNvPr id="221" name="PlaceHolder 2"/>
          <p:cNvSpPr>
            <a:spLocks noGrp="1"/>
          </p:cNvSpPr>
          <p:nvPr>
            <p:ph type="body"/>
          </p:nvPr>
        </p:nvSpPr>
        <p:spPr>
          <a:xfrm>
            <a:off x="756000" y="5078520"/>
            <a:ext cx="6046200" cy="480960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a:solidFill>
                  <a:srgbClr val="000000"/>
                </a:solidFill>
                <a:latin typeface="Arial"/>
              </a:rPr>
              <a:t>Shadow copying</a:t>
            </a:r>
          </a:p>
        </p:txBody>
      </p:sp>
    </p:spTree>
    <p:extLst>
      <p:ext uri="{BB962C8B-B14F-4D97-AF65-F5344CB8AC3E}">
        <p14:creationId xmlns:p14="http://schemas.microsoft.com/office/powerpoint/2010/main" val="71414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
          <p:cNvSpPr>
            <a:spLocks noGrp="1" noRot="1" noChangeAspect="1"/>
          </p:cNvSpPr>
          <p:nvPr>
            <p:ph type="sldImg"/>
          </p:nvPr>
        </p:nvSpPr>
        <p:spPr>
          <a:xfrm>
            <a:off x="685800" y="1143000"/>
            <a:ext cx="5483880" cy="3083760"/>
          </a:xfrm>
          <a:prstGeom prst="rect">
            <a:avLst/>
          </a:prstGeom>
          <a:ln w="0">
            <a:noFill/>
          </a:ln>
        </p:spPr>
      </p:sp>
      <p:sp>
        <p:nvSpPr>
          <p:cNvPr id="223" name="PlaceHolder 2"/>
          <p:cNvSpPr>
            <a:spLocks noGrp="1"/>
          </p:cNvSpPr>
          <p:nvPr>
            <p:ph type="body"/>
          </p:nvPr>
        </p:nvSpPr>
        <p:spPr>
          <a:xfrm>
            <a:off x="685800" y="4400640"/>
            <a:ext cx="5483880" cy="35978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Arial"/>
            </a:endParaRPr>
          </a:p>
        </p:txBody>
      </p:sp>
      <p:sp>
        <p:nvSpPr>
          <p:cNvPr id="224" name="PlaceHolder 3"/>
          <p:cNvSpPr>
            <a:spLocks noGrp="1"/>
          </p:cNvSpPr>
          <p:nvPr>
            <p:ph type="sldNum" idx="17"/>
          </p:nvPr>
        </p:nvSpPr>
        <p:spPr>
          <a:xfrm>
            <a:off x="3884760" y="8685360"/>
            <a:ext cx="2969280" cy="4561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F66121DF-958D-480A-96C5-7FB1A54EE687}" type="slidenum">
              <a:rPr lang="en-US" sz="1200" b="0" strike="noStrike" spc="-1">
                <a:solidFill>
                  <a:srgbClr val="000000"/>
                </a:solidFill>
                <a:latin typeface="Times New Roman"/>
              </a:rPr>
              <a:t>19</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895787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PlaceHolder 1"/>
          <p:cNvSpPr>
            <a:spLocks noGrp="1" noRot="1" noChangeAspect="1"/>
          </p:cNvSpPr>
          <p:nvPr>
            <p:ph type="sldImg"/>
          </p:nvPr>
        </p:nvSpPr>
        <p:spPr>
          <a:xfrm>
            <a:off x="685800" y="1143000"/>
            <a:ext cx="5483880" cy="3083760"/>
          </a:xfrm>
          <a:prstGeom prst="rect">
            <a:avLst/>
          </a:prstGeom>
          <a:ln w="0">
            <a:noFill/>
          </a:ln>
        </p:spPr>
      </p:sp>
      <p:sp>
        <p:nvSpPr>
          <p:cNvPr id="226" name="PlaceHolder 2"/>
          <p:cNvSpPr>
            <a:spLocks noGrp="1"/>
          </p:cNvSpPr>
          <p:nvPr>
            <p:ph type="body"/>
          </p:nvPr>
        </p:nvSpPr>
        <p:spPr>
          <a:xfrm>
            <a:off x="685800" y="4400640"/>
            <a:ext cx="5483880" cy="3597840"/>
          </a:xfrm>
          <a:prstGeom prst="rect">
            <a:avLst/>
          </a:prstGeom>
          <a:noFill/>
          <a:ln w="0">
            <a:noFill/>
          </a:ln>
        </p:spPr>
        <p:txBody>
          <a:bodyPr lIns="0" tIns="0" rIns="0" bIns="0" anchor="t">
            <a:noAutofit/>
          </a:bodyPr>
          <a:lstStyle/>
          <a:p>
            <a:pPr marL="216000" indent="0">
              <a:lnSpc>
                <a:spcPct val="100000"/>
              </a:lnSpc>
              <a:buNone/>
              <a:tabLst>
                <a:tab pos="0" algn="l"/>
              </a:tabLst>
            </a:pPr>
            <a:r>
              <a:rPr lang="en-US" sz="1800" b="0" strike="noStrike" spc="-1" dirty="0">
                <a:solidFill>
                  <a:srgbClr val="000000"/>
                </a:solidFill>
                <a:latin typeface="Palatino-Roman"/>
              </a:rPr>
              <a:t>data item</a:t>
            </a:r>
            <a:endParaRPr lang="en-US" sz="1800" b="0" strike="noStrike" spc="-1" dirty="0">
              <a:solidFill>
                <a:srgbClr val="000000"/>
              </a:solidFill>
              <a:latin typeface="Arial"/>
            </a:endParaRPr>
          </a:p>
          <a:p>
            <a:pPr marL="216000" indent="0">
              <a:lnSpc>
                <a:spcPct val="100000"/>
              </a:lnSpc>
              <a:buNone/>
              <a:tabLst>
                <a:tab pos="0" algn="l"/>
              </a:tabLst>
            </a:pPr>
            <a:r>
              <a:rPr lang="en-US" sz="1800" b="0" strike="noStrike" spc="-1" dirty="0">
                <a:solidFill>
                  <a:srgbClr val="000000"/>
                </a:solidFill>
                <a:latin typeface="Palatino-Roman"/>
              </a:rPr>
              <a:t>that has been updated by an uncommitted transaction cannot be modified by</a:t>
            </a:r>
            <a:endParaRPr lang="en-US" sz="1800" b="0" strike="noStrike" spc="-1" dirty="0">
              <a:solidFill>
                <a:srgbClr val="000000"/>
              </a:solidFill>
              <a:latin typeface="Arial"/>
            </a:endParaRPr>
          </a:p>
          <a:p>
            <a:pPr marL="216000" indent="0">
              <a:lnSpc>
                <a:spcPct val="100000"/>
              </a:lnSpc>
              <a:buNone/>
              <a:tabLst>
                <a:tab pos="0" algn="l"/>
              </a:tabLst>
            </a:pPr>
            <a:r>
              <a:rPr lang="en-US" sz="1800" b="0" strike="noStrike" spc="-1" dirty="0">
                <a:solidFill>
                  <a:srgbClr val="000000"/>
                </a:solidFill>
                <a:latin typeface="Palatino-Roman"/>
              </a:rPr>
              <a:t>any other transaction,</a:t>
            </a:r>
            <a:endParaRPr lang="en-US" sz="1800" b="0" strike="noStrike" spc="-1" dirty="0">
              <a:solidFill>
                <a:srgbClr val="000000"/>
              </a:solidFill>
              <a:latin typeface="Arial"/>
            </a:endParaRPr>
          </a:p>
        </p:txBody>
      </p:sp>
      <p:sp>
        <p:nvSpPr>
          <p:cNvPr id="227" name="PlaceHolder 3"/>
          <p:cNvSpPr>
            <a:spLocks noGrp="1"/>
          </p:cNvSpPr>
          <p:nvPr>
            <p:ph type="sldNum" idx="18"/>
          </p:nvPr>
        </p:nvSpPr>
        <p:spPr>
          <a:xfrm>
            <a:off x="3884760" y="8685360"/>
            <a:ext cx="2969280" cy="4561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8739DA7C-3BFA-4159-A927-8610633737AF}" type="slidenum">
              <a:rPr lang="en-US" sz="1200" b="0" strike="noStrike" spc="-1">
                <a:solidFill>
                  <a:srgbClr val="000000"/>
                </a:solidFill>
                <a:latin typeface="Times New Roman"/>
              </a:rPr>
              <a:t>20</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853264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WAL protocol</a:t>
            </a:r>
            <a:endParaRPr lang="en-GB"/>
          </a:p>
        </p:txBody>
      </p:sp>
      <p:sp>
        <p:nvSpPr>
          <p:cNvPr id="4" name="Slide Number Placeholder 3"/>
          <p:cNvSpPr>
            <a:spLocks noGrp="1"/>
          </p:cNvSpPr>
          <p:nvPr>
            <p:ph type="sldNum" idx="15"/>
          </p:nvPr>
        </p:nvSpPr>
        <p:spPr/>
        <p:txBody>
          <a:bodyPr/>
          <a:lstStyle/>
          <a:p>
            <a:pPr indent="0" algn="r">
              <a:buNone/>
            </a:pPr>
            <a:fld id="{1856ADE5-8BB8-44AF-AA5D-407A1700DA90}" type="slidenum">
              <a:rPr lang="en-US" sz="1400" b="0" strike="noStrike" spc="-1" smtClean="0">
                <a:solidFill>
                  <a:srgbClr val="000000"/>
                </a:solidFill>
                <a:latin typeface="Times New Roman"/>
              </a:rPr>
              <a:t>31</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405754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8C5CA625-2BFE-4B2A-B27F-4CBBDC9DE21B}"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CCDDA042-45DD-42D1-ABB4-6362BF4764CC}" type="slidenum">
              <a:t>‹#›</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90F216C4-1221-4015-B8D2-90D3A55541E0}"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731CE2E4-D442-4DA3-A76F-ACD7E7499BF9}"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EFB12698-87F4-4C27-BA88-364133D66509}"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F35AD617-BFF3-4DEE-9CA7-1CEF7AACC778}"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AF7A26B7-2291-4644-84A1-A8BE26B1AF9C}"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EC40C2DA-84F6-4089-A55A-361C8E8F8004}"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B848C0C1-AE5A-4459-B418-A648D59F9263}"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707141C1-68A8-47B2-88A1-D6D824559A9A}"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9BD74B11-1C8F-464D-A0CD-0F7AC2CDFD24}"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051F1402-9626-41AD-A536-0E880A8E2831}"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0E449A4D-C2B5-46D2-A8FE-570310C0A12C}"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47"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6DC0D8BD-25CF-4A52-92CB-1A288C7C2DD1}"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49"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240FDCF4-3568-4824-9551-70E661926BAF}"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E450F7E4-D1AB-4383-981F-E0668BB7BC3D}"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BA6D0AA5-AB19-4ECD-98FC-2E225C6B5F6D}"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730CC4D2-C8A9-4EA8-BCB0-F3B5BE229595}"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084D9450-BAEA-44B3-A7A3-D79847E5E238}"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2"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BA5DC732-DE27-49E0-BFE6-1E7FCE729031}"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6"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DFA42797-C888-41F6-A610-5C0FB7FE747A}"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8"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9"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CB8B6FB5-830A-4C30-858D-65F1C00D650C}"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4"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5"/>
          </p:nvPr>
        </p:nvSpPr>
        <p:spPr/>
        <p:txBody>
          <a:bodyPr/>
          <a:lstStyle/>
          <a:p>
            <a:fld id="{822FF069-E08B-4449-B6F4-C02B68D99E98}" type="slidenum">
              <a:t>‹#›</a:t>
            </a:fld>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6"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7"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8"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9"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80"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81"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5"/>
          </p:nvPr>
        </p:nvSpPr>
        <p:spPr/>
        <p:txBody>
          <a:bodyPr/>
          <a:lstStyle/>
          <a:p>
            <a:fld id="{0A91ADB4-D4B8-4E1C-8830-BBFD0B0990CD}" type="slidenum">
              <a:t>‹#›</a:t>
            </a:fld>
            <a:endParaRPr/>
          </a:p>
        </p:txBody>
      </p:sp>
      <p:sp>
        <p:nvSpPr>
          <p:cNvPr id="11" name="PlaceHolder 10"/>
          <p:cNvSpPr>
            <a:spLocks noGrp="1"/>
          </p:cNvSpPr>
          <p:nvPr>
            <p:ph type="dt" idx="6"/>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9697E8BF-86DD-4FBA-8E96-CBB67224BF3D}" type="slidenum">
              <a:t>‹#›</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88"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8"/>
          </p:nvPr>
        </p:nvSpPr>
        <p:spPr/>
        <p:txBody>
          <a:bodyPr/>
          <a:lstStyle/>
          <a:p>
            <a:fld id="{05B80AD3-FC45-4105-B7F2-EF31CC0A772B}" type="slidenum">
              <a:t>‹#›</a:t>
            </a:fld>
            <a:endParaRPr/>
          </a:p>
        </p:txBody>
      </p:sp>
      <p:sp>
        <p:nvSpPr>
          <p:cNvPr id="6" name="PlaceHolder 5"/>
          <p:cNvSpPr>
            <a:spLocks noGrp="1"/>
          </p:cNvSpPr>
          <p:nvPr>
            <p:ph type="dt" idx="9"/>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90"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8"/>
          </p:nvPr>
        </p:nvSpPr>
        <p:spPr/>
        <p:txBody>
          <a:bodyPr/>
          <a:lstStyle/>
          <a:p>
            <a:fld id="{038C4F50-10B7-4EB1-9BCA-2EE2D994067A}" type="slidenum">
              <a:t>‹#›</a:t>
            </a:fld>
            <a:endParaRPr/>
          </a:p>
        </p:txBody>
      </p:sp>
      <p:sp>
        <p:nvSpPr>
          <p:cNvPr id="6" name="PlaceHolder 5"/>
          <p:cNvSpPr>
            <a:spLocks noGrp="1"/>
          </p:cNvSpPr>
          <p:nvPr>
            <p:ph type="dt" idx="9"/>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92"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93"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ftr" idx="7"/>
          </p:nvPr>
        </p:nvSpPr>
        <p:spPr/>
        <p:txBody>
          <a:bodyPr/>
          <a:lstStyle/>
          <a:p>
            <a:r>
              <a:t>Footer</a:t>
            </a:r>
          </a:p>
        </p:txBody>
      </p:sp>
      <p:sp>
        <p:nvSpPr>
          <p:cNvPr id="6" name="PlaceHolder 5"/>
          <p:cNvSpPr>
            <a:spLocks noGrp="1"/>
          </p:cNvSpPr>
          <p:nvPr>
            <p:ph type="sldNum" idx="8"/>
          </p:nvPr>
        </p:nvSpPr>
        <p:spPr/>
        <p:txBody>
          <a:bodyPr/>
          <a:lstStyle/>
          <a:p>
            <a:fld id="{6D582996-4A6F-467A-8111-0DC45958C962}" type="slidenum">
              <a:t>‹#›</a:t>
            </a:fld>
            <a:endParaRPr/>
          </a:p>
        </p:txBody>
      </p:sp>
      <p:sp>
        <p:nvSpPr>
          <p:cNvPr id="7" name="PlaceHolder 6"/>
          <p:cNvSpPr>
            <a:spLocks noGrp="1"/>
          </p:cNvSpPr>
          <p:nvPr>
            <p:ph type="dt" idx="9"/>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ftr" idx="7"/>
          </p:nvPr>
        </p:nvSpPr>
        <p:spPr/>
        <p:txBody>
          <a:bodyPr/>
          <a:lstStyle/>
          <a:p>
            <a:r>
              <a:t>Footer</a:t>
            </a:r>
          </a:p>
        </p:txBody>
      </p:sp>
      <p:sp>
        <p:nvSpPr>
          <p:cNvPr id="4" name="PlaceHolder 3"/>
          <p:cNvSpPr>
            <a:spLocks noGrp="1"/>
          </p:cNvSpPr>
          <p:nvPr>
            <p:ph type="sldNum" idx="8"/>
          </p:nvPr>
        </p:nvSpPr>
        <p:spPr/>
        <p:txBody>
          <a:bodyPr/>
          <a:lstStyle/>
          <a:p>
            <a:fld id="{6D2DC8FA-9F34-4941-8ED1-510319102645}" type="slidenum">
              <a:t>‹#›</a:t>
            </a:fld>
            <a:endParaRPr/>
          </a:p>
        </p:txBody>
      </p:sp>
      <p:sp>
        <p:nvSpPr>
          <p:cNvPr id="5" name="PlaceHolder 4"/>
          <p:cNvSpPr>
            <a:spLocks noGrp="1"/>
          </p:cNvSpPr>
          <p:nvPr>
            <p:ph type="dt" idx="9"/>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7"/>
          </p:nvPr>
        </p:nvSpPr>
        <p:spPr/>
        <p:txBody>
          <a:bodyPr/>
          <a:lstStyle/>
          <a:p>
            <a:r>
              <a:t>Footer</a:t>
            </a:r>
          </a:p>
        </p:txBody>
      </p:sp>
      <p:sp>
        <p:nvSpPr>
          <p:cNvPr id="4" name="PlaceHolder 3"/>
          <p:cNvSpPr>
            <a:spLocks noGrp="1"/>
          </p:cNvSpPr>
          <p:nvPr>
            <p:ph type="sldNum" idx="8"/>
          </p:nvPr>
        </p:nvSpPr>
        <p:spPr/>
        <p:txBody>
          <a:bodyPr/>
          <a:lstStyle/>
          <a:p>
            <a:fld id="{D83D56EF-0F76-4C7B-BADD-EE2290F2269A}" type="slidenum">
              <a:t>‹#›</a:t>
            </a:fld>
            <a:endParaRPr/>
          </a:p>
        </p:txBody>
      </p:sp>
      <p:sp>
        <p:nvSpPr>
          <p:cNvPr id="5" name="PlaceHolder 4"/>
          <p:cNvSpPr>
            <a:spLocks noGrp="1"/>
          </p:cNvSpPr>
          <p:nvPr>
            <p:ph type="dt" idx="9"/>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9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9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9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7"/>
          </p:nvPr>
        </p:nvSpPr>
        <p:spPr/>
        <p:txBody>
          <a:bodyPr/>
          <a:lstStyle/>
          <a:p>
            <a:r>
              <a:t>Footer</a:t>
            </a:r>
          </a:p>
        </p:txBody>
      </p:sp>
      <p:sp>
        <p:nvSpPr>
          <p:cNvPr id="7" name="PlaceHolder 6"/>
          <p:cNvSpPr>
            <a:spLocks noGrp="1"/>
          </p:cNvSpPr>
          <p:nvPr>
            <p:ph type="sldNum" idx="8"/>
          </p:nvPr>
        </p:nvSpPr>
        <p:spPr/>
        <p:txBody>
          <a:bodyPr/>
          <a:lstStyle/>
          <a:p>
            <a:fld id="{4D102529-0964-4834-B3BA-FF53DB8AD2BD}" type="slidenum">
              <a:t>‹#›</a:t>
            </a:fld>
            <a:endParaRPr/>
          </a:p>
        </p:txBody>
      </p:sp>
      <p:sp>
        <p:nvSpPr>
          <p:cNvPr id="8" name="PlaceHolder 7"/>
          <p:cNvSpPr>
            <a:spLocks noGrp="1"/>
          </p:cNvSpPr>
          <p:nvPr>
            <p:ph type="dt" idx="9"/>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0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0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03"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7"/>
          </p:nvPr>
        </p:nvSpPr>
        <p:spPr/>
        <p:txBody>
          <a:bodyPr/>
          <a:lstStyle/>
          <a:p>
            <a:r>
              <a:t>Footer</a:t>
            </a:r>
          </a:p>
        </p:txBody>
      </p:sp>
      <p:sp>
        <p:nvSpPr>
          <p:cNvPr id="7" name="PlaceHolder 6"/>
          <p:cNvSpPr>
            <a:spLocks noGrp="1"/>
          </p:cNvSpPr>
          <p:nvPr>
            <p:ph type="sldNum" idx="8"/>
          </p:nvPr>
        </p:nvSpPr>
        <p:spPr/>
        <p:txBody>
          <a:bodyPr/>
          <a:lstStyle/>
          <a:p>
            <a:fld id="{5842A6BC-A084-4DE6-8549-861EFC787CD3}" type="slidenum">
              <a:t>‹#›</a:t>
            </a:fld>
            <a:endParaRPr/>
          </a:p>
        </p:txBody>
      </p:sp>
      <p:sp>
        <p:nvSpPr>
          <p:cNvPr id="8" name="PlaceHolder 7"/>
          <p:cNvSpPr>
            <a:spLocks noGrp="1"/>
          </p:cNvSpPr>
          <p:nvPr>
            <p:ph type="dt" idx="9"/>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0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0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07"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7"/>
          </p:nvPr>
        </p:nvSpPr>
        <p:spPr/>
        <p:txBody>
          <a:bodyPr/>
          <a:lstStyle/>
          <a:p>
            <a:r>
              <a:t>Footer</a:t>
            </a:r>
          </a:p>
        </p:txBody>
      </p:sp>
      <p:sp>
        <p:nvSpPr>
          <p:cNvPr id="7" name="PlaceHolder 6"/>
          <p:cNvSpPr>
            <a:spLocks noGrp="1"/>
          </p:cNvSpPr>
          <p:nvPr>
            <p:ph type="sldNum" idx="8"/>
          </p:nvPr>
        </p:nvSpPr>
        <p:spPr/>
        <p:txBody>
          <a:bodyPr/>
          <a:lstStyle/>
          <a:p>
            <a:fld id="{B30A02D2-AB3C-4927-8367-BBD78FB7EB27}" type="slidenum">
              <a:t>‹#›</a:t>
            </a:fld>
            <a:endParaRPr/>
          </a:p>
        </p:txBody>
      </p:sp>
      <p:sp>
        <p:nvSpPr>
          <p:cNvPr id="8" name="PlaceHolder 7"/>
          <p:cNvSpPr>
            <a:spLocks noGrp="1"/>
          </p:cNvSpPr>
          <p:nvPr>
            <p:ph type="dt" idx="9"/>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09"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10"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ftr" idx="7"/>
          </p:nvPr>
        </p:nvSpPr>
        <p:spPr/>
        <p:txBody>
          <a:bodyPr/>
          <a:lstStyle/>
          <a:p>
            <a:r>
              <a:t>Footer</a:t>
            </a:r>
          </a:p>
        </p:txBody>
      </p:sp>
      <p:sp>
        <p:nvSpPr>
          <p:cNvPr id="6" name="PlaceHolder 5"/>
          <p:cNvSpPr>
            <a:spLocks noGrp="1"/>
          </p:cNvSpPr>
          <p:nvPr>
            <p:ph type="sldNum" idx="8"/>
          </p:nvPr>
        </p:nvSpPr>
        <p:spPr/>
        <p:txBody>
          <a:bodyPr/>
          <a:lstStyle/>
          <a:p>
            <a:fld id="{21036364-DF21-45B2-86E2-E5B393A26D30}" type="slidenum">
              <a:t>‹#›</a:t>
            </a:fld>
            <a:endParaRPr/>
          </a:p>
        </p:txBody>
      </p:sp>
      <p:sp>
        <p:nvSpPr>
          <p:cNvPr id="7" name="PlaceHolder 6"/>
          <p:cNvSpPr>
            <a:spLocks noGrp="1"/>
          </p:cNvSpPr>
          <p:nvPr>
            <p:ph type="dt" idx="9"/>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1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1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14"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15"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 name="PlaceHolder 6"/>
          <p:cNvSpPr>
            <a:spLocks noGrp="1"/>
          </p:cNvSpPr>
          <p:nvPr>
            <p:ph type="ftr" idx="7"/>
          </p:nvPr>
        </p:nvSpPr>
        <p:spPr/>
        <p:txBody>
          <a:bodyPr/>
          <a:lstStyle/>
          <a:p>
            <a:r>
              <a:t>Footer</a:t>
            </a:r>
          </a:p>
        </p:txBody>
      </p:sp>
      <p:sp>
        <p:nvSpPr>
          <p:cNvPr id="8" name="PlaceHolder 7"/>
          <p:cNvSpPr>
            <a:spLocks noGrp="1"/>
          </p:cNvSpPr>
          <p:nvPr>
            <p:ph type="sldNum" idx="8"/>
          </p:nvPr>
        </p:nvSpPr>
        <p:spPr/>
        <p:txBody>
          <a:bodyPr/>
          <a:lstStyle/>
          <a:p>
            <a:fld id="{E4F4FAEB-44B5-44C6-8588-2940AF2DA5E7}" type="slidenum">
              <a:t>‹#›</a:t>
            </a:fld>
            <a:endParaRPr/>
          </a:p>
        </p:txBody>
      </p:sp>
      <p:sp>
        <p:nvSpPr>
          <p:cNvPr id="9" name="PlaceHolder 8"/>
          <p:cNvSpPr>
            <a:spLocks noGrp="1"/>
          </p:cNvSpPr>
          <p:nvPr>
            <p:ph type="dt" idx="9"/>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17"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18"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19"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20"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21"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22"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9" name="PlaceHolder 8"/>
          <p:cNvSpPr>
            <a:spLocks noGrp="1"/>
          </p:cNvSpPr>
          <p:nvPr>
            <p:ph type="ftr" idx="7"/>
          </p:nvPr>
        </p:nvSpPr>
        <p:spPr/>
        <p:txBody>
          <a:bodyPr/>
          <a:lstStyle/>
          <a:p>
            <a:r>
              <a:t>Footer</a:t>
            </a:r>
          </a:p>
        </p:txBody>
      </p:sp>
      <p:sp>
        <p:nvSpPr>
          <p:cNvPr id="10" name="PlaceHolder 9"/>
          <p:cNvSpPr>
            <a:spLocks noGrp="1"/>
          </p:cNvSpPr>
          <p:nvPr>
            <p:ph type="sldNum" idx="8"/>
          </p:nvPr>
        </p:nvSpPr>
        <p:spPr/>
        <p:txBody>
          <a:bodyPr/>
          <a:lstStyle/>
          <a:p>
            <a:fld id="{E979B599-BBEF-4051-A252-CA1FBCD39469}" type="slidenum">
              <a:t>‹#›</a:t>
            </a:fld>
            <a:endParaRPr/>
          </a:p>
        </p:txBody>
      </p:sp>
      <p:sp>
        <p:nvSpPr>
          <p:cNvPr id="11" name="PlaceHolder 10"/>
          <p:cNvSpPr>
            <a:spLocks noGrp="1"/>
          </p:cNvSpPr>
          <p:nvPr>
            <p:ph type="dt" idx="9"/>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lstStyle/>
          <a:p>
            <a:r>
              <a:t>Footer</a:t>
            </a:r>
          </a:p>
        </p:txBody>
      </p:sp>
      <p:sp>
        <p:nvSpPr>
          <p:cNvPr id="3" name="PlaceHolder 2"/>
          <p:cNvSpPr>
            <a:spLocks noGrp="1"/>
          </p:cNvSpPr>
          <p:nvPr>
            <p:ph type="sldNum" idx="11"/>
          </p:nvPr>
        </p:nvSpPr>
        <p:spPr/>
        <p:txBody>
          <a:bodyPr/>
          <a:lstStyle/>
          <a:p>
            <a:fld id="{765087AC-4892-48DE-9F78-FE90D70E28B2}" type="slidenum">
              <a:t>‹#›</a:t>
            </a:fld>
            <a:endParaRPr/>
          </a:p>
        </p:txBody>
      </p:sp>
      <p:sp>
        <p:nvSpPr>
          <p:cNvPr id="4" name="PlaceHolder 3"/>
          <p:cNvSpPr>
            <a:spLocks noGrp="1"/>
          </p:cNvSpPr>
          <p:nvPr>
            <p:ph type="dt" idx="12"/>
          </p:nvPr>
        </p:nvSpPr>
        <p:spPr/>
        <p:txBody>
          <a:body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9"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81F14CF5-68F5-4C00-87CC-0158F48C7693}" type="slidenum">
              <a:t>‹#›</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31"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A85337F4-2536-478A-9777-08F591EACC9B}" type="slidenum">
              <a:t>‹#›</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33"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34"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ftr" idx="10"/>
          </p:nvPr>
        </p:nvSpPr>
        <p:spPr/>
        <p:txBody>
          <a:bodyPr/>
          <a:lstStyle/>
          <a:p>
            <a:r>
              <a:t>Footer</a:t>
            </a:r>
          </a:p>
        </p:txBody>
      </p:sp>
      <p:sp>
        <p:nvSpPr>
          <p:cNvPr id="6" name="PlaceHolder 5"/>
          <p:cNvSpPr>
            <a:spLocks noGrp="1"/>
          </p:cNvSpPr>
          <p:nvPr>
            <p:ph type="sldNum" idx="11"/>
          </p:nvPr>
        </p:nvSpPr>
        <p:spPr/>
        <p:txBody>
          <a:bodyPr/>
          <a:lstStyle/>
          <a:p>
            <a:fld id="{B7ADD18C-2ED5-41B6-B0E9-FC0AC80A1718}" type="slidenum">
              <a:t>‹#›</a:t>
            </a:fld>
            <a:endParaRPr/>
          </a:p>
        </p:txBody>
      </p:sp>
      <p:sp>
        <p:nvSpPr>
          <p:cNvPr id="7" name="PlaceHolder 6"/>
          <p:cNvSpPr>
            <a:spLocks noGrp="1"/>
          </p:cNvSpPr>
          <p:nvPr>
            <p:ph type="dt" idx="12"/>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ftr" idx="10"/>
          </p:nvPr>
        </p:nvSpPr>
        <p:spPr/>
        <p:txBody>
          <a:bodyPr/>
          <a:lstStyle/>
          <a:p>
            <a:r>
              <a:t>Footer</a:t>
            </a:r>
          </a:p>
        </p:txBody>
      </p:sp>
      <p:sp>
        <p:nvSpPr>
          <p:cNvPr id="4" name="PlaceHolder 3"/>
          <p:cNvSpPr>
            <a:spLocks noGrp="1"/>
          </p:cNvSpPr>
          <p:nvPr>
            <p:ph type="sldNum" idx="11"/>
          </p:nvPr>
        </p:nvSpPr>
        <p:spPr/>
        <p:txBody>
          <a:bodyPr/>
          <a:lstStyle/>
          <a:p>
            <a:fld id="{73D9C127-B843-4122-B1C6-6F86D592CA92}" type="slidenum">
              <a:t>‹#›</a:t>
            </a:fld>
            <a:endParaRPr/>
          </a:p>
        </p:txBody>
      </p:sp>
      <p:sp>
        <p:nvSpPr>
          <p:cNvPr id="5" name="PlaceHolder 4"/>
          <p:cNvSpPr>
            <a:spLocks noGrp="1"/>
          </p:cNvSpPr>
          <p:nvPr>
            <p:ph type="dt" idx="12"/>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6"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10"/>
          </p:nvPr>
        </p:nvSpPr>
        <p:spPr/>
        <p:txBody>
          <a:bodyPr/>
          <a:lstStyle/>
          <a:p>
            <a:r>
              <a:t>Footer</a:t>
            </a:r>
          </a:p>
        </p:txBody>
      </p:sp>
      <p:sp>
        <p:nvSpPr>
          <p:cNvPr id="4" name="PlaceHolder 3"/>
          <p:cNvSpPr>
            <a:spLocks noGrp="1"/>
          </p:cNvSpPr>
          <p:nvPr>
            <p:ph type="sldNum" idx="11"/>
          </p:nvPr>
        </p:nvSpPr>
        <p:spPr/>
        <p:txBody>
          <a:bodyPr/>
          <a:lstStyle/>
          <a:p>
            <a:fld id="{DA369049-9C07-4D77-B4D1-A0428CAE5D9A}" type="slidenum">
              <a:t>‹#›</a:t>
            </a:fld>
            <a:endParaRPr/>
          </a:p>
        </p:txBody>
      </p:sp>
      <p:sp>
        <p:nvSpPr>
          <p:cNvPr id="5" name="PlaceHolder 4"/>
          <p:cNvSpPr>
            <a:spLocks noGrp="1"/>
          </p:cNvSpPr>
          <p:nvPr>
            <p:ph type="dt" idx="12"/>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3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39"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40"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10"/>
          </p:nvPr>
        </p:nvSpPr>
        <p:spPr/>
        <p:txBody>
          <a:bodyPr/>
          <a:lstStyle/>
          <a:p>
            <a:r>
              <a:t>Footer</a:t>
            </a:r>
          </a:p>
        </p:txBody>
      </p:sp>
      <p:sp>
        <p:nvSpPr>
          <p:cNvPr id="7" name="PlaceHolder 6"/>
          <p:cNvSpPr>
            <a:spLocks noGrp="1"/>
          </p:cNvSpPr>
          <p:nvPr>
            <p:ph type="sldNum" idx="11"/>
          </p:nvPr>
        </p:nvSpPr>
        <p:spPr/>
        <p:txBody>
          <a:bodyPr/>
          <a:lstStyle/>
          <a:p>
            <a:fld id="{C68FB369-9C2B-4AC9-B921-BB3623D89006}" type="slidenum">
              <a:t>‹#›</a:t>
            </a:fld>
            <a:endParaRPr/>
          </a:p>
        </p:txBody>
      </p:sp>
      <p:sp>
        <p:nvSpPr>
          <p:cNvPr id="8" name="PlaceHolder 7"/>
          <p:cNvSpPr>
            <a:spLocks noGrp="1"/>
          </p:cNvSpPr>
          <p:nvPr>
            <p:ph type="dt" idx="12"/>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42"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4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44"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10"/>
          </p:nvPr>
        </p:nvSpPr>
        <p:spPr/>
        <p:txBody>
          <a:bodyPr/>
          <a:lstStyle/>
          <a:p>
            <a:r>
              <a:t>Footer</a:t>
            </a:r>
          </a:p>
        </p:txBody>
      </p:sp>
      <p:sp>
        <p:nvSpPr>
          <p:cNvPr id="7" name="PlaceHolder 6"/>
          <p:cNvSpPr>
            <a:spLocks noGrp="1"/>
          </p:cNvSpPr>
          <p:nvPr>
            <p:ph type="sldNum" idx="11"/>
          </p:nvPr>
        </p:nvSpPr>
        <p:spPr/>
        <p:txBody>
          <a:bodyPr/>
          <a:lstStyle/>
          <a:p>
            <a:fld id="{2FE38704-581A-4E26-B4D4-879DA35F3B42}" type="slidenum">
              <a:t>‹#›</a:t>
            </a:fld>
            <a:endParaRPr/>
          </a:p>
        </p:txBody>
      </p:sp>
      <p:sp>
        <p:nvSpPr>
          <p:cNvPr id="8" name="PlaceHolder 7"/>
          <p:cNvSpPr>
            <a:spLocks noGrp="1"/>
          </p:cNvSpPr>
          <p:nvPr>
            <p:ph type="dt" idx="12"/>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4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4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48"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10"/>
          </p:nvPr>
        </p:nvSpPr>
        <p:spPr/>
        <p:txBody>
          <a:bodyPr/>
          <a:lstStyle/>
          <a:p>
            <a:r>
              <a:t>Footer</a:t>
            </a:r>
          </a:p>
        </p:txBody>
      </p:sp>
      <p:sp>
        <p:nvSpPr>
          <p:cNvPr id="7" name="PlaceHolder 6"/>
          <p:cNvSpPr>
            <a:spLocks noGrp="1"/>
          </p:cNvSpPr>
          <p:nvPr>
            <p:ph type="sldNum" idx="11"/>
          </p:nvPr>
        </p:nvSpPr>
        <p:spPr/>
        <p:txBody>
          <a:bodyPr/>
          <a:lstStyle/>
          <a:p>
            <a:fld id="{4D3E2BC4-3FCC-44A0-843C-AF77E132B157}" type="slidenum">
              <a:t>‹#›</a:t>
            </a:fld>
            <a:endParaRPr/>
          </a:p>
        </p:txBody>
      </p:sp>
      <p:sp>
        <p:nvSpPr>
          <p:cNvPr id="8" name="PlaceHolder 7"/>
          <p:cNvSpPr>
            <a:spLocks noGrp="1"/>
          </p:cNvSpPr>
          <p:nvPr>
            <p:ph type="dt" idx="12"/>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50"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51"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ftr" idx="10"/>
          </p:nvPr>
        </p:nvSpPr>
        <p:spPr/>
        <p:txBody>
          <a:bodyPr/>
          <a:lstStyle/>
          <a:p>
            <a:r>
              <a:t>Footer</a:t>
            </a:r>
          </a:p>
        </p:txBody>
      </p:sp>
      <p:sp>
        <p:nvSpPr>
          <p:cNvPr id="6" name="PlaceHolder 5"/>
          <p:cNvSpPr>
            <a:spLocks noGrp="1"/>
          </p:cNvSpPr>
          <p:nvPr>
            <p:ph type="sldNum" idx="11"/>
          </p:nvPr>
        </p:nvSpPr>
        <p:spPr/>
        <p:txBody>
          <a:bodyPr/>
          <a:lstStyle/>
          <a:p>
            <a:fld id="{3C419F10-7BA9-49B3-849D-A9569B841452}" type="slidenum">
              <a:t>‹#›</a:t>
            </a:fld>
            <a:endParaRPr/>
          </a:p>
        </p:txBody>
      </p:sp>
      <p:sp>
        <p:nvSpPr>
          <p:cNvPr id="7" name="PlaceHolder 6"/>
          <p:cNvSpPr>
            <a:spLocks noGrp="1"/>
          </p:cNvSpPr>
          <p:nvPr>
            <p:ph type="dt" idx="12"/>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5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5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55"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56"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 name="PlaceHolder 6"/>
          <p:cNvSpPr>
            <a:spLocks noGrp="1"/>
          </p:cNvSpPr>
          <p:nvPr>
            <p:ph type="ftr" idx="10"/>
          </p:nvPr>
        </p:nvSpPr>
        <p:spPr/>
        <p:txBody>
          <a:bodyPr/>
          <a:lstStyle/>
          <a:p>
            <a:r>
              <a:t>Footer</a:t>
            </a:r>
          </a:p>
        </p:txBody>
      </p:sp>
      <p:sp>
        <p:nvSpPr>
          <p:cNvPr id="8" name="PlaceHolder 7"/>
          <p:cNvSpPr>
            <a:spLocks noGrp="1"/>
          </p:cNvSpPr>
          <p:nvPr>
            <p:ph type="sldNum" idx="11"/>
          </p:nvPr>
        </p:nvSpPr>
        <p:spPr/>
        <p:txBody>
          <a:bodyPr/>
          <a:lstStyle/>
          <a:p>
            <a:fld id="{15CBB469-1C20-43F5-9564-1ECB0D750429}" type="slidenum">
              <a:t>‹#›</a:t>
            </a:fld>
            <a:endParaRPr/>
          </a:p>
        </p:txBody>
      </p:sp>
      <p:sp>
        <p:nvSpPr>
          <p:cNvPr id="9" name="PlaceHolder 8"/>
          <p:cNvSpPr>
            <a:spLocks noGrp="1"/>
          </p:cNvSpPr>
          <p:nvPr>
            <p:ph type="dt" idx="12"/>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58"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59"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60"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61"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62"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63"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9" name="PlaceHolder 8"/>
          <p:cNvSpPr>
            <a:spLocks noGrp="1"/>
          </p:cNvSpPr>
          <p:nvPr>
            <p:ph type="ftr" idx="10"/>
          </p:nvPr>
        </p:nvSpPr>
        <p:spPr/>
        <p:txBody>
          <a:bodyPr/>
          <a:lstStyle/>
          <a:p>
            <a:r>
              <a:t>Footer</a:t>
            </a:r>
          </a:p>
        </p:txBody>
      </p:sp>
      <p:sp>
        <p:nvSpPr>
          <p:cNvPr id="10" name="PlaceHolder 9"/>
          <p:cNvSpPr>
            <a:spLocks noGrp="1"/>
          </p:cNvSpPr>
          <p:nvPr>
            <p:ph type="sldNum" idx="11"/>
          </p:nvPr>
        </p:nvSpPr>
        <p:spPr/>
        <p:txBody>
          <a:bodyPr/>
          <a:lstStyle/>
          <a:p>
            <a:fld id="{0FD2D78C-E5BA-4175-B11A-A7577339A926}" type="slidenum">
              <a:t>‹#›</a:t>
            </a:fld>
            <a:endParaRPr/>
          </a:p>
        </p:txBody>
      </p:sp>
      <p:sp>
        <p:nvSpPr>
          <p:cNvPr id="11" name="PlaceHolder 10"/>
          <p:cNvSpPr>
            <a:spLocks noGrp="1"/>
          </p:cNvSpPr>
          <p:nvPr>
            <p:ph type="dt" idx="12"/>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ftr" idx="1"/>
          </p:nvPr>
        </p:nvSpPr>
        <p:spPr>
          <a:xfrm>
            <a:off x="4038480" y="6356520"/>
            <a:ext cx="4112280" cy="36252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6" name="PlaceHolder 2"/>
          <p:cNvSpPr>
            <a:spLocks noGrp="1"/>
          </p:cNvSpPr>
          <p:nvPr>
            <p:ph type="sldNum" idx="2"/>
          </p:nvPr>
        </p:nvSpPr>
        <p:spPr>
          <a:xfrm>
            <a:off x="8610480" y="6356520"/>
            <a:ext cx="2740680" cy="36252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B8B8B"/>
                </a:solidFill>
                <a:latin typeface="Calibri"/>
              </a:defRPr>
            </a:lvl1pPr>
          </a:lstStyle>
          <a:p>
            <a:pPr indent="0" algn="r">
              <a:lnSpc>
                <a:spcPct val="100000"/>
              </a:lnSpc>
              <a:buNone/>
              <a:tabLst>
                <a:tab pos="0" algn="l"/>
              </a:tabLst>
            </a:pPr>
            <a:fld id="{FEE786F1-E2CC-427A-876E-DF7849DA779D}" type="slidenum">
              <a:rPr lang="en-US" sz="1200" b="0" strike="noStrike" spc="-1">
                <a:solidFill>
                  <a:srgbClr val="8B8B8B"/>
                </a:solidFill>
                <a:latin typeface="Calibri"/>
              </a:rPr>
              <a:t>‹#›</a:t>
            </a:fld>
            <a:endParaRPr lang="en-US" sz="1200" b="0" strike="noStrike" spc="-1">
              <a:solidFill>
                <a:srgbClr val="000000"/>
              </a:solidFill>
              <a:latin typeface="Times New Roman"/>
            </a:endParaRPr>
          </a:p>
        </p:txBody>
      </p:sp>
      <p:sp>
        <p:nvSpPr>
          <p:cNvPr id="2" name="PlaceHolder 3"/>
          <p:cNvSpPr>
            <a:spLocks noGrp="1"/>
          </p:cNvSpPr>
          <p:nvPr>
            <p:ph type="dt" idx="3"/>
          </p:nvPr>
        </p:nvSpPr>
        <p:spPr>
          <a:xfrm>
            <a:off x="838080" y="6356520"/>
            <a:ext cx="2740680" cy="362520"/>
          </a:xfrm>
          <a:prstGeom prst="rect">
            <a:avLst/>
          </a:prstGeom>
          <a:noFill/>
          <a:ln w="0">
            <a:noFill/>
          </a:ln>
        </p:spPr>
        <p:txBody>
          <a:bodyPr lIns="90000" tIns="45000" rIns="90000" bIns="4500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ftr" idx="4"/>
          </p:nvPr>
        </p:nvSpPr>
        <p:spPr>
          <a:xfrm>
            <a:off x="4038480" y="6356520"/>
            <a:ext cx="4112280" cy="36252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42" name="PlaceHolder 2"/>
          <p:cNvSpPr>
            <a:spLocks noGrp="1"/>
          </p:cNvSpPr>
          <p:nvPr>
            <p:ph type="sldNum" idx="5"/>
          </p:nvPr>
        </p:nvSpPr>
        <p:spPr>
          <a:xfrm>
            <a:off x="8610480" y="6356520"/>
            <a:ext cx="2740680" cy="36252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B8B8B"/>
                </a:solidFill>
                <a:latin typeface="Calibri"/>
              </a:defRPr>
            </a:lvl1pPr>
          </a:lstStyle>
          <a:p>
            <a:pPr indent="0" algn="r">
              <a:lnSpc>
                <a:spcPct val="100000"/>
              </a:lnSpc>
              <a:buNone/>
              <a:tabLst>
                <a:tab pos="0" algn="l"/>
              </a:tabLst>
            </a:pPr>
            <a:fld id="{22855C07-171E-48C1-92B2-46B66A2BE165}" type="slidenum">
              <a:rPr lang="en-US" sz="1200" b="0" strike="noStrike" spc="-1">
                <a:solidFill>
                  <a:srgbClr val="8B8B8B"/>
                </a:solidFill>
                <a:latin typeface="Calibri"/>
              </a:rPr>
              <a:t>‹#›</a:t>
            </a:fld>
            <a:endParaRPr lang="en-US" sz="1200" b="0" strike="noStrike" spc="-1">
              <a:solidFill>
                <a:srgbClr val="000000"/>
              </a:solidFill>
              <a:latin typeface="Times New Roman"/>
            </a:endParaRPr>
          </a:p>
        </p:txBody>
      </p:sp>
      <p:sp>
        <p:nvSpPr>
          <p:cNvPr id="43" name="PlaceHolder 3"/>
          <p:cNvSpPr>
            <a:spLocks noGrp="1"/>
          </p:cNvSpPr>
          <p:nvPr>
            <p:ph type="dt" idx="6"/>
          </p:nvPr>
        </p:nvSpPr>
        <p:spPr>
          <a:xfrm>
            <a:off x="838080" y="6356520"/>
            <a:ext cx="2740680" cy="362520"/>
          </a:xfrm>
          <a:prstGeom prst="rect">
            <a:avLst/>
          </a:prstGeom>
          <a:noFill/>
          <a:ln w="0">
            <a:noFill/>
          </a:ln>
        </p:spPr>
        <p:txBody>
          <a:bodyPr lIns="90000" tIns="45000" rIns="90000" bIns="4500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44"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4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PlaceHolder 1"/>
          <p:cNvSpPr>
            <a:spLocks noGrp="1"/>
          </p:cNvSpPr>
          <p:nvPr>
            <p:ph type="ftr" idx="7"/>
          </p:nvPr>
        </p:nvSpPr>
        <p:spPr>
          <a:xfrm>
            <a:off x="4038480" y="6356520"/>
            <a:ext cx="4112280" cy="36252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83" name="PlaceHolder 2"/>
          <p:cNvSpPr>
            <a:spLocks noGrp="1"/>
          </p:cNvSpPr>
          <p:nvPr>
            <p:ph type="sldNum" idx="8"/>
          </p:nvPr>
        </p:nvSpPr>
        <p:spPr>
          <a:xfrm>
            <a:off x="8610480" y="6356520"/>
            <a:ext cx="2740680" cy="36252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B8B8B"/>
                </a:solidFill>
                <a:latin typeface="Calibri"/>
              </a:defRPr>
            </a:lvl1pPr>
          </a:lstStyle>
          <a:p>
            <a:pPr indent="0" algn="r">
              <a:lnSpc>
                <a:spcPct val="100000"/>
              </a:lnSpc>
              <a:buNone/>
              <a:tabLst>
                <a:tab pos="0" algn="l"/>
              </a:tabLst>
            </a:pPr>
            <a:fld id="{022F9BD7-161E-4A43-B59A-F263DBA1A226}" type="slidenum">
              <a:rPr lang="en-US" sz="1200" b="0" strike="noStrike" spc="-1">
                <a:solidFill>
                  <a:srgbClr val="8B8B8B"/>
                </a:solidFill>
                <a:latin typeface="Calibri"/>
              </a:rPr>
              <a:t>‹#›</a:t>
            </a:fld>
            <a:endParaRPr lang="en-US" sz="1200" b="0" strike="noStrike" spc="-1">
              <a:solidFill>
                <a:srgbClr val="000000"/>
              </a:solidFill>
              <a:latin typeface="Times New Roman"/>
            </a:endParaRPr>
          </a:p>
        </p:txBody>
      </p:sp>
      <p:sp>
        <p:nvSpPr>
          <p:cNvPr id="84" name="PlaceHolder 3"/>
          <p:cNvSpPr>
            <a:spLocks noGrp="1"/>
          </p:cNvSpPr>
          <p:nvPr>
            <p:ph type="dt" idx="9"/>
          </p:nvPr>
        </p:nvSpPr>
        <p:spPr>
          <a:xfrm>
            <a:off x="838080" y="6356520"/>
            <a:ext cx="2740680" cy="362520"/>
          </a:xfrm>
          <a:prstGeom prst="rect">
            <a:avLst/>
          </a:prstGeom>
          <a:noFill/>
          <a:ln w="0">
            <a:noFill/>
          </a:ln>
        </p:spPr>
        <p:txBody>
          <a:bodyPr lIns="90000" tIns="45000" rIns="90000" bIns="4500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85"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8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3" name="PlaceHolder 1"/>
          <p:cNvSpPr>
            <a:spLocks noGrp="1"/>
          </p:cNvSpPr>
          <p:nvPr>
            <p:ph type="ftr" idx="10"/>
          </p:nvPr>
        </p:nvSpPr>
        <p:spPr>
          <a:xfrm>
            <a:off x="4038480" y="6356520"/>
            <a:ext cx="4112280" cy="36252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24" name="PlaceHolder 2"/>
          <p:cNvSpPr>
            <a:spLocks noGrp="1"/>
          </p:cNvSpPr>
          <p:nvPr>
            <p:ph type="sldNum" idx="11"/>
          </p:nvPr>
        </p:nvSpPr>
        <p:spPr>
          <a:xfrm>
            <a:off x="8610480" y="6356520"/>
            <a:ext cx="2740680" cy="36252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8B8B8B"/>
                </a:solidFill>
                <a:latin typeface="Calibri"/>
              </a:defRPr>
            </a:lvl1pPr>
          </a:lstStyle>
          <a:p>
            <a:pPr indent="0" algn="r">
              <a:lnSpc>
                <a:spcPct val="100000"/>
              </a:lnSpc>
              <a:buNone/>
              <a:tabLst>
                <a:tab pos="0" algn="l"/>
              </a:tabLst>
            </a:pPr>
            <a:fld id="{A03D3DFA-3BF8-4B62-B8A8-48EEF9F6A00D}" type="slidenum">
              <a:rPr lang="en-US" sz="1200" b="0" strike="noStrike" spc="-1">
                <a:solidFill>
                  <a:srgbClr val="8B8B8B"/>
                </a:solidFill>
                <a:latin typeface="Calibri"/>
              </a:rPr>
              <a:t>‹#›</a:t>
            </a:fld>
            <a:endParaRPr lang="en-US" sz="1200" b="0" strike="noStrike" spc="-1">
              <a:solidFill>
                <a:srgbClr val="000000"/>
              </a:solidFill>
              <a:latin typeface="Times New Roman"/>
            </a:endParaRPr>
          </a:p>
        </p:txBody>
      </p:sp>
      <p:sp>
        <p:nvSpPr>
          <p:cNvPr id="125" name="PlaceHolder 3"/>
          <p:cNvSpPr>
            <a:spLocks noGrp="1"/>
          </p:cNvSpPr>
          <p:nvPr>
            <p:ph type="dt" idx="12"/>
          </p:nvPr>
        </p:nvSpPr>
        <p:spPr>
          <a:xfrm>
            <a:off x="838080" y="6356520"/>
            <a:ext cx="2740680" cy="362520"/>
          </a:xfrm>
          <a:prstGeom prst="rect">
            <a:avLst/>
          </a:prstGeom>
          <a:noFill/>
          <a:ln w="0">
            <a:noFill/>
          </a:ln>
        </p:spPr>
        <p:txBody>
          <a:bodyPr lIns="90000" tIns="45000" rIns="90000" bIns="4500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26"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127"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1523880" y="1122480"/>
            <a:ext cx="9141480" cy="2385000"/>
          </a:xfrm>
          <a:prstGeom prst="rect">
            <a:avLst/>
          </a:prstGeom>
          <a:noFill/>
          <a:ln w="0">
            <a:noFill/>
          </a:ln>
        </p:spPr>
        <p:txBody>
          <a:bodyPr lIns="0" tIns="0" rIns="0" bIns="0" anchor="b">
            <a:noAutofit/>
          </a:bodyPr>
          <a:lstStyle/>
          <a:p>
            <a:pPr indent="0" algn="ctr">
              <a:lnSpc>
                <a:spcPct val="90000"/>
              </a:lnSpc>
              <a:buNone/>
              <a:tabLst>
                <a:tab pos="0" algn="l"/>
              </a:tabLst>
            </a:pPr>
            <a:r>
              <a:rPr lang="en-US" sz="6000" b="1" spc="-1">
                <a:solidFill>
                  <a:srgbClr val="000000"/>
                </a:solidFill>
                <a:latin typeface="Calibri Light"/>
              </a:rPr>
              <a:t>Crash Recovery</a:t>
            </a:r>
            <a:endParaRPr lang="en-US" sz="6000" b="0" strike="noStrike" spc="-1" dirty="0">
              <a:solidFill>
                <a:srgbClr val="000000"/>
              </a:solidFill>
              <a:latin typeface="Arial"/>
            </a:endParaRPr>
          </a:p>
        </p:txBody>
      </p:sp>
      <p:sp>
        <p:nvSpPr>
          <p:cNvPr id="171" name="PlaceHolder 2"/>
          <p:cNvSpPr>
            <a:spLocks noGrp="1"/>
          </p:cNvSpPr>
          <p:nvPr>
            <p:ph type="subTitle"/>
          </p:nvPr>
        </p:nvSpPr>
        <p:spPr>
          <a:xfrm>
            <a:off x="1523880" y="3602160"/>
            <a:ext cx="9141480" cy="1653120"/>
          </a:xfrm>
          <a:prstGeom prst="rect">
            <a:avLst/>
          </a:prstGeom>
          <a:noFill/>
          <a:ln w="0">
            <a:noFill/>
          </a:ln>
        </p:spPr>
        <p:txBody>
          <a:bodyPr lIns="0" tIns="0" rIns="0" bIns="0" anchor="t">
            <a:noAutofit/>
          </a:bodyPr>
          <a:lstStyle/>
          <a:p>
            <a:pPr indent="0" algn="ctr">
              <a:lnSpc>
                <a:spcPct val="90000"/>
              </a:lnSpc>
              <a:spcBef>
                <a:spcPts val="1001"/>
              </a:spcBef>
              <a:buNone/>
              <a:tabLst>
                <a:tab pos="0" algn="l"/>
              </a:tabLst>
            </a:pPr>
            <a:r>
              <a:rPr lang="en-US" sz="2400" b="0" strike="noStrike" spc="-1" dirty="0">
                <a:solidFill>
                  <a:srgbClr val="000000"/>
                </a:solidFill>
                <a:latin typeface="Calibri"/>
              </a:rPr>
              <a:t>Unit-9</a:t>
            </a:r>
            <a:endParaRPr lang="en-US" sz="2400" b="0" strike="noStrike" spc="-1" dirty="0">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Recovery System</a:t>
            </a:r>
            <a:endParaRPr lang="en-US" sz="4400" b="0" strike="noStrike" spc="-1">
              <a:solidFill>
                <a:srgbClr val="000000"/>
              </a:solidFill>
              <a:latin typeface="Arial"/>
            </a:endParaRPr>
          </a:p>
        </p:txBody>
      </p:sp>
      <p:sp>
        <p:nvSpPr>
          <p:cNvPr id="173" name="PlaceHolder 2"/>
          <p:cNvSpPr>
            <a:spLocks noGrp="1"/>
          </p:cNvSpPr>
          <p:nvPr>
            <p:ph/>
          </p:nvPr>
        </p:nvSpPr>
        <p:spPr>
          <a:xfrm>
            <a:off x="838080" y="1825560"/>
            <a:ext cx="10513080" cy="4348800"/>
          </a:xfrm>
          <a:prstGeom prst="rect">
            <a:avLst/>
          </a:prstGeom>
          <a:noFill/>
          <a:ln w="0">
            <a:noFill/>
          </a:ln>
        </p:spPr>
        <p:txBody>
          <a:bodyPr lIns="90000" tIns="45000" rIns="90000" bIns="45000" anchor="t">
            <a:no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A computer system, like any other device, is subject to failure from a variety of causes: disk crash, power outage, software error, a fire in the machine room, even sabotage.</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 In any failure, information may be lost. </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Therefore, the database system must take actions in advance to ensure that the atomicity and durability properties of transactions, are preserved.</a:t>
            </a:r>
            <a:endParaRPr lang="en-US" sz="28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Failure Classification</a:t>
            </a:r>
            <a:endParaRPr lang="en-US" sz="4400" b="0" strike="noStrike" spc="-1">
              <a:solidFill>
                <a:srgbClr val="000000"/>
              </a:solidFill>
              <a:latin typeface="Arial"/>
            </a:endParaRPr>
          </a:p>
        </p:txBody>
      </p:sp>
      <p:sp>
        <p:nvSpPr>
          <p:cNvPr id="175" name="PlaceHolder 2"/>
          <p:cNvSpPr>
            <a:spLocks noGrp="1"/>
          </p:cNvSpPr>
          <p:nvPr>
            <p:ph/>
          </p:nvPr>
        </p:nvSpPr>
        <p:spPr>
          <a:xfrm>
            <a:off x="838080" y="1825560"/>
            <a:ext cx="10513080" cy="4348800"/>
          </a:xfrm>
          <a:prstGeom prst="rect">
            <a:avLst/>
          </a:prstGeom>
          <a:noFill/>
          <a:ln w="0">
            <a:noFill/>
          </a:ln>
        </p:spPr>
        <p:txBody>
          <a:bodyPr lIns="90000" tIns="45000" rIns="90000" bIns="45000" anchor="t">
            <a:norm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There are various types of failure that may occur in a system, each of which needs to be dealt with in a different manner.</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1" strike="noStrike" spc="-1">
                <a:solidFill>
                  <a:srgbClr val="000000"/>
                </a:solidFill>
                <a:latin typeface="Calibri"/>
              </a:rPr>
              <a:t>Transaction failure</a:t>
            </a:r>
            <a:r>
              <a:rPr lang="en-US" sz="2800" b="0" strike="noStrike" spc="-1">
                <a:solidFill>
                  <a:srgbClr val="000000"/>
                </a:solidFill>
                <a:latin typeface="Calibri"/>
              </a:rPr>
              <a:t>. There are two types of errors that may cause a transaction to fail:</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1" strike="noStrike" spc="-1">
                <a:solidFill>
                  <a:srgbClr val="000000"/>
                </a:solidFill>
                <a:latin typeface="Calibri"/>
              </a:rPr>
              <a:t>Logical error</a:t>
            </a:r>
            <a:r>
              <a:rPr lang="en-US" sz="2400" b="0" strike="noStrike" spc="-1">
                <a:solidFill>
                  <a:srgbClr val="000000"/>
                </a:solidFill>
                <a:latin typeface="Calibri"/>
              </a:rPr>
              <a:t>. The transaction can no longer continue with its normal execution because of some internal condition, such as bad input, data not found, overflow, or resource limit exceeded.</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1" strike="noStrike" spc="-1">
                <a:solidFill>
                  <a:srgbClr val="000000"/>
                </a:solidFill>
                <a:latin typeface="Calibri"/>
              </a:rPr>
              <a:t>System error</a:t>
            </a:r>
            <a:r>
              <a:rPr lang="en-US" sz="2400" b="0" strike="noStrike" spc="-1">
                <a:solidFill>
                  <a:srgbClr val="000000"/>
                </a:solidFill>
                <a:latin typeface="Calibri"/>
              </a:rPr>
              <a:t>. The system has entered an undesirable state (for example, deadlock), as a result of which a transaction cannot continue with its normal execution. The transaction, however, can be re executed at a later time.</a:t>
            </a:r>
            <a:endParaRPr lang="en-US" sz="24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Failure Classification</a:t>
            </a:r>
            <a:endParaRPr lang="en-US" sz="4400" b="0" strike="noStrike" spc="-1">
              <a:solidFill>
                <a:srgbClr val="000000"/>
              </a:solidFill>
              <a:latin typeface="Arial"/>
            </a:endParaRPr>
          </a:p>
        </p:txBody>
      </p:sp>
      <p:sp>
        <p:nvSpPr>
          <p:cNvPr id="177" name="PlaceHolder 2"/>
          <p:cNvSpPr>
            <a:spLocks noGrp="1"/>
          </p:cNvSpPr>
          <p:nvPr>
            <p:ph/>
          </p:nvPr>
        </p:nvSpPr>
        <p:spPr>
          <a:xfrm>
            <a:off x="838080" y="1825560"/>
            <a:ext cx="10513080" cy="4348800"/>
          </a:xfrm>
          <a:prstGeom prst="rect">
            <a:avLst/>
          </a:prstGeom>
          <a:noFill/>
          <a:ln w="0">
            <a:noFill/>
          </a:ln>
        </p:spPr>
        <p:txBody>
          <a:bodyPr lIns="90000" tIns="45000" rIns="90000" bIns="45000" anchor="t">
            <a:noAutofit/>
          </a:bodyPr>
          <a:lstStyle/>
          <a:p>
            <a:pPr marL="228600" indent="-228600">
              <a:lnSpc>
                <a:spcPct val="90000"/>
              </a:lnSpc>
              <a:spcBef>
                <a:spcPts val="1001"/>
              </a:spcBef>
              <a:buClr>
                <a:srgbClr val="000000"/>
              </a:buClr>
              <a:buFont typeface="Arial"/>
              <a:buChar char="•"/>
            </a:pPr>
            <a:r>
              <a:rPr lang="en-US" sz="2800" b="1" strike="noStrike" spc="-1">
                <a:solidFill>
                  <a:srgbClr val="000000"/>
                </a:solidFill>
                <a:latin typeface="Calibri"/>
              </a:rPr>
              <a:t>System crash</a:t>
            </a:r>
            <a:r>
              <a:rPr lang="en-US" sz="2800" b="0" strike="noStrike" spc="-1">
                <a:solidFill>
                  <a:srgbClr val="000000"/>
                </a:solidFill>
                <a:latin typeface="Calibri"/>
              </a:rPr>
              <a:t>. There is a hardware malfunction, or a bug in the database software or the operating system, that causes the loss of the content of volatile storage, and brings transaction processing to a halt.</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The assumption that hardware errors and bugs in the software bring the system to a halt, but do not corrupt the nonvolatile storage contents, is known as the </a:t>
            </a:r>
            <a:r>
              <a:rPr lang="en-US" sz="2800" b="1" strike="noStrike" spc="-1">
                <a:solidFill>
                  <a:srgbClr val="000000"/>
                </a:solidFill>
                <a:latin typeface="Calibri"/>
              </a:rPr>
              <a:t>fail-stop assumption.</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1" strike="noStrike" spc="-1">
                <a:solidFill>
                  <a:srgbClr val="000000"/>
                </a:solidFill>
                <a:latin typeface="Calibri"/>
              </a:rPr>
              <a:t>Disk failure. </a:t>
            </a:r>
            <a:r>
              <a:rPr lang="en-US" sz="2800" b="0" strike="noStrike" spc="-1">
                <a:solidFill>
                  <a:srgbClr val="000000"/>
                </a:solidFill>
                <a:latin typeface="Calibri"/>
              </a:rPr>
              <a:t>A disk block loses its content as a result of either a head crash or failure during a data-transfer operation</a:t>
            </a:r>
            <a:endParaRPr lang="en-US" sz="28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Failure Classification</a:t>
            </a:r>
            <a:endParaRPr lang="en-US" sz="4400" b="0" strike="noStrike" spc="-1">
              <a:solidFill>
                <a:srgbClr val="000000"/>
              </a:solidFill>
              <a:latin typeface="Arial"/>
            </a:endParaRPr>
          </a:p>
        </p:txBody>
      </p:sp>
      <p:sp>
        <p:nvSpPr>
          <p:cNvPr id="179" name="PlaceHolder 2"/>
          <p:cNvSpPr>
            <a:spLocks noGrp="1"/>
          </p:cNvSpPr>
          <p:nvPr>
            <p:ph/>
          </p:nvPr>
        </p:nvSpPr>
        <p:spPr>
          <a:xfrm>
            <a:off x="838080" y="1825560"/>
            <a:ext cx="10513080" cy="4348800"/>
          </a:xfrm>
          <a:prstGeom prst="rect">
            <a:avLst/>
          </a:prstGeom>
          <a:noFill/>
          <a:ln w="0">
            <a:noFill/>
          </a:ln>
        </p:spPr>
        <p:txBody>
          <a:bodyPr lIns="90000" tIns="45000" rIns="90000" bIns="45000" anchor="t">
            <a:norm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To determine how the system should recover from failures, we need to identify the failure modes of those devices used for storing data.</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These algorithms, known as recovery algorithms, have two parts:</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1. Actions taken during normal transaction processing to ensure that enough information exists to allow recovery from failures.</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2. Actions taken after a failure to recover the database contents to a state that ensures database consistency, transaction atomicity, and durability.</a:t>
            </a:r>
            <a:endParaRPr lang="en-US" sz="24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Storage</a:t>
            </a:r>
            <a:endParaRPr lang="en-US" sz="4400" b="0" strike="noStrike" spc="-1">
              <a:solidFill>
                <a:srgbClr val="000000"/>
              </a:solidFill>
              <a:latin typeface="Arial"/>
            </a:endParaRPr>
          </a:p>
        </p:txBody>
      </p:sp>
      <p:sp>
        <p:nvSpPr>
          <p:cNvPr id="181" name="PlaceHolder 2"/>
          <p:cNvSpPr>
            <a:spLocks noGrp="1"/>
          </p:cNvSpPr>
          <p:nvPr>
            <p:ph/>
          </p:nvPr>
        </p:nvSpPr>
        <p:spPr>
          <a:xfrm>
            <a:off x="838080" y="1825560"/>
            <a:ext cx="10513080" cy="4348800"/>
          </a:xfrm>
          <a:prstGeom prst="rect">
            <a:avLst/>
          </a:prstGeom>
          <a:noFill/>
          <a:ln w="0">
            <a:noFill/>
          </a:ln>
        </p:spPr>
        <p:txBody>
          <a:bodyPr lIns="90000" tIns="45000" rIns="90000" bIns="45000" anchor="t">
            <a:normAutofit fontScale="88000" lnSpcReduction="10000"/>
          </a:bodyPr>
          <a:lstStyle/>
          <a:p>
            <a:pPr marL="214920" indent="-214920">
              <a:lnSpc>
                <a:spcPct val="90000"/>
              </a:lnSpc>
              <a:spcBef>
                <a:spcPts val="1001"/>
              </a:spcBef>
              <a:buClr>
                <a:srgbClr val="000000"/>
              </a:buClr>
              <a:buFont typeface="Arial"/>
              <a:buChar char="•"/>
            </a:pPr>
            <a:r>
              <a:rPr lang="en-US" sz="2800" b="0" strike="noStrike" spc="-1">
                <a:solidFill>
                  <a:srgbClr val="000000"/>
                </a:solidFill>
                <a:latin typeface="Calibri"/>
              </a:rPr>
              <a:t>Identified three categories of storage:</a:t>
            </a:r>
            <a:endParaRPr lang="en-US" sz="2800" b="0" strike="noStrike" spc="-1">
              <a:solidFill>
                <a:srgbClr val="000000"/>
              </a:solidFill>
              <a:latin typeface="Arial"/>
            </a:endParaRPr>
          </a:p>
          <a:p>
            <a:pPr marL="649800" lvl="1" indent="-214920">
              <a:lnSpc>
                <a:spcPct val="90000"/>
              </a:lnSpc>
              <a:spcBef>
                <a:spcPts val="499"/>
              </a:spcBef>
              <a:buClr>
                <a:srgbClr val="000000"/>
              </a:buClr>
              <a:buFont typeface="Arial"/>
              <a:buChar char="•"/>
            </a:pPr>
            <a:r>
              <a:rPr lang="en-US" sz="2400" b="0" strike="noStrike" spc="-1">
                <a:solidFill>
                  <a:srgbClr val="000000"/>
                </a:solidFill>
                <a:latin typeface="Calibri"/>
              </a:rPr>
              <a:t>• Volatile storage</a:t>
            </a:r>
            <a:endParaRPr lang="en-US" sz="2400" b="0" strike="noStrike" spc="-1">
              <a:solidFill>
                <a:srgbClr val="000000"/>
              </a:solidFill>
              <a:latin typeface="Arial"/>
            </a:endParaRPr>
          </a:p>
          <a:p>
            <a:pPr marL="649800" lvl="1" indent="-214920">
              <a:lnSpc>
                <a:spcPct val="90000"/>
              </a:lnSpc>
              <a:spcBef>
                <a:spcPts val="499"/>
              </a:spcBef>
              <a:buClr>
                <a:srgbClr val="000000"/>
              </a:buClr>
              <a:buFont typeface="Arial"/>
              <a:buChar char="•"/>
            </a:pPr>
            <a:r>
              <a:rPr lang="en-US" sz="2400" b="0" strike="noStrike" spc="-1">
                <a:solidFill>
                  <a:srgbClr val="000000"/>
                </a:solidFill>
                <a:latin typeface="Calibri"/>
              </a:rPr>
              <a:t>• Nonvolatile storage</a:t>
            </a:r>
            <a:endParaRPr lang="en-US" sz="2400" b="0" strike="noStrike" spc="-1">
              <a:solidFill>
                <a:srgbClr val="000000"/>
              </a:solidFill>
              <a:latin typeface="Arial"/>
            </a:endParaRPr>
          </a:p>
          <a:p>
            <a:pPr marL="649800" lvl="1" indent="-214920">
              <a:lnSpc>
                <a:spcPct val="90000"/>
              </a:lnSpc>
              <a:spcBef>
                <a:spcPts val="499"/>
              </a:spcBef>
              <a:buClr>
                <a:srgbClr val="000000"/>
              </a:buClr>
              <a:buFont typeface="Arial"/>
              <a:buChar char="•"/>
            </a:pPr>
            <a:r>
              <a:rPr lang="en-US" sz="2400" b="0" strike="noStrike" spc="-1">
                <a:solidFill>
                  <a:srgbClr val="000000"/>
                </a:solidFill>
                <a:latin typeface="Calibri"/>
              </a:rPr>
              <a:t>• Stable storage</a:t>
            </a:r>
            <a:endParaRPr lang="en-US" sz="2400" b="0" strike="noStrike" spc="-1">
              <a:solidFill>
                <a:srgbClr val="000000"/>
              </a:solidFill>
              <a:latin typeface="Arial"/>
            </a:endParaRPr>
          </a:p>
          <a:p>
            <a:pPr marL="214920" indent="-214920">
              <a:lnSpc>
                <a:spcPct val="90000"/>
              </a:lnSpc>
              <a:spcBef>
                <a:spcPts val="1001"/>
              </a:spcBef>
              <a:buClr>
                <a:srgbClr val="000000"/>
              </a:buClr>
              <a:buFont typeface="Arial"/>
              <a:buChar char="•"/>
            </a:pPr>
            <a:r>
              <a:rPr lang="en-US" sz="2800" b="0" strike="noStrike" spc="-1">
                <a:solidFill>
                  <a:srgbClr val="000000"/>
                </a:solidFill>
                <a:latin typeface="Calibri"/>
              </a:rPr>
              <a:t>Stable storage or, more accurately, an approximation thereof, plays a critical role in recovery algorithms.</a:t>
            </a:r>
            <a:endParaRPr lang="en-US" sz="2800" b="0" strike="noStrike" spc="-1">
              <a:solidFill>
                <a:srgbClr val="000000"/>
              </a:solidFill>
              <a:latin typeface="Arial"/>
            </a:endParaRPr>
          </a:p>
          <a:p>
            <a:pPr marL="214920" indent="-214920">
              <a:lnSpc>
                <a:spcPct val="90000"/>
              </a:lnSpc>
              <a:spcBef>
                <a:spcPts val="1001"/>
              </a:spcBef>
              <a:buClr>
                <a:srgbClr val="000000"/>
              </a:buClr>
              <a:buFont typeface="Arial"/>
              <a:buChar char="•"/>
            </a:pPr>
            <a:r>
              <a:rPr lang="en-US" sz="1800" b="1" strike="noStrike" spc="-1">
                <a:solidFill>
                  <a:srgbClr val="000000"/>
                </a:solidFill>
                <a:latin typeface="HelveticaNeue-Bold"/>
              </a:rPr>
              <a:t>Stable-Storage Implementation</a:t>
            </a:r>
            <a:endParaRPr lang="en-US" sz="1800" b="0" strike="noStrike" spc="-1">
              <a:solidFill>
                <a:srgbClr val="000000"/>
              </a:solidFill>
              <a:latin typeface="Arial"/>
            </a:endParaRPr>
          </a:p>
          <a:p>
            <a:pPr marL="649800" lvl="1" indent="-214920">
              <a:lnSpc>
                <a:spcPct val="90000"/>
              </a:lnSpc>
              <a:spcBef>
                <a:spcPts val="499"/>
              </a:spcBef>
              <a:buClr>
                <a:srgbClr val="000000"/>
              </a:buClr>
              <a:buFont typeface="Arial"/>
              <a:buChar char="•"/>
            </a:pPr>
            <a:r>
              <a:rPr lang="en-US" sz="2400" b="0" strike="noStrike" spc="-1">
                <a:solidFill>
                  <a:srgbClr val="000000"/>
                </a:solidFill>
                <a:latin typeface="Calibri"/>
              </a:rPr>
              <a:t>To implement stable storage, we need to replicate the needed information in several nonvolatile storage media (usually disk)with independent failure modes, and to update the information in a controlled manner to ensure that failure during data transfer does not damage the needed information.</a:t>
            </a:r>
            <a:endParaRPr lang="en-US" sz="2400" b="0" strike="noStrike" spc="-1">
              <a:solidFill>
                <a:srgbClr val="000000"/>
              </a:solidFill>
              <a:latin typeface="Arial"/>
            </a:endParaRPr>
          </a:p>
          <a:p>
            <a:pPr marL="649800" lvl="1" indent="-214920">
              <a:lnSpc>
                <a:spcPct val="90000"/>
              </a:lnSpc>
              <a:spcBef>
                <a:spcPts val="499"/>
              </a:spcBef>
              <a:buClr>
                <a:srgbClr val="000000"/>
              </a:buClr>
              <a:buFont typeface="Arial"/>
              <a:buChar char="•"/>
            </a:pPr>
            <a:r>
              <a:rPr lang="en-US" sz="2400" b="0" strike="noStrike" spc="-1">
                <a:solidFill>
                  <a:srgbClr val="000000"/>
                </a:solidFill>
                <a:latin typeface="Calibri"/>
              </a:rPr>
              <a:t>RAID</a:t>
            </a:r>
            <a:endParaRPr lang="en-US" sz="2400" b="0" strike="noStrike" spc="-1">
              <a:solidFill>
                <a:srgbClr val="000000"/>
              </a:solidFill>
              <a:latin typeface="Arial"/>
            </a:endParaRPr>
          </a:p>
          <a:p>
            <a:pPr marL="649800" lvl="1" indent="-214920">
              <a:lnSpc>
                <a:spcPct val="90000"/>
              </a:lnSpc>
              <a:spcBef>
                <a:spcPts val="499"/>
              </a:spcBef>
              <a:buClr>
                <a:srgbClr val="000000"/>
              </a:buClr>
              <a:buFont typeface="Arial"/>
              <a:buChar char="•"/>
            </a:pPr>
            <a:r>
              <a:rPr lang="en-US" sz="2400" b="0" strike="noStrike" spc="-1">
                <a:solidFill>
                  <a:srgbClr val="000000"/>
                </a:solidFill>
                <a:latin typeface="Calibri"/>
              </a:rPr>
              <a:t>Remote backup</a:t>
            </a:r>
            <a:endParaRPr lang="en-US" sz="24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Storage</a:t>
            </a:r>
            <a:endParaRPr lang="en-US" sz="4400" b="0" strike="noStrike" spc="-1">
              <a:solidFill>
                <a:srgbClr val="000000"/>
              </a:solidFill>
              <a:latin typeface="Arial"/>
            </a:endParaRPr>
          </a:p>
        </p:txBody>
      </p:sp>
      <p:sp>
        <p:nvSpPr>
          <p:cNvPr id="183" name="PlaceHolder 2"/>
          <p:cNvSpPr>
            <a:spLocks noGrp="1"/>
          </p:cNvSpPr>
          <p:nvPr>
            <p:ph/>
          </p:nvPr>
        </p:nvSpPr>
        <p:spPr>
          <a:xfrm>
            <a:off x="838080" y="1825560"/>
            <a:ext cx="10513080" cy="4348800"/>
          </a:xfrm>
          <a:prstGeom prst="rect">
            <a:avLst/>
          </a:prstGeom>
          <a:noFill/>
          <a:ln w="0">
            <a:noFill/>
          </a:ln>
        </p:spPr>
        <p:txBody>
          <a:bodyPr lIns="90000" tIns="45000" rIns="90000" bIns="45000" anchor="t">
            <a:norm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how storage media can be protected from failure during data transfer. Block transfer between memory and disk storage can result in:</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 Successful completion. The transferred information arrived safely at its destination.</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 Partial failure. A failure occurred in the midst of transfer, and the destination block has incorrect information.</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 Total failure. The failure occurred sufficiently early during the transfer that the destination block remains intact.</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(checksum)</a:t>
            </a:r>
            <a:endParaRPr lang="en-US" sz="2400" b="0" strike="noStrike" spc="-1">
              <a:solidFill>
                <a:srgbClr val="000000"/>
              </a:solidFill>
              <a:latin typeface="Arial"/>
            </a:endParaRPr>
          </a:p>
          <a:p>
            <a:pPr indent="0">
              <a:lnSpc>
                <a:spcPct val="90000"/>
              </a:lnSpc>
              <a:spcBef>
                <a:spcPts val="499"/>
              </a:spcBef>
              <a:buNone/>
              <a:tabLst>
                <a:tab pos="0" algn="l"/>
              </a:tabLst>
            </a:pPr>
            <a:endParaRPr lang="en-US" sz="24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Storage</a:t>
            </a:r>
            <a:endParaRPr lang="en-US" sz="4400" b="0" strike="noStrike" spc="-1">
              <a:solidFill>
                <a:srgbClr val="000000"/>
              </a:solidFill>
              <a:latin typeface="Arial"/>
            </a:endParaRPr>
          </a:p>
        </p:txBody>
      </p:sp>
      <p:sp>
        <p:nvSpPr>
          <p:cNvPr id="185" name="PlaceHolder 2"/>
          <p:cNvSpPr>
            <a:spLocks noGrp="1"/>
          </p:cNvSpPr>
          <p:nvPr>
            <p:ph/>
          </p:nvPr>
        </p:nvSpPr>
        <p:spPr>
          <a:xfrm>
            <a:off x="838080" y="1825560"/>
            <a:ext cx="10513080" cy="4348800"/>
          </a:xfrm>
          <a:prstGeom prst="rect">
            <a:avLst/>
          </a:prstGeom>
          <a:noFill/>
          <a:ln w="0">
            <a:noFill/>
          </a:ln>
        </p:spPr>
        <p:txBody>
          <a:bodyPr lIns="90000" tIns="45000" rIns="90000" bIns="45000" anchor="t">
            <a:normAutofit/>
          </a:bodyPr>
          <a:lstStyle/>
          <a:p>
            <a:pPr marL="228600" indent="-228600">
              <a:lnSpc>
                <a:spcPct val="90000"/>
              </a:lnSpc>
              <a:spcBef>
                <a:spcPts val="1001"/>
              </a:spcBef>
              <a:buClr>
                <a:srgbClr val="000000"/>
              </a:buClr>
              <a:buFont typeface="Arial"/>
              <a:buChar char="•"/>
            </a:pPr>
            <a:r>
              <a:rPr lang="en-US" sz="1800" b="1" strike="noStrike" spc="-1">
                <a:solidFill>
                  <a:srgbClr val="000000"/>
                </a:solidFill>
                <a:latin typeface="HelveticaNeue-Bold"/>
              </a:rPr>
              <a:t>Data Access</a:t>
            </a:r>
            <a:endParaRPr lang="en-US" sz="1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The database system resides permanently on nonvolatile storage (usually disks) and only parts of the database are in memory at any time.</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The database is partitioned into fixed-length storage units called blocks. </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Transactions input information from the disk to main memory, and then output the information back onto the disk. </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The input and output operations are done in block units. </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The blocks residing on the disk are referred to as physical blocks; </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the blocks residing temporarily in main memory are referred to as buffer blocks. </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The area of memory where blocks reside temporarily is called the disk buffer.</a:t>
            </a:r>
            <a:endParaRPr lang="en-US" sz="24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 name="Picture 4"/>
          <p:cNvPicPr/>
          <p:nvPr/>
        </p:nvPicPr>
        <p:blipFill>
          <a:blip r:embed="rId2"/>
          <a:stretch/>
        </p:blipFill>
        <p:spPr>
          <a:xfrm>
            <a:off x="2525400" y="1094040"/>
            <a:ext cx="6891120" cy="4667400"/>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Recovery and Atomicity</a:t>
            </a:r>
            <a:endParaRPr lang="en-US" sz="4400" b="0" strike="noStrike" spc="-1">
              <a:solidFill>
                <a:srgbClr val="000000"/>
              </a:solidFill>
              <a:latin typeface="Arial"/>
            </a:endParaRPr>
          </a:p>
        </p:txBody>
      </p:sp>
      <p:sp>
        <p:nvSpPr>
          <p:cNvPr id="203" name="PlaceHolder 2"/>
          <p:cNvSpPr>
            <a:spLocks noGrp="1"/>
          </p:cNvSpPr>
          <p:nvPr>
            <p:ph/>
          </p:nvPr>
        </p:nvSpPr>
        <p:spPr>
          <a:xfrm>
            <a:off x="838080" y="1825560"/>
            <a:ext cx="10513080" cy="4348800"/>
          </a:xfrm>
          <a:prstGeom prst="rect">
            <a:avLst/>
          </a:prstGeom>
          <a:noFill/>
          <a:ln w="0">
            <a:noFill/>
          </a:ln>
        </p:spPr>
        <p:txBody>
          <a:bodyPr lIns="90000" tIns="45000" rIns="90000" bIns="45000" anchor="t">
            <a:norm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To achieve our goal of atomicity, we must first output to stable storage information describing the modifications, without modifying the database itself.</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This information can help us ensure that all modifications performed by committed transactions are reflected in the database (perhaps during the course of recovery actions after a crash). </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This information can also help us ensure that no modifications made by an aborted transaction persist in the database.</a:t>
            </a:r>
            <a:endParaRPr lang="en-US" sz="2800" b="0" strike="noStrike" spc="-1">
              <a:solidFill>
                <a:srgbClr val="000000"/>
              </a:solidFill>
              <a:latin typeface="Arial"/>
            </a:endParaRPr>
          </a:p>
        </p:txBody>
      </p:sp>
    </p:spTree>
    <p:extLst>
      <p:ext uri="{BB962C8B-B14F-4D97-AF65-F5344CB8AC3E}">
        <p14:creationId xmlns:p14="http://schemas.microsoft.com/office/powerpoint/2010/main" val="3783244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Recovery and Atomicity</a:t>
            </a:r>
            <a:endParaRPr lang="en-US" sz="4400" b="0" strike="noStrike" spc="-1">
              <a:solidFill>
                <a:srgbClr val="000000"/>
              </a:solidFill>
              <a:latin typeface="Arial"/>
            </a:endParaRPr>
          </a:p>
        </p:txBody>
      </p:sp>
      <p:sp>
        <p:nvSpPr>
          <p:cNvPr id="205" name="PlaceHolder 2"/>
          <p:cNvSpPr>
            <a:spLocks noGrp="1"/>
          </p:cNvSpPr>
          <p:nvPr>
            <p:ph/>
          </p:nvPr>
        </p:nvSpPr>
        <p:spPr>
          <a:xfrm>
            <a:off x="838080" y="1825560"/>
            <a:ext cx="10513080" cy="4348800"/>
          </a:xfrm>
          <a:prstGeom prst="rect">
            <a:avLst/>
          </a:prstGeom>
          <a:noFill/>
          <a:ln w="0">
            <a:noFill/>
          </a:ln>
        </p:spPr>
        <p:txBody>
          <a:bodyPr lIns="90000" tIns="45000" rIns="90000" bIns="45000" anchor="t">
            <a:normAutofit fontScale="91000" lnSpcReduction="10000"/>
          </a:bodyPr>
          <a:lstStyle/>
          <a:p>
            <a:pPr marL="222480" indent="-222480">
              <a:lnSpc>
                <a:spcPct val="90000"/>
              </a:lnSpc>
              <a:spcBef>
                <a:spcPts val="1001"/>
              </a:spcBef>
              <a:buClr>
                <a:srgbClr val="000000"/>
              </a:buClr>
              <a:buFont typeface="Arial"/>
              <a:buChar char="•"/>
            </a:pPr>
            <a:r>
              <a:rPr lang="en-US" sz="2800" b="1" strike="noStrike" spc="-1" dirty="0">
                <a:solidFill>
                  <a:srgbClr val="000000"/>
                </a:solidFill>
                <a:latin typeface="Calibri"/>
              </a:rPr>
              <a:t>Log Records</a:t>
            </a:r>
            <a:endParaRPr lang="en-US" sz="2800" b="0" strike="noStrike" spc="-1" dirty="0">
              <a:solidFill>
                <a:srgbClr val="000000"/>
              </a:solidFill>
              <a:latin typeface="Arial"/>
            </a:endParaRPr>
          </a:p>
          <a:p>
            <a:pPr marL="672120" lvl="1" indent="-222480">
              <a:lnSpc>
                <a:spcPct val="90000"/>
              </a:lnSpc>
              <a:spcBef>
                <a:spcPts val="499"/>
              </a:spcBef>
              <a:buClr>
                <a:srgbClr val="000000"/>
              </a:buClr>
              <a:buFont typeface="Arial"/>
              <a:buChar char="•"/>
            </a:pPr>
            <a:r>
              <a:rPr lang="en-US" sz="2400" b="0" strike="noStrike" spc="-1" dirty="0">
                <a:solidFill>
                  <a:srgbClr val="000000"/>
                </a:solidFill>
                <a:latin typeface="Calibri"/>
              </a:rPr>
              <a:t>The most widely used structure for recording database modifications is the log.</a:t>
            </a:r>
            <a:endParaRPr lang="en-US" sz="2400" b="0" strike="noStrike" spc="-1" dirty="0">
              <a:solidFill>
                <a:srgbClr val="000000"/>
              </a:solidFill>
              <a:latin typeface="Arial"/>
            </a:endParaRPr>
          </a:p>
          <a:p>
            <a:pPr marL="672120" lvl="1" indent="-222480">
              <a:lnSpc>
                <a:spcPct val="90000"/>
              </a:lnSpc>
              <a:spcBef>
                <a:spcPts val="499"/>
              </a:spcBef>
              <a:buClr>
                <a:srgbClr val="000000"/>
              </a:buClr>
              <a:buFont typeface="Arial"/>
              <a:buChar char="•"/>
            </a:pPr>
            <a:r>
              <a:rPr lang="en-US" sz="2400" b="0" strike="noStrike" spc="-1" dirty="0">
                <a:solidFill>
                  <a:srgbClr val="000000"/>
                </a:solidFill>
                <a:latin typeface="Calibri"/>
              </a:rPr>
              <a:t>The log is a sequence of log records, recording all the update activities in the database.</a:t>
            </a:r>
            <a:endParaRPr lang="en-US" sz="2400" b="0" strike="noStrike" spc="-1" dirty="0">
              <a:solidFill>
                <a:srgbClr val="000000"/>
              </a:solidFill>
              <a:latin typeface="Arial"/>
            </a:endParaRPr>
          </a:p>
          <a:p>
            <a:pPr marL="672120" lvl="1" indent="-222480">
              <a:lnSpc>
                <a:spcPct val="90000"/>
              </a:lnSpc>
              <a:spcBef>
                <a:spcPts val="499"/>
              </a:spcBef>
              <a:buClr>
                <a:srgbClr val="000000"/>
              </a:buClr>
              <a:buFont typeface="Arial"/>
              <a:buChar char="•"/>
            </a:pPr>
            <a:r>
              <a:rPr lang="en-US" sz="2400" b="0" strike="noStrike" spc="-1" dirty="0">
                <a:solidFill>
                  <a:srgbClr val="000000"/>
                </a:solidFill>
                <a:latin typeface="Calibri"/>
              </a:rPr>
              <a:t>There are several types of log records. An update log record describes a single database write. It has these fields:</a:t>
            </a:r>
            <a:endParaRPr lang="en-US" sz="2400" b="0" strike="noStrike" spc="-1" dirty="0">
              <a:solidFill>
                <a:srgbClr val="000000"/>
              </a:solidFill>
              <a:latin typeface="Arial"/>
            </a:endParaRPr>
          </a:p>
          <a:p>
            <a:pPr marL="672120" lvl="1" indent="-222480">
              <a:lnSpc>
                <a:spcPct val="90000"/>
              </a:lnSpc>
              <a:spcBef>
                <a:spcPts val="499"/>
              </a:spcBef>
              <a:buClr>
                <a:srgbClr val="000000"/>
              </a:buClr>
              <a:buFont typeface="Arial"/>
              <a:buChar char="•"/>
            </a:pPr>
            <a:r>
              <a:rPr lang="en-US" sz="2400" b="1" strike="noStrike" spc="-1" dirty="0">
                <a:solidFill>
                  <a:srgbClr val="000000"/>
                </a:solidFill>
                <a:latin typeface="Calibri"/>
              </a:rPr>
              <a:t>Transaction identifier</a:t>
            </a:r>
            <a:r>
              <a:rPr lang="en-US" sz="2400" b="0" strike="noStrike" spc="-1" dirty="0">
                <a:solidFill>
                  <a:srgbClr val="000000"/>
                </a:solidFill>
                <a:latin typeface="Calibri"/>
              </a:rPr>
              <a:t>, which is the unique identifier of the transaction that</a:t>
            </a:r>
            <a:endParaRPr lang="en-US" sz="2400" b="0" strike="noStrike" spc="-1" dirty="0">
              <a:solidFill>
                <a:srgbClr val="000000"/>
              </a:solidFill>
              <a:latin typeface="Arial"/>
            </a:endParaRPr>
          </a:p>
          <a:p>
            <a:pPr marL="449640" lvl="1" indent="0">
              <a:lnSpc>
                <a:spcPct val="90000"/>
              </a:lnSpc>
              <a:spcBef>
                <a:spcPts val="499"/>
              </a:spcBef>
              <a:buClr>
                <a:srgbClr val="000000"/>
              </a:buClr>
              <a:buNone/>
            </a:pPr>
            <a:r>
              <a:rPr lang="en-US" sz="2400" b="0" strike="noStrike" spc="-1" dirty="0">
                <a:solidFill>
                  <a:srgbClr val="000000"/>
                </a:solidFill>
                <a:latin typeface="Calibri"/>
              </a:rPr>
              <a:t>	performed the write operation.</a:t>
            </a:r>
            <a:endParaRPr lang="en-US" sz="2400" b="0" strike="noStrike" spc="-1" dirty="0">
              <a:solidFill>
                <a:srgbClr val="000000"/>
              </a:solidFill>
              <a:latin typeface="Arial"/>
            </a:endParaRPr>
          </a:p>
          <a:p>
            <a:pPr marL="672120" lvl="1" indent="-222480">
              <a:lnSpc>
                <a:spcPct val="90000"/>
              </a:lnSpc>
              <a:spcBef>
                <a:spcPts val="499"/>
              </a:spcBef>
              <a:buClr>
                <a:srgbClr val="000000"/>
              </a:buClr>
              <a:buFont typeface="Arial"/>
              <a:buChar char="•"/>
            </a:pPr>
            <a:r>
              <a:rPr lang="en-US" sz="2400" b="1" strike="noStrike" spc="-1" dirty="0">
                <a:solidFill>
                  <a:srgbClr val="000000"/>
                </a:solidFill>
                <a:latin typeface="Calibri"/>
              </a:rPr>
              <a:t>Data-item identifier, </a:t>
            </a:r>
            <a:r>
              <a:rPr lang="en-US" sz="2400" b="0" strike="noStrike" spc="-1" dirty="0">
                <a:solidFill>
                  <a:srgbClr val="000000"/>
                </a:solidFill>
                <a:latin typeface="Calibri"/>
              </a:rPr>
              <a:t>which is the unique identifier of the data item written. Typically, it is the location on disk of the data item, consisting of the block identifier of the block on which the data item resides, and an offset within the block.</a:t>
            </a:r>
            <a:endParaRPr lang="en-US" sz="2400" b="0" strike="noStrike" spc="-1" dirty="0">
              <a:solidFill>
                <a:srgbClr val="000000"/>
              </a:solidFill>
              <a:latin typeface="Arial"/>
            </a:endParaRPr>
          </a:p>
          <a:p>
            <a:pPr marL="672120" lvl="1" indent="-222480">
              <a:lnSpc>
                <a:spcPct val="90000"/>
              </a:lnSpc>
              <a:spcBef>
                <a:spcPts val="499"/>
              </a:spcBef>
              <a:buClr>
                <a:srgbClr val="000000"/>
              </a:buClr>
              <a:buFont typeface="Arial"/>
              <a:buChar char="•"/>
            </a:pPr>
            <a:r>
              <a:rPr lang="en-US" sz="2400" b="1" strike="noStrike" spc="-1" dirty="0">
                <a:solidFill>
                  <a:srgbClr val="000000"/>
                </a:solidFill>
                <a:latin typeface="Calibri"/>
              </a:rPr>
              <a:t>Old value, </a:t>
            </a:r>
            <a:r>
              <a:rPr lang="en-US" sz="2400" b="0" strike="noStrike" spc="-1" dirty="0">
                <a:solidFill>
                  <a:srgbClr val="000000"/>
                </a:solidFill>
                <a:latin typeface="Calibri"/>
              </a:rPr>
              <a:t>which is the value of the data item prior to the write.</a:t>
            </a:r>
            <a:endParaRPr lang="en-US" sz="2400" b="0" strike="noStrike" spc="-1" dirty="0">
              <a:solidFill>
                <a:srgbClr val="000000"/>
              </a:solidFill>
              <a:latin typeface="Arial"/>
            </a:endParaRPr>
          </a:p>
          <a:p>
            <a:pPr marL="672120" lvl="1" indent="-222480">
              <a:lnSpc>
                <a:spcPct val="90000"/>
              </a:lnSpc>
              <a:spcBef>
                <a:spcPts val="499"/>
              </a:spcBef>
              <a:buClr>
                <a:srgbClr val="000000"/>
              </a:buClr>
              <a:buFont typeface="Arial"/>
              <a:buChar char="•"/>
            </a:pPr>
            <a:r>
              <a:rPr lang="en-US" sz="2400" b="1" strike="noStrike" spc="-1" dirty="0">
                <a:solidFill>
                  <a:srgbClr val="000000"/>
                </a:solidFill>
                <a:latin typeface="Calibri"/>
              </a:rPr>
              <a:t>New value, </a:t>
            </a:r>
            <a:r>
              <a:rPr lang="en-US" sz="2400" b="0" strike="noStrike" spc="-1" dirty="0">
                <a:solidFill>
                  <a:srgbClr val="000000"/>
                </a:solidFill>
                <a:latin typeface="Calibri"/>
              </a:rPr>
              <a:t>which is the value that the data item will have after the write.</a:t>
            </a:r>
            <a:endParaRPr lang="en-US" sz="2400" b="0" strike="noStrike" spc="-1" dirty="0">
              <a:solidFill>
                <a:srgbClr val="000000"/>
              </a:solidFill>
              <a:latin typeface="Arial"/>
            </a:endParaRPr>
          </a:p>
        </p:txBody>
      </p:sp>
    </p:spTree>
    <p:extLst>
      <p:ext uri="{BB962C8B-B14F-4D97-AF65-F5344CB8AC3E}">
        <p14:creationId xmlns:p14="http://schemas.microsoft.com/office/powerpoint/2010/main" val="2281114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0FE2B8-0036-5D1B-46FB-1067AD31B12B}"/>
              </a:ext>
            </a:extLst>
          </p:cNvPr>
          <p:cNvPicPr>
            <a:picLocks noChangeAspect="1"/>
          </p:cNvPicPr>
          <p:nvPr/>
        </p:nvPicPr>
        <p:blipFill>
          <a:blip r:embed="rId2"/>
          <a:stretch>
            <a:fillRect/>
          </a:stretch>
        </p:blipFill>
        <p:spPr>
          <a:xfrm>
            <a:off x="880140" y="659568"/>
            <a:ext cx="10431720" cy="5306518"/>
          </a:xfrm>
          <a:prstGeom prst="rect">
            <a:avLst/>
          </a:prstGeom>
        </p:spPr>
      </p:pic>
    </p:spTree>
    <p:extLst>
      <p:ext uri="{BB962C8B-B14F-4D97-AF65-F5344CB8AC3E}">
        <p14:creationId xmlns:p14="http://schemas.microsoft.com/office/powerpoint/2010/main" val="3099402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Recovery and Atomicity</a:t>
            </a:r>
            <a:endParaRPr lang="en-US" sz="4400" b="0" strike="noStrike" spc="-1">
              <a:solidFill>
                <a:srgbClr val="000000"/>
              </a:solidFill>
              <a:latin typeface="Arial"/>
            </a:endParaRPr>
          </a:p>
        </p:txBody>
      </p:sp>
      <p:sp>
        <p:nvSpPr>
          <p:cNvPr id="207" name="PlaceHolder 2"/>
          <p:cNvSpPr>
            <a:spLocks noGrp="1"/>
          </p:cNvSpPr>
          <p:nvPr>
            <p:ph/>
          </p:nvPr>
        </p:nvSpPr>
        <p:spPr>
          <a:xfrm>
            <a:off x="838080" y="1825560"/>
            <a:ext cx="10513080" cy="4348800"/>
          </a:xfrm>
          <a:prstGeom prst="rect">
            <a:avLst/>
          </a:prstGeom>
          <a:noFill/>
          <a:ln w="0">
            <a:noFill/>
          </a:ln>
        </p:spPr>
        <p:txBody>
          <a:bodyPr lIns="90000" tIns="45000" rIns="90000" bIns="45000" anchor="t">
            <a:normAutofit fontScale="91500" lnSpcReduction="20000"/>
          </a:bodyPr>
          <a:lstStyle/>
          <a:p>
            <a:pPr marL="205200" indent="-205200">
              <a:lnSpc>
                <a:spcPct val="90000"/>
              </a:lnSpc>
              <a:spcBef>
                <a:spcPts val="1001"/>
              </a:spcBef>
              <a:buClr>
                <a:srgbClr val="000000"/>
              </a:buClr>
              <a:buFont typeface="Arial"/>
              <a:buChar char="•"/>
            </a:pPr>
            <a:r>
              <a:rPr lang="en-US" sz="2800" b="1" strike="noStrike" spc="-1" dirty="0">
                <a:solidFill>
                  <a:srgbClr val="000000"/>
                </a:solidFill>
                <a:latin typeface="Calibri"/>
              </a:rPr>
              <a:t>Database Modification</a:t>
            </a:r>
            <a:endParaRPr lang="en-US" sz="2800" b="0" strike="noStrike" spc="-1" dirty="0">
              <a:solidFill>
                <a:srgbClr val="000000"/>
              </a:solidFill>
              <a:latin typeface="Arial"/>
            </a:endParaRPr>
          </a:p>
          <a:p>
            <a:pPr marL="620280" lvl="1" indent="-205200">
              <a:lnSpc>
                <a:spcPct val="90000"/>
              </a:lnSpc>
              <a:spcBef>
                <a:spcPts val="499"/>
              </a:spcBef>
              <a:buClr>
                <a:srgbClr val="000000"/>
              </a:buClr>
              <a:buFont typeface="Arial"/>
              <a:buChar char="•"/>
            </a:pPr>
            <a:r>
              <a:rPr lang="en-US" sz="2400" b="0" strike="noStrike" spc="-1" dirty="0">
                <a:solidFill>
                  <a:srgbClr val="000000"/>
                </a:solidFill>
                <a:latin typeface="Calibri"/>
              </a:rPr>
              <a:t>The log records allow the system to undo changes made by a transaction in the event that the transaction must be aborted; </a:t>
            </a:r>
            <a:endParaRPr lang="en-US" sz="2400" b="0" strike="noStrike" spc="-1" dirty="0">
              <a:solidFill>
                <a:srgbClr val="000000"/>
              </a:solidFill>
              <a:latin typeface="Arial"/>
            </a:endParaRPr>
          </a:p>
          <a:p>
            <a:pPr marL="620280" lvl="1" indent="-205200">
              <a:lnSpc>
                <a:spcPct val="90000"/>
              </a:lnSpc>
              <a:spcBef>
                <a:spcPts val="499"/>
              </a:spcBef>
              <a:buClr>
                <a:srgbClr val="000000"/>
              </a:buClr>
              <a:buFont typeface="Arial"/>
              <a:buChar char="•"/>
            </a:pPr>
            <a:r>
              <a:rPr lang="en-US" sz="2400" b="0" strike="noStrike" spc="-1" dirty="0">
                <a:solidFill>
                  <a:srgbClr val="000000"/>
                </a:solidFill>
                <a:latin typeface="Calibri"/>
              </a:rPr>
              <a:t>they allow the system also to redo changes made by a transaction if the transaction has committed but the system crashed before those changes could be stored in the database on disk.</a:t>
            </a:r>
            <a:endParaRPr lang="en-US" sz="2400" b="0" strike="noStrike" spc="-1" dirty="0">
              <a:solidFill>
                <a:srgbClr val="000000"/>
              </a:solidFill>
              <a:latin typeface="Arial"/>
            </a:endParaRPr>
          </a:p>
          <a:p>
            <a:pPr marL="620280" lvl="1" indent="-205200">
              <a:lnSpc>
                <a:spcPct val="90000"/>
              </a:lnSpc>
              <a:spcBef>
                <a:spcPts val="499"/>
              </a:spcBef>
              <a:buClr>
                <a:srgbClr val="000000"/>
              </a:buClr>
              <a:buFont typeface="Arial"/>
              <a:buChar char="•"/>
            </a:pPr>
            <a:r>
              <a:rPr lang="en-US" sz="2400" b="0" strike="noStrike" spc="-1" dirty="0">
                <a:solidFill>
                  <a:srgbClr val="000000"/>
                </a:solidFill>
                <a:latin typeface="Calibri"/>
              </a:rPr>
              <a:t>If a transaction does not modify the database until it has committed (partially committed), it is said to use the </a:t>
            </a:r>
            <a:r>
              <a:rPr lang="en-US" sz="2400" b="1" strike="noStrike" spc="-1" dirty="0">
                <a:solidFill>
                  <a:srgbClr val="000000"/>
                </a:solidFill>
                <a:latin typeface="Calibri"/>
              </a:rPr>
              <a:t>deferred-modification technique</a:t>
            </a:r>
            <a:r>
              <a:rPr lang="en-US" sz="2400" b="0" strike="noStrike" spc="-1" dirty="0">
                <a:solidFill>
                  <a:srgbClr val="000000"/>
                </a:solidFill>
                <a:latin typeface="Calibri"/>
              </a:rPr>
              <a:t>.</a:t>
            </a:r>
            <a:endParaRPr lang="en-US" sz="2400" b="0" strike="noStrike" spc="-1" dirty="0">
              <a:solidFill>
                <a:srgbClr val="000000"/>
              </a:solidFill>
              <a:latin typeface="Arial"/>
            </a:endParaRPr>
          </a:p>
          <a:p>
            <a:pPr marL="620280" lvl="1" indent="-205200">
              <a:lnSpc>
                <a:spcPct val="90000"/>
              </a:lnSpc>
              <a:spcBef>
                <a:spcPts val="499"/>
              </a:spcBef>
              <a:buClr>
                <a:srgbClr val="000000"/>
              </a:buClr>
              <a:buFont typeface="Arial"/>
              <a:buChar char="•"/>
            </a:pPr>
            <a:r>
              <a:rPr lang="en-US" sz="2400" b="0" strike="noStrike" spc="-1" dirty="0">
                <a:solidFill>
                  <a:srgbClr val="000000"/>
                </a:solidFill>
                <a:latin typeface="Calibri"/>
              </a:rPr>
              <a:t> If database modifications occur while the transaction is still active, the transaction is said to use </a:t>
            </a:r>
            <a:r>
              <a:rPr lang="en-US" sz="2400" b="1" strike="noStrike" spc="-1" dirty="0">
                <a:solidFill>
                  <a:srgbClr val="000000"/>
                </a:solidFill>
                <a:latin typeface="Calibri"/>
              </a:rPr>
              <a:t>the immediate-modification technique.</a:t>
            </a:r>
            <a:endParaRPr lang="en-US" sz="2400" b="0" strike="noStrike" spc="-1" dirty="0">
              <a:solidFill>
                <a:srgbClr val="000000"/>
              </a:solidFill>
              <a:latin typeface="Arial"/>
            </a:endParaRPr>
          </a:p>
          <a:p>
            <a:pPr marL="620280" lvl="1" indent="-205200">
              <a:lnSpc>
                <a:spcPct val="90000"/>
              </a:lnSpc>
              <a:spcBef>
                <a:spcPts val="499"/>
              </a:spcBef>
              <a:buClr>
                <a:srgbClr val="000000"/>
              </a:buClr>
              <a:buFont typeface="Arial"/>
              <a:buChar char="•"/>
            </a:pPr>
            <a:r>
              <a:rPr lang="en-US" sz="2400" b="1" strike="noStrike" spc="-1" dirty="0">
                <a:solidFill>
                  <a:srgbClr val="000000"/>
                </a:solidFill>
                <a:latin typeface="Calibri"/>
              </a:rPr>
              <a:t>Undo using </a:t>
            </a:r>
            <a:r>
              <a:rPr lang="en-US" sz="2400" b="0" strike="noStrike" spc="-1" dirty="0">
                <a:solidFill>
                  <a:srgbClr val="000000"/>
                </a:solidFill>
                <a:latin typeface="Calibri"/>
              </a:rPr>
              <a:t>a log record sets the data item specified in the log record to the</a:t>
            </a:r>
            <a:endParaRPr lang="en-US" sz="2400" b="0" strike="noStrike" spc="-1" dirty="0">
              <a:solidFill>
                <a:srgbClr val="000000"/>
              </a:solidFill>
              <a:latin typeface="Arial"/>
            </a:endParaRPr>
          </a:p>
          <a:p>
            <a:pPr marL="415080" lvl="1" indent="0">
              <a:lnSpc>
                <a:spcPct val="90000"/>
              </a:lnSpc>
              <a:spcBef>
                <a:spcPts val="499"/>
              </a:spcBef>
              <a:buClr>
                <a:srgbClr val="000000"/>
              </a:buClr>
              <a:buNone/>
            </a:pPr>
            <a:r>
              <a:rPr lang="en-US" sz="2400" b="0" strike="noStrike" spc="-1" dirty="0">
                <a:solidFill>
                  <a:srgbClr val="000000"/>
                </a:solidFill>
                <a:latin typeface="Calibri"/>
              </a:rPr>
              <a:t>   old value.</a:t>
            </a:r>
            <a:endParaRPr lang="en-US" sz="2400" b="0" strike="noStrike" spc="-1" dirty="0">
              <a:solidFill>
                <a:srgbClr val="000000"/>
              </a:solidFill>
              <a:latin typeface="Arial"/>
            </a:endParaRPr>
          </a:p>
          <a:p>
            <a:pPr marL="620280" lvl="1" indent="-205200">
              <a:lnSpc>
                <a:spcPct val="90000"/>
              </a:lnSpc>
              <a:spcBef>
                <a:spcPts val="499"/>
              </a:spcBef>
              <a:buClr>
                <a:srgbClr val="000000"/>
              </a:buClr>
              <a:buFont typeface="Arial"/>
              <a:buChar char="•"/>
            </a:pPr>
            <a:r>
              <a:rPr lang="en-US" sz="2400" b="1" strike="noStrike" spc="-1" dirty="0">
                <a:solidFill>
                  <a:srgbClr val="000000"/>
                </a:solidFill>
                <a:latin typeface="Calibri"/>
              </a:rPr>
              <a:t>Redo using </a:t>
            </a:r>
            <a:r>
              <a:rPr lang="en-US" sz="2400" b="0" strike="noStrike" spc="-1" dirty="0">
                <a:solidFill>
                  <a:srgbClr val="000000"/>
                </a:solidFill>
                <a:latin typeface="Calibri"/>
              </a:rPr>
              <a:t>a log record sets the data item specified in the log record to the</a:t>
            </a:r>
            <a:endParaRPr lang="en-US" sz="2400" b="0" strike="noStrike" spc="-1" dirty="0">
              <a:solidFill>
                <a:srgbClr val="000000"/>
              </a:solidFill>
              <a:latin typeface="Arial"/>
            </a:endParaRPr>
          </a:p>
          <a:p>
            <a:pPr marL="415080" lvl="1" indent="0">
              <a:lnSpc>
                <a:spcPct val="90000"/>
              </a:lnSpc>
              <a:spcBef>
                <a:spcPts val="499"/>
              </a:spcBef>
              <a:buClr>
                <a:srgbClr val="000000"/>
              </a:buClr>
              <a:buNone/>
            </a:pPr>
            <a:r>
              <a:rPr lang="en-US" sz="2400" b="0" strike="noStrike" spc="-1" dirty="0">
                <a:solidFill>
                  <a:srgbClr val="000000"/>
                </a:solidFill>
                <a:latin typeface="Calibri"/>
              </a:rPr>
              <a:t>   new value.</a:t>
            </a:r>
            <a:endParaRPr lang="en-US" sz="2400" b="0" strike="noStrike" spc="-1" dirty="0">
              <a:solidFill>
                <a:srgbClr val="000000"/>
              </a:solidFill>
              <a:latin typeface="Arial"/>
            </a:endParaRPr>
          </a:p>
        </p:txBody>
      </p:sp>
    </p:spTree>
    <p:extLst>
      <p:ext uri="{BB962C8B-B14F-4D97-AF65-F5344CB8AC3E}">
        <p14:creationId xmlns:p14="http://schemas.microsoft.com/office/powerpoint/2010/main" val="2519232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Recovery and Atomicity</a:t>
            </a:r>
            <a:endParaRPr lang="en-US" sz="4400" b="0" strike="noStrike" spc="-1">
              <a:solidFill>
                <a:srgbClr val="000000"/>
              </a:solidFill>
              <a:latin typeface="Arial"/>
            </a:endParaRPr>
          </a:p>
        </p:txBody>
      </p:sp>
      <p:sp>
        <p:nvSpPr>
          <p:cNvPr id="209" name="PlaceHolder 2"/>
          <p:cNvSpPr>
            <a:spLocks noGrp="1"/>
          </p:cNvSpPr>
          <p:nvPr>
            <p:ph/>
          </p:nvPr>
        </p:nvSpPr>
        <p:spPr>
          <a:xfrm>
            <a:off x="838080" y="1825560"/>
            <a:ext cx="10513080" cy="4348800"/>
          </a:xfrm>
          <a:prstGeom prst="rect">
            <a:avLst/>
          </a:prstGeom>
          <a:noFill/>
          <a:ln w="0">
            <a:noFill/>
          </a:ln>
        </p:spPr>
        <p:txBody>
          <a:bodyPr lIns="90000" tIns="45000" rIns="90000" bIns="45000" anchor="t">
            <a:noAutofit/>
          </a:bodyPr>
          <a:lstStyle/>
          <a:p>
            <a:pPr marL="228600" indent="-228600">
              <a:lnSpc>
                <a:spcPct val="90000"/>
              </a:lnSpc>
              <a:spcBef>
                <a:spcPts val="1001"/>
              </a:spcBef>
              <a:buClr>
                <a:srgbClr val="000000"/>
              </a:buClr>
              <a:buFont typeface="Arial"/>
              <a:buChar char="•"/>
            </a:pPr>
            <a:r>
              <a:rPr lang="en-US" sz="2800" b="1" strike="noStrike" spc="-1">
                <a:solidFill>
                  <a:srgbClr val="000000"/>
                </a:solidFill>
                <a:latin typeface="Calibri"/>
              </a:rPr>
              <a:t>Concurrency Control and Recovery</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1" strike="noStrike" spc="-1">
                <a:solidFill>
                  <a:srgbClr val="000000"/>
                </a:solidFill>
                <a:latin typeface="Calibri"/>
              </a:rPr>
              <a:t>Transaction Commit</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1" strike="noStrike" spc="-1">
                <a:solidFill>
                  <a:srgbClr val="000000"/>
                </a:solidFill>
                <a:latin typeface="Calibri"/>
              </a:rPr>
              <a:t>Using the Log to Redo and Undo Transactions</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1" strike="noStrike" spc="-1">
                <a:solidFill>
                  <a:srgbClr val="000000"/>
                </a:solidFill>
                <a:latin typeface="Calibri"/>
              </a:rPr>
              <a:t>Checkpoints</a:t>
            </a:r>
            <a:endParaRPr lang="en-US" sz="2800" b="0" strike="noStrike" spc="-1">
              <a:solidFill>
                <a:srgbClr val="000000"/>
              </a:solidFill>
              <a:latin typeface="Arial"/>
            </a:endParaRPr>
          </a:p>
        </p:txBody>
      </p:sp>
    </p:spTree>
    <p:extLst>
      <p:ext uri="{BB962C8B-B14F-4D97-AF65-F5344CB8AC3E}">
        <p14:creationId xmlns:p14="http://schemas.microsoft.com/office/powerpoint/2010/main" val="3152877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E550C-F2D8-BCBE-202A-2B0D3168616C}"/>
              </a:ext>
            </a:extLst>
          </p:cNvPr>
          <p:cNvSpPr>
            <a:spLocks noGrp="1"/>
          </p:cNvSpPr>
          <p:nvPr>
            <p:ph type="title"/>
          </p:nvPr>
        </p:nvSpPr>
        <p:spPr/>
        <p:txBody>
          <a:bodyPr/>
          <a:lstStyle/>
          <a:p>
            <a:r>
              <a:rPr lang="en-GB" dirty="0"/>
              <a:t>Shadow Paging</a:t>
            </a:r>
          </a:p>
        </p:txBody>
      </p:sp>
      <p:sp>
        <p:nvSpPr>
          <p:cNvPr id="4" name="Content Placeholder 3">
            <a:extLst>
              <a:ext uri="{FF2B5EF4-FFF2-40B4-BE49-F238E27FC236}">
                <a16:creationId xmlns:a16="http://schemas.microsoft.com/office/drawing/2014/main" id="{738CA28B-6AA2-7D26-8352-68476820D1EE}"/>
              </a:ext>
            </a:extLst>
          </p:cNvPr>
          <p:cNvSpPr>
            <a:spLocks noGrp="1"/>
          </p:cNvSpPr>
          <p:nvPr>
            <p:ph/>
          </p:nvPr>
        </p:nvSpPr>
        <p:spPr/>
        <p:txBody>
          <a:bodyPr/>
          <a:lstStyle/>
          <a:p>
            <a:r>
              <a:rPr lang="en-GB" dirty="0"/>
              <a:t>Shadow paging is a recovery scheme in which database is considered to be made up of number of fixed size disk pages.</a:t>
            </a:r>
          </a:p>
          <a:p>
            <a:r>
              <a:rPr lang="en-GB" dirty="0"/>
              <a:t>It involves creating a shadow copy or snapshot of the entire database, which serves as a consistent version for transaction execution. </a:t>
            </a:r>
          </a:p>
          <a:p>
            <a:r>
              <a:rPr lang="en-GB" dirty="0"/>
              <a:t>The shadow copy remains unaltered during the transaction, while the original data is modified. </a:t>
            </a:r>
          </a:p>
          <a:p>
            <a:r>
              <a:rPr lang="en-GB" dirty="0"/>
              <a:t>Once the transaction is committed, the shadow copy becomes the new main copy, ensuring consistency.</a:t>
            </a:r>
          </a:p>
        </p:txBody>
      </p:sp>
    </p:spTree>
    <p:extLst>
      <p:ext uri="{BB962C8B-B14F-4D97-AF65-F5344CB8AC3E}">
        <p14:creationId xmlns:p14="http://schemas.microsoft.com/office/powerpoint/2010/main" val="2815314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37D68-CADF-1419-2A36-D6F61D58B17A}"/>
              </a:ext>
            </a:extLst>
          </p:cNvPr>
          <p:cNvSpPr>
            <a:spLocks noGrp="1"/>
          </p:cNvSpPr>
          <p:nvPr>
            <p:ph type="title"/>
          </p:nvPr>
        </p:nvSpPr>
        <p:spPr/>
        <p:txBody>
          <a:bodyPr/>
          <a:lstStyle/>
          <a:p>
            <a:r>
              <a:rPr lang="en-GB" b="0" i="0" dirty="0">
                <a:effectLst/>
                <a:latin typeface="-apple-system"/>
              </a:rPr>
              <a:t>Key Components of Shadow Paging:</a:t>
            </a:r>
            <a:endParaRPr lang="en-GB" dirty="0"/>
          </a:p>
        </p:txBody>
      </p:sp>
      <p:sp>
        <p:nvSpPr>
          <p:cNvPr id="3" name="Content Placeholder 2">
            <a:extLst>
              <a:ext uri="{FF2B5EF4-FFF2-40B4-BE49-F238E27FC236}">
                <a16:creationId xmlns:a16="http://schemas.microsoft.com/office/drawing/2014/main" id="{913E1533-711D-F924-2457-9E432EDFC9E8}"/>
              </a:ext>
            </a:extLst>
          </p:cNvPr>
          <p:cNvSpPr>
            <a:spLocks noGrp="1"/>
          </p:cNvSpPr>
          <p:nvPr>
            <p:ph/>
          </p:nvPr>
        </p:nvSpPr>
        <p:spPr/>
        <p:txBody>
          <a:bodyPr/>
          <a:lstStyle/>
          <a:p>
            <a:r>
              <a:rPr lang="en-GB" b="0" i="0" dirty="0">
                <a:effectLst/>
                <a:latin typeface="-apple-system"/>
              </a:rPr>
              <a:t>Page Table</a:t>
            </a:r>
          </a:p>
          <a:p>
            <a:pPr lvl="1"/>
            <a:r>
              <a:rPr lang="en-GB" b="0" i="0" dirty="0">
                <a:solidFill>
                  <a:srgbClr val="212529"/>
                </a:solidFill>
                <a:effectLst/>
                <a:latin typeface="Times New Roman" panose="02020603050405020304" pitchFamily="18" charset="0"/>
              </a:rPr>
              <a:t>The directory which is in the memory.</a:t>
            </a:r>
            <a:endParaRPr lang="en-GB" b="0" i="0" dirty="0">
              <a:effectLst/>
              <a:latin typeface="-apple-system"/>
            </a:endParaRPr>
          </a:p>
          <a:p>
            <a:r>
              <a:rPr lang="en-GB" dirty="0">
                <a:latin typeface="-apple-system"/>
              </a:rPr>
              <a:t>Shadow Page</a:t>
            </a:r>
          </a:p>
          <a:p>
            <a:r>
              <a:rPr lang="en-GB" b="0" i="0" dirty="0">
                <a:effectLst/>
                <a:latin typeface="-apple-system"/>
              </a:rPr>
              <a:t>Transaction Log</a:t>
            </a:r>
            <a:endParaRPr lang="en-GB" dirty="0"/>
          </a:p>
        </p:txBody>
      </p:sp>
    </p:spTree>
    <p:extLst>
      <p:ext uri="{BB962C8B-B14F-4D97-AF65-F5344CB8AC3E}">
        <p14:creationId xmlns:p14="http://schemas.microsoft.com/office/powerpoint/2010/main" val="2324321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08EBE62-9941-7AEF-67C7-5786B8B8B9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0944" y="690113"/>
            <a:ext cx="9349010" cy="5158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774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4DEF54-5A1B-D834-F347-916B2D42C06A}"/>
              </a:ext>
            </a:extLst>
          </p:cNvPr>
          <p:cNvSpPr>
            <a:spLocks noGrp="1"/>
          </p:cNvSpPr>
          <p:nvPr>
            <p:ph type="title"/>
          </p:nvPr>
        </p:nvSpPr>
        <p:spPr/>
        <p:txBody>
          <a:bodyPr/>
          <a:lstStyle/>
          <a:p>
            <a:r>
              <a:rPr lang="en-GB" b="0" i="0" dirty="0">
                <a:effectLst/>
                <a:latin typeface="-apple-system"/>
              </a:rPr>
              <a:t>Shadow Paging process/steps</a:t>
            </a:r>
            <a:endParaRPr lang="en-GB" dirty="0"/>
          </a:p>
        </p:txBody>
      </p:sp>
      <p:sp>
        <p:nvSpPr>
          <p:cNvPr id="5" name="Content Placeholder 4">
            <a:extLst>
              <a:ext uri="{FF2B5EF4-FFF2-40B4-BE49-F238E27FC236}">
                <a16:creationId xmlns:a16="http://schemas.microsoft.com/office/drawing/2014/main" id="{90308D9C-DD58-53DB-6F55-252C9F0FA2BC}"/>
              </a:ext>
            </a:extLst>
          </p:cNvPr>
          <p:cNvSpPr>
            <a:spLocks noGrp="1"/>
          </p:cNvSpPr>
          <p:nvPr>
            <p:ph/>
          </p:nvPr>
        </p:nvSpPr>
        <p:spPr/>
        <p:txBody>
          <a:bodyPr/>
          <a:lstStyle/>
          <a:p>
            <a:r>
              <a:rPr lang="en-GB" b="0" i="0" dirty="0">
                <a:effectLst/>
                <a:latin typeface="-apple-system"/>
              </a:rPr>
              <a:t>Begin Transaction</a:t>
            </a:r>
          </a:p>
          <a:p>
            <a:r>
              <a:rPr lang="en-GB" b="0" i="0" dirty="0">
                <a:effectLst/>
                <a:latin typeface="-apple-system"/>
              </a:rPr>
              <a:t>Update in Shadow Pages</a:t>
            </a:r>
            <a:endParaRPr lang="en-GB" dirty="0">
              <a:latin typeface="-apple-system"/>
            </a:endParaRPr>
          </a:p>
          <a:p>
            <a:r>
              <a:rPr lang="en-GB" b="0" i="0" dirty="0">
                <a:effectLst/>
                <a:latin typeface="-apple-system"/>
              </a:rPr>
              <a:t>Transaction Commit</a:t>
            </a:r>
          </a:p>
          <a:p>
            <a:r>
              <a:rPr lang="en-GB" b="0" i="0" dirty="0">
                <a:effectLst/>
                <a:latin typeface="-apple-system"/>
              </a:rPr>
              <a:t>Transaction Abort or Recovery</a:t>
            </a:r>
            <a:endParaRPr lang="en-GB" dirty="0"/>
          </a:p>
        </p:txBody>
      </p:sp>
    </p:spTree>
    <p:extLst>
      <p:ext uri="{BB962C8B-B14F-4D97-AF65-F5344CB8AC3E}">
        <p14:creationId xmlns:p14="http://schemas.microsoft.com/office/powerpoint/2010/main" val="2033919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Recovery Algorithm</a:t>
            </a:r>
            <a:endParaRPr lang="en-US" sz="4400" b="0" strike="noStrike" spc="-1">
              <a:solidFill>
                <a:srgbClr val="000000"/>
              </a:solidFill>
              <a:latin typeface="Arial"/>
            </a:endParaRPr>
          </a:p>
        </p:txBody>
      </p:sp>
      <p:sp>
        <p:nvSpPr>
          <p:cNvPr id="211" name="PlaceHolder 2"/>
          <p:cNvSpPr>
            <a:spLocks noGrp="1"/>
          </p:cNvSpPr>
          <p:nvPr>
            <p:ph/>
          </p:nvPr>
        </p:nvSpPr>
        <p:spPr>
          <a:xfrm>
            <a:off x="838080" y="1825560"/>
            <a:ext cx="10513080" cy="4348800"/>
          </a:xfrm>
          <a:prstGeom prst="rect">
            <a:avLst/>
          </a:prstGeom>
          <a:noFill/>
          <a:ln w="0">
            <a:noFill/>
          </a:ln>
        </p:spPr>
        <p:txBody>
          <a:bodyPr lIns="90000" tIns="45000" rIns="90000" bIns="45000" anchor="t">
            <a:normAutofit fontScale="97000"/>
          </a:bodyPr>
          <a:lstStyle/>
          <a:p>
            <a:pPr marL="220320" indent="-220320">
              <a:lnSpc>
                <a:spcPct val="90000"/>
              </a:lnSpc>
              <a:spcBef>
                <a:spcPts val="1001"/>
              </a:spcBef>
              <a:buClr>
                <a:srgbClr val="000000"/>
              </a:buClr>
              <a:buFont typeface="Arial"/>
              <a:buChar char="•"/>
            </a:pPr>
            <a:r>
              <a:rPr lang="en-US" sz="2800" b="0" strike="noStrike" spc="-1">
                <a:solidFill>
                  <a:srgbClr val="000000"/>
                </a:solidFill>
                <a:latin typeface="Calibri"/>
              </a:rPr>
              <a:t>we have identified transactions that need to be redone and those that need to be undone, but we have not given a precise algorithm for performing these actions.</a:t>
            </a:r>
            <a:endParaRPr lang="en-US" sz="2800" b="0" strike="noStrike" spc="-1">
              <a:solidFill>
                <a:srgbClr val="000000"/>
              </a:solidFill>
              <a:latin typeface="Arial"/>
            </a:endParaRPr>
          </a:p>
          <a:p>
            <a:pPr marL="220320" indent="-220320">
              <a:lnSpc>
                <a:spcPct val="90000"/>
              </a:lnSpc>
              <a:spcBef>
                <a:spcPts val="1001"/>
              </a:spcBef>
              <a:buClr>
                <a:srgbClr val="000000"/>
              </a:buClr>
              <a:buFont typeface="Arial"/>
              <a:buChar char="•"/>
            </a:pPr>
            <a:r>
              <a:rPr lang="en-US" sz="2800" b="0" strike="noStrike" spc="-1">
                <a:solidFill>
                  <a:srgbClr val="000000"/>
                </a:solidFill>
                <a:latin typeface="Calibri"/>
              </a:rPr>
              <a:t>We are now ready to present the full recovery algorithm using log records for recovery from transaction failure and a combination of the most recent checkpoint and log records to recover from a system crash.</a:t>
            </a:r>
            <a:endParaRPr lang="en-US" sz="2800" b="0" strike="noStrike" spc="-1">
              <a:solidFill>
                <a:srgbClr val="000000"/>
              </a:solidFill>
              <a:latin typeface="Arial"/>
            </a:endParaRPr>
          </a:p>
          <a:p>
            <a:pPr marL="220320" indent="-220320">
              <a:lnSpc>
                <a:spcPct val="90000"/>
              </a:lnSpc>
              <a:spcBef>
                <a:spcPts val="1001"/>
              </a:spcBef>
              <a:buClr>
                <a:srgbClr val="000000"/>
              </a:buClr>
              <a:buFont typeface="Arial"/>
              <a:buChar char="•"/>
            </a:pPr>
            <a:r>
              <a:rPr lang="en-US" sz="2800" b="0" strike="noStrike" spc="-1">
                <a:solidFill>
                  <a:srgbClr val="000000"/>
                </a:solidFill>
                <a:latin typeface="Calibri"/>
              </a:rPr>
              <a:t>The recovery algorithm described in this section requires that a data item that has been updated by an uncommitted transaction cannot be modiﬁed by any other transaction, until the ﬁrst transaction has either committed or aborted.</a:t>
            </a:r>
            <a:endParaRPr lang="en-US" sz="2800" b="0" strike="noStrike" spc="-1">
              <a:solidFill>
                <a:srgbClr val="000000"/>
              </a:solidFill>
              <a:latin typeface="Arial"/>
            </a:endParaRPr>
          </a:p>
        </p:txBody>
      </p:sp>
    </p:spTree>
    <p:extLst>
      <p:ext uri="{BB962C8B-B14F-4D97-AF65-F5344CB8AC3E}">
        <p14:creationId xmlns:p14="http://schemas.microsoft.com/office/powerpoint/2010/main" val="3650708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dirty="0">
                <a:solidFill>
                  <a:srgbClr val="000000"/>
                </a:solidFill>
                <a:latin typeface="Calibri Light"/>
              </a:rPr>
              <a:t>Recovery Algorithm</a:t>
            </a:r>
            <a:endParaRPr lang="en-US" sz="4400" b="0" strike="noStrike" spc="-1" dirty="0">
              <a:solidFill>
                <a:srgbClr val="000000"/>
              </a:solidFill>
              <a:latin typeface="Arial"/>
            </a:endParaRPr>
          </a:p>
        </p:txBody>
      </p:sp>
      <p:sp>
        <p:nvSpPr>
          <p:cNvPr id="213" name="PlaceHolder 2"/>
          <p:cNvSpPr>
            <a:spLocks noGrp="1"/>
          </p:cNvSpPr>
          <p:nvPr>
            <p:ph/>
          </p:nvPr>
        </p:nvSpPr>
        <p:spPr>
          <a:xfrm>
            <a:off x="838080" y="1825560"/>
            <a:ext cx="10513080" cy="4348800"/>
          </a:xfrm>
          <a:prstGeom prst="rect">
            <a:avLst/>
          </a:prstGeom>
          <a:noFill/>
          <a:ln w="0">
            <a:noFill/>
          </a:ln>
        </p:spPr>
        <p:txBody>
          <a:bodyPr lIns="90000" tIns="45000" rIns="90000" bIns="45000" anchor="t">
            <a:normAutofit/>
          </a:bodyPr>
          <a:lstStyle/>
          <a:p>
            <a:pPr marL="228600" indent="-228600">
              <a:lnSpc>
                <a:spcPct val="90000"/>
              </a:lnSpc>
              <a:spcBef>
                <a:spcPts val="1001"/>
              </a:spcBef>
              <a:buClr>
                <a:srgbClr val="000000"/>
              </a:buClr>
              <a:buFont typeface="Arial"/>
              <a:buChar char="•"/>
            </a:pPr>
            <a:r>
              <a:rPr lang="en-US" sz="2800" b="0" strike="noStrike" spc="-1" dirty="0">
                <a:solidFill>
                  <a:srgbClr val="000000"/>
                </a:solidFill>
                <a:latin typeface="Calibri"/>
              </a:rPr>
              <a:t>Transaction Rollback</a:t>
            </a:r>
            <a:endParaRPr lang="en-US" sz="2800" b="0" strike="noStrike" spc="-1" dirty="0">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dirty="0">
                <a:solidFill>
                  <a:srgbClr val="000000"/>
                </a:solidFill>
                <a:latin typeface="Calibri"/>
              </a:rPr>
              <a:t>The log is scanned backward, and for each log record of Ti of the form &lt;Ti , </a:t>
            </a:r>
            <a:r>
              <a:rPr lang="en-US" sz="2400" b="0" strike="noStrike" spc="-1" dirty="0" err="1">
                <a:solidFill>
                  <a:srgbClr val="000000"/>
                </a:solidFill>
                <a:latin typeface="Calibri"/>
              </a:rPr>
              <a:t>Xj</a:t>
            </a:r>
            <a:r>
              <a:rPr lang="en-US" sz="2400" b="0" strike="noStrike" spc="-1" dirty="0">
                <a:solidFill>
                  <a:srgbClr val="000000"/>
                </a:solidFill>
                <a:latin typeface="Calibri"/>
              </a:rPr>
              <a:t> , V1, V2&gt; that is found:</a:t>
            </a:r>
            <a:endParaRPr lang="en-US" sz="2400" b="0" strike="noStrike" spc="-1" dirty="0">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dirty="0">
                <a:solidFill>
                  <a:srgbClr val="000000"/>
                </a:solidFill>
                <a:latin typeface="Calibri"/>
              </a:rPr>
              <a:t>a. The value V1 is written to data item </a:t>
            </a:r>
            <a:r>
              <a:rPr lang="en-US" sz="2400" b="0" strike="noStrike" spc="-1" dirty="0" err="1">
                <a:solidFill>
                  <a:srgbClr val="000000"/>
                </a:solidFill>
                <a:latin typeface="Calibri"/>
              </a:rPr>
              <a:t>Xj</a:t>
            </a:r>
            <a:r>
              <a:rPr lang="en-US" sz="2400" b="0" strike="noStrike" spc="-1" dirty="0">
                <a:solidFill>
                  <a:srgbClr val="000000"/>
                </a:solidFill>
                <a:latin typeface="Calibri"/>
              </a:rPr>
              <a:t>, and</a:t>
            </a:r>
            <a:endParaRPr lang="en-US" sz="2400" b="0" strike="noStrike" spc="-1" dirty="0">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dirty="0">
                <a:solidFill>
                  <a:srgbClr val="000000"/>
                </a:solidFill>
                <a:latin typeface="Calibri"/>
              </a:rPr>
              <a:t>b. </a:t>
            </a:r>
            <a:r>
              <a:rPr lang="en-US" sz="2400" b="0" strike="noStrike" spc="-1" dirty="0" err="1">
                <a:solidFill>
                  <a:srgbClr val="000000"/>
                </a:solidFill>
                <a:latin typeface="Calibri"/>
              </a:rPr>
              <a:t>Aspecial</a:t>
            </a:r>
            <a:r>
              <a:rPr lang="en-US" sz="2400" b="0" strike="noStrike" spc="-1" dirty="0">
                <a:solidFill>
                  <a:srgbClr val="000000"/>
                </a:solidFill>
                <a:latin typeface="Calibri"/>
              </a:rPr>
              <a:t> redo-only log record&lt;Ti , </a:t>
            </a:r>
            <a:r>
              <a:rPr lang="en-US" sz="2400" b="0" strike="noStrike" spc="-1" dirty="0" err="1">
                <a:solidFill>
                  <a:srgbClr val="000000"/>
                </a:solidFill>
                <a:latin typeface="Calibri"/>
              </a:rPr>
              <a:t>Xj</a:t>
            </a:r>
            <a:r>
              <a:rPr lang="en-US" sz="2400" b="0" strike="noStrike" spc="-1" dirty="0">
                <a:solidFill>
                  <a:srgbClr val="000000"/>
                </a:solidFill>
                <a:latin typeface="Calibri"/>
              </a:rPr>
              <a:t> , V1&gt;is written to the log, where V1 is the value being restored to data item </a:t>
            </a:r>
            <a:r>
              <a:rPr lang="en-US" sz="2400" b="0" strike="noStrike" spc="-1" dirty="0" err="1">
                <a:solidFill>
                  <a:srgbClr val="000000"/>
                </a:solidFill>
                <a:latin typeface="Calibri"/>
              </a:rPr>
              <a:t>Xj</a:t>
            </a:r>
            <a:r>
              <a:rPr lang="en-US" sz="2400" b="0" strike="noStrike" spc="-1" dirty="0">
                <a:solidFill>
                  <a:srgbClr val="000000"/>
                </a:solidFill>
                <a:latin typeface="Calibri"/>
              </a:rPr>
              <a:t> during the rollback. These log records are sometimes called compensation log records. Such records do not need undo information, since we never need to undo such an undo operation. We shall explain later how they are used.</a:t>
            </a:r>
            <a:endParaRPr lang="en-US" sz="2400" b="0" strike="noStrike" spc="-1" dirty="0">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dirty="0">
                <a:solidFill>
                  <a:srgbClr val="000000"/>
                </a:solidFill>
                <a:latin typeface="Calibri"/>
              </a:rPr>
              <a:t>2. Once the log record &lt;Ti start&gt; is found the backward scan is stopped, and a log record &lt;Ti abort&gt; is written to the log.</a:t>
            </a:r>
            <a:endParaRPr lang="en-US" sz="2400" b="0" strike="noStrike" spc="-1" dirty="0">
              <a:solidFill>
                <a:srgbClr val="000000"/>
              </a:solidFill>
              <a:latin typeface="Arial"/>
            </a:endParaRPr>
          </a:p>
        </p:txBody>
      </p:sp>
    </p:spTree>
    <p:extLst>
      <p:ext uri="{BB962C8B-B14F-4D97-AF65-F5344CB8AC3E}">
        <p14:creationId xmlns:p14="http://schemas.microsoft.com/office/powerpoint/2010/main" val="1566602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dirty="0">
                <a:solidFill>
                  <a:srgbClr val="000000"/>
                </a:solidFill>
                <a:latin typeface="Calibri Light"/>
              </a:rPr>
              <a:t>Recovery Algorithm</a:t>
            </a:r>
            <a:endParaRPr lang="en-US" sz="4400" b="0" strike="noStrike" spc="-1" dirty="0">
              <a:solidFill>
                <a:srgbClr val="000000"/>
              </a:solidFill>
              <a:latin typeface="Arial"/>
            </a:endParaRPr>
          </a:p>
        </p:txBody>
      </p:sp>
      <p:sp>
        <p:nvSpPr>
          <p:cNvPr id="215" name="PlaceHolder 2"/>
          <p:cNvSpPr>
            <a:spLocks noGrp="1"/>
          </p:cNvSpPr>
          <p:nvPr>
            <p:ph/>
          </p:nvPr>
        </p:nvSpPr>
        <p:spPr>
          <a:xfrm>
            <a:off x="838080" y="1825560"/>
            <a:ext cx="10513080" cy="4348800"/>
          </a:xfrm>
          <a:prstGeom prst="rect">
            <a:avLst/>
          </a:prstGeom>
          <a:noFill/>
          <a:ln w="0">
            <a:noFill/>
          </a:ln>
        </p:spPr>
        <p:txBody>
          <a:bodyPr lIns="90000" tIns="45000" rIns="90000" bIns="45000" anchor="t">
            <a:normAutofit fontScale="93000" lnSpcReduction="10000"/>
          </a:bodyPr>
          <a:lstStyle/>
          <a:p>
            <a:pPr marL="227160" indent="-227160">
              <a:lnSpc>
                <a:spcPct val="90000"/>
              </a:lnSpc>
              <a:spcBef>
                <a:spcPts val="1001"/>
              </a:spcBef>
              <a:buClr>
                <a:srgbClr val="000000"/>
              </a:buClr>
              <a:buFont typeface="Arial"/>
              <a:buChar char="•"/>
            </a:pPr>
            <a:r>
              <a:rPr lang="en-US" sz="2800" b="0" strike="noStrike" spc="-1" dirty="0">
                <a:solidFill>
                  <a:srgbClr val="000000"/>
                </a:solidFill>
                <a:latin typeface="Calibri"/>
              </a:rPr>
              <a:t>Recovery After a System Crash</a:t>
            </a:r>
            <a:endParaRPr lang="en-US" sz="2800" b="0" strike="noStrike" spc="-1" dirty="0">
              <a:solidFill>
                <a:srgbClr val="000000"/>
              </a:solidFill>
              <a:latin typeface="Arial"/>
            </a:endParaRPr>
          </a:p>
          <a:p>
            <a:pPr marL="686880" lvl="1" indent="-227160">
              <a:lnSpc>
                <a:spcPct val="90000"/>
              </a:lnSpc>
              <a:spcBef>
                <a:spcPts val="499"/>
              </a:spcBef>
              <a:buClr>
                <a:srgbClr val="000000"/>
              </a:buClr>
              <a:buFont typeface="Arial"/>
              <a:buChar char="•"/>
            </a:pPr>
            <a:r>
              <a:rPr lang="en-US" sz="2400" b="0" strike="noStrike" spc="-1" dirty="0">
                <a:solidFill>
                  <a:srgbClr val="000000"/>
                </a:solidFill>
                <a:latin typeface="Calibri"/>
              </a:rPr>
              <a:t>In </a:t>
            </a:r>
            <a:r>
              <a:rPr lang="en-US" sz="2400" b="1" strike="noStrike" spc="-1" dirty="0">
                <a:solidFill>
                  <a:srgbClr val="000000"/>
                </a:solidFill>
                <a:latin typeface="Calibri"/>
              </a:rPr>
              <a:t>the redo phase</a:t>
            </a:r>
            <a:r>
              <a:rPr lang="en-US" sz="2400" b="0" strike="noStrike" spc="-1" dirty="0">
                <a:solidFill>
                  <a:srgbClr val="000000"/>
                </a:solidFill>
                <a:latin typeface="Calibri"/>
              </a:rPr>
              <a:t>, the system replays updates of all transactions by scanning the log forward from the last checkpoint.</a:t>
            </a:r>
            <a:endParaRPr lang="en-US" sz="2400" b="0" strike="noStrike" spc="-1" dirty="0">
              <a:solidFill>
                <a:srgbClr val="000000"/>
              </a:solidFill>
              <a:latin typeface="Arial"/>
            </a:endParaRPr>
          </a:p>
          <a:p>
            <a:pPr marL="686880" lvl="1" indent="-227160">
              <a:lnSpc>
                <a:spcPct val="90000"/>
              </a:lnSpc>
              <a:spcBef>
                <a:spcPts val="499"/>
              </a:spcBef>
              <a:buClr>
                <a:srgbClr val="000000"/>
              </a:buClr>
              <a:buFont typeface="Arial"/>
              <a:buChar char="•"/>
            </a:pPr>
            <a:r>
              <a:rPr lang="en-US" sz="2400" b="0" strike="noStrike" spc="-1" dirty="0">
                <a:solidFill>
                  <a:srgbClr val="000000"/>
                </a:solidFill>
                <a:latin typeface="Calibri"/>
              </a:rPr>
              <a:t>The log records that are replayed include log records for transactions that were rolled back before system crash, and those that had not committed when the system crash occurred.</a:t>
            </a:r>
            <a:endParaRPr lang="en-US" sz="2400" b="0" strike="noStrike" spc="-1" dirty="0">
              <a:solidFill>
                <a:srgbClr val="000000"/>
              </a:solidFill>
              <a:latin typeface="Arial"/>
            </a:endParaRPr>
          </a:p>
          <a:p>
            <a:pPr marL="686880" lvl="1" indent="-227160">
              <a:lnSpc>
                <a:spcPct val="90000"/>
              </a:lnSpc>
              <a:spcBef>
                <a:spcPts val="499"/>
              </a:spcBef>
              <a:buClr>
                <a:srgbClr val="000000"/>
              </a:buClr>
              <a:buFont typeface="Arial"/>
              <a:buChar char="•"/>
            </a:pPr>
            <a:r>
              <a:rPr lang="en-US" sz="2400" b="0" strike="noStrike" spc="-1" dirty="0">
                <a:solidFill>
                  <a:srgbClr val="000000"/>
                </a:solidFill>
                <a:latin typeface="Calibri"/>
              </a:rPr>
              <a:t>This phase also determines all transactions that were incomplete at the time of the crash, and must therefore be rolled back.</a:t>
            </a:r>
            <a:endParaRPr lang="en-US" sz="2400" b="0" strike="noStrike" spc="-1" dirty="0">
              <a:solidFill>
                <a:srgbClr val="000000"/>
              </a:solidFill>
              <a:latin typeface="Arial"/>
            </a:endParaRPr>
          </a:p>
          <a:p>
            <a:pPr marL="686880" lvl="1" indent="-227160">
              <a:lnSpc>
                <a:spcPct val="90000"/>
              </a:lnSpc>
              <a:spcBef>
                <a:spcPts val="499"/>
              </a:spcBef>
              <a:buClr>
                <a:srgbClr val="000000"/>
              </a:buClr>
              <a:buFont typeface="Arial"/>
              <a:buChar char="•"/>
            </a:pPr>
            <a:r>
              <a:rPr lang="en-US" sz="2400" b="0" strike="noStrike" spc="-1" dirty="0">
                <a:solidFill>
                  <a:srgbClr val="000000"/>
                </a:solidFill>
                <a:latin typeface="Calibri"/>
              </a:rPr>
              <a:t>In </a:t>
            </a:r>
            <a:r>
              <a:rPr lang="en-US" sz="2400" b="1" strike="noStrike" spc="-1" dirty="0">
                <a:solidFill>
                  <a:srgbClr val="000000"/>
                </a:solidFill>
                <a:latin typeface="Calibri"/>
              </a:rPr>
              <a:t>the undo phase</a:t>
            </a:r>
            <a:r>
              <a:rPr lang="en-US" sz="2400" b="0" strike="noStrike" spc="-1" dirty="0">
                <a:solidFill>
                  <a:srgbClr val="000000"/>
                </a:solidFill>
                <a:latin typeface="Calibri"/>
              </a:rPr>
              <a:t>, the system rolls back all transactions in the undo-list. It performs rollback by scanning the log backward from the end.</a:t>
            </a:r>
            <a:endParaRPr lang="en-US" sz="2400" b="0" strike="noStrike" spc="-1" dirty="0">
              <a:solidFill>
                <a:srgbClr val="000000"/>
              </a:solidFill>
              <a:latin typeface="Arial"/>
            </a:endParaRPr>
          </a:p>
          <a:p>
            <a:pPr marL="686880" lvl="1" indent="-227160">
              <a:lnSpc>
                <a:spcPct val="90000"/>
              </a:lnSpc>
              <a:spcBef>
                <a:spcPts val="499"/>
              </a:spcBef>
              <a:buClr>
                <a:srgbClr val="000000"/>
              </a:buClr>
              <a:buFont typeface="Arial"/>
              <a:buChar char="•"/>
            </a:pPr>
            <a:r>
              <a:rPr lang="en-US" sz="2400" b="0" strike="noStrike" spc="-1" dirty="0">
                <a:solidFill>
                  <a:srgbClr val="000000"/>
                </a:solidFill>
                <a:latin typeface="Calibri"/>
              </a:rPr>
              <a:t>Whenever it finds a log record belonging to a transaction in the undo list, it performs undo actions just as if the log record had been found during the rollback of a failed transaction.</a:t>
            </a:r>
            <a:endParaRPr lang="en-US" sz="2400" b="0" strike="noStrike" spc="-1" dirty="0">
              <a:solidFill>
                <a:srgbClr val="000000"/>
              </a:solidFill>
              <a:latin typeface="Arial"/>
            </a:endParaRPr>
          </a:p>
        </p:txBody>
      </p:sp>
    </p:spTree>
    <p:extLst>
      <p:ext uri="{BB962C8B-B14F-4D97-AF65-F5344CB8AC3E}">
        <p14:creationId xmlns:p14="http://schemas.microsoft.com/office/powerpoint/2010/main" val="132116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6" name="Picture 4"/>
          <p:cNvPicPr/>
          <p:nvPr/>
        </p:nvPicPr>
        <p:blipFill>
          <a:blip r:embed="rId2"/>
          <a:stretch/>
        </p:blipFill>
        <p:spPr>
          <a:xfrm>
            <a:off x="1045080" y="572760"/>
            <a:ext cx="9707400" cy="5710320"/>
          </a:xfrm>
          <a:prstGeom prst="rect">
            <a:avLst/>
          </a:prstGeom>
          <a:ln w="0">
            <a:noFill/>
          </a:ln>
        </p:spPr>
      </p:pic>
    </p:spTree>
    <p:extLst>
      <p:ext uri="{BB962C8B-B14F-4D97-AF65-F5344CB8AC3E}">
        <p14:creationId xmlns:p14="http://schemas.microsoft.com/office/powerpoint/2010/main" val="3086483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46D9E-2E16-C779-FF72-2A7AE72054E7}"/>
              </a:ext>
            </a:extLst>
          </p:cNvPr>
          <p:cNvSpPr>
            <a:spLocks noGrp="1"/>
          </p:cNvSpPr>
          <p:nvPr>
            <p:ph type="title"/>
          </p:nvPr>
        </p:nvSpPr>
        <p:spPr/>
        <p:txBody>
          <a:bodyPr/>
          <a:lstStyle/>
          <a:p>
            <a:r>
              <a:rPr lang="en-US" sz="4400" b="1" strike="noStrike" spc="-1" dirty="0">
                <a:solidFill>
                  <a:srgbClr val="000000"/>
                </a:solidFill>
                <a:latin typeface="Calibri Light"/>
              </a:rPr>
              <a:t>Recovery Algorithm</a:t>
            </a:r>
            <a:endParaRPr lang="en-GB" dirty="0"/>
          </a:p>
        </p:txBody>
      </p:sp>
      <p:sp>
        <p:nvSpPr>
          <p:cNvPr id="5" name="Content Placeholder 4">
            <a:extLst>
              <a:ext uri="{FF2B5EF4-FFF2-40B4-BE49-F238E27FC236}">
                <a16:creationId xmlns:a16="http://schemas.microsoft.com/office/drawing/2014/main" id="{96B2F34B-250C-002D-E425-0786508DC4C0}"/>
              </a:ext>
            </a:extLst>
          </p:cNvPr>
          <p:cNvSpPr>
            <a:spLocks noGrp="1"/>
          </p:cNvSpPr>
          <p:nvPr>
            <p:ph/>
          </p:nvPr>
        </p:nvSpPr>
        <p:spPr>
          <a:xfrm>
            <a:off x="609480" y="1622715"/>
            <a:ext cx="10972440" cy="1144800"/>
          </a:xfrm>
        </p:spPr>
        <p:txBody>
          <a:bodyPr/>
          <a:lstStyle/>
          <a:p>
            <a:r>
              <a:rPr lang="en-GB" sz="2000" b="1" dirty="0"/>
              <a:t>Optimizing Commit Processing</a:t>
            </a:r>
          </a:p>
          <a:p>
            <a:endParaRPr lang="en-GB" sz="2000" b="1" dirty="0"/>
          </a:p>
          <a:p>
            <a:pPr marL="342900" indent="-342900">
              <a:buFont typeface="Arial" panose="020B0604020202020204" pitchFamily="34" charset="0"/>
              <a:buChar char="•"/>
            </a:pPr>
            <a:r>
              <a:rPr lang="en-GB" sz="2000" b="1" dirty="0"/>
              <a:t>	</a:t>
            </a:r>
            <a:r>
              <a:rPr lang="en-GB" sz="2000" dirty="0"/>
              <a:t>Commit Processing happens when a transaction is finalized or confirmed</a:t>
            </a:r>
          </a:p>
        </p:txBody>
      </p:sp>
    </p:spTree>
    <p:extLst>
      <p:ext uri="{BB962C8B-B14F-4D97-AF65-F5344CB8AC3E}">
        <p14:creationId xmlns:p14="http://schemas.microsoft.com/office/powerpoint/2010/main" val="1517979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Buffer Management</a:t>
            </a:r>
            <a:endParaRPr lang="en-US" sz="4400" b="0" strike="noStrike" spc="-1">
              <a:solidFill>
                <a:srgbClr val="000000"/>
              </a:solidFill>
              <a:latin typeface="Arial"/>
            </a:endParaRPr>
          </a:p>
        </p:txBody>
      </p:sp>
      <p:sp>
        <p:nvSpPr>
          <p:cNvPr id="188" name="PlaceHolder 2"/>
          <p:cNvSpPr>
            <a:spLocks noGrp="1"/>
          </p:cNvSpPr>
          <p:nvPr>
            <p:ph/>
          </p:nvPr>
        </p:nvSpPr>
        <p:spPr>
          <a:xfrm>
            <a:off x="838080" y="1825560"/>
            <a:ext cx="10513080" cy="4348800"/>
          </a:xfrm>
          <a:prstGeom prst="rect">
            <a:avLst/>
          </a:prstGeom>
          <a:noFill/>
          <a:ln w="0">
            <a:noFill/>
          </a:ln>
        </p:spPr>
        <p:txBody>
          <a:bodyPr lIns="90000" tIns="45000" rIns="90000" bIns="45000" anchor="t">
            <a:no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The buffer manager is the software layer that is responsible for bringing pages from physical disk to main memory as needed.</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 The buffer manages the available main memory by dividing the main memory into a collection of pages, which we called as buffer pool. </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 The main memory pages in the buffer pool are called frames.</a:t>
            </a:r>
            <a:endParaRPr lang="en-US" sz="2800" b="0" strike="noStrike" spc="-1">
              <a:solidFill>
                <a:srgbClr val="000000"/>
              </a:solidFill>
              <a:latin typeface="Arial"/>
            </a:endParaRPr>
          </a:p>
        </p:txBody>
      </p:sp>
      <p:pic>
        <p:nvPicPr>
          <p:cNvPr id="189" name="Picture 4"/>
          <p:cNvPicPr/>
          <p:nvPr/>
        </p:nvPicPr>
        <p:blipFill>
          <a:blip r:embed="rId2"/>
          <a:stretch/>
        </p:blipFill>
        <p:spPr>
          <a:xfrm>
            <a:off x="3189600" y="4173120"/>
            <a:ext cx="4921560" cy="2317320"/>
          </a:xfrm>
          <a:prstGeom prst="rect">
            <a:avLst/>
          </a:prstGeom>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Buffer Management</a:t>
            </a:r>
            <a:endParaRPr lang="en-US" sz="4400" b="0" strike="noStrike" spc="-1">
              <a:solidFill>
                <a:srgbClr val="000000"/>
              </a:solidFill>
              <a:latin typeface="Arial"/>
            </a:endParaRPr>
          </a:p>
        </p:txBody>
      </p:sp>
      <p:sp>
        <p:nvSpPr>
          <p:cNvPr id="191" name="PlaceHolder 2"/>
          <p:cNvSpPr>
            <a:spLocks noGrp="1"/>
          </p:cNvSpPr>
          <p:nvPr>
            <p:ph/>
          </p:nvPr>
        </p:nvSpPr>
        <p:spPr>
          <a:xfrm>
            <a:off x="838080" y="1825560"/>
            <a:ext cx="10513080" cy="4348800"/>
          </a:xfrm>
          <a:prstGeom prst="rect">
            <a:avLst/>
          </a:prstGeom>
          <a:noFill/>
          <a:ln w="0">
            <a:noFill/>
          </a:ln>
        </p:spPr>
        <p:txBody>
          <a:bodyPr lIns="90000" tIns="45000" rIns="90000" bIns="45000" anchor="t">
            <a:no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Data must be in RAM for DBMS to operate on it!</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Buffer manager hides the fact that not all data is in RAM.</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1" strike="noStrike" spc="-1">
                <a:solidFill>
                  <a:srgbClr val="000000"/>
                </a:solidFill>
                <a:latin typeface="Calibri"/>
              </a:rPr>
              <a:t>log records </a:t>
            </a:r>
            <a:r>
              <a:rPr lang="en-US" sz="2800" b="0" strike="noStrike" spc="-1">
                <a:solidFill>
                  <a:srgbClr val="000000"/>
                </a:solidFill>
                <a:latin typeface="Calibri"/>
              </a:rPr>
              <a:t>to a log buffer in main memory, where they stay temporarily until they are output to stable storage.</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1800" b="1" strike="noStrike" spc="-1">
                <a:solidFill>
                  <a:srgbClr val="000000"/>
                </a:solidFill>
                <a:latin typeface="HelveticaNeue-Bold"/>
              </a:rPr>
              <a:t>Database Buffering</a:t>
            </a:r>
            <a:endParaRPr lang="en-US" sz="18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1800" b="1" strike="noStrike" spc="-1">
                <a:solidFill>
                  <a:srgbClr val="000000"/>
                </a:solidFill>
                <a:latin typeface="HelveticaNeue-Bold"/>
              </a:rPr>
              <a:t>Operating System Role in Buffer Management</a:t>
            </a:r>
            <a:endParaRPr lang="en-US" sz="1800" b="0" strike="noStrike" spc="-1">
              <a:solidFill>
                <a:srgbClr val="000000"/>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a:solidFill>
                  <a:srgbClr val="000000"/>
                </a:solidFill>
                <a:latin typeface="Calibri Light"/>
              </a:rPr>
              <a:t>Failure with Loss of Nonvolatile Storage</a:t>
            </a:r>
            <a:endParaRPr lang="en-US" sz="4400" b="0" strike="noStrike" spc="-1">
              <a:solidFill>
                <a:srgbClr val="000000"/>
              </a:solidFill>
              <a:latin typeface="Arial"/>
            </a:endParaRPr>
          </a:p>
        </p:txBody>
      </p:sp>
      <p:sp>
        <p:nvSpPr>
          <p:cNvPr id="193" name="PlaceHolder 2"/>
          <p:cNvSpPr>
            <a:spLocks noGrp="1"/>
          </p:cNvSpPr>
          <p:nvPr>
            <p:ph/>
          </p:nvPr>
        </p:nvSpPr>
        <p:spPr>
          <a:xfrm>
            <a:off x="838080" y="1825560"/>
            <a:ext cx="10513080" cy="4348800"/>
          </a:xfrm>
          <a:prstGeom prst="rect">
            <a:avLst/>
          </a:prstGeom>
          <a:noFill/>
          <a:ln w="0">
            <a:noFill/>
          </a:ln>
        </p:spPr>
        <p:txBody>
          <a:bodyPr lIns="90000" tIns="45000" rIns="90000" bIns="45000" anchor="t">
            <a:norm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One approach to database </a:t>
            </a:r>
            <a:r>
              <a:rPr lang="en-US" sz="2800" b="1" strike="noStrike" spc="-1">
                <a:solidFill>
                  <a:srgbClr val="000000"/>
                </a:solidFill>
                <a:latin typeface="Calibri"/>
              </a:rPr>
              <a:t>dumping</a:t>
            </a:r>
            <a:r>
              <a:rPr lang="en-US" sz="2800" b="0" strike="noStrike" spc="-1">
                <a:solidFill>
                  <a:srgbClr val="000000"/>
                </a:solidFill>
                <a:latin typeface="Calibri"/>
              </a:rPr>
              <a:t> requires that no transaction may be active during the dump procedure, and uses a procedure similar to checkpointing:</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1. Output all log records currently residing in main memory onto stable storage.</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2. Output all buffer blocks onto the disk.</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3. Copy the contents of the database to stable storage.</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4. Output a log record &lt;dump&gt; onto the stable storage.</a:t>
            </a:r>
            <a:endParaRPr lang="en-US" sz="2400" b="0" strike="noStrike" spc="-1">
              <a:solidFill>
                <a:srgbClr val="000000"/>
              </a:solidFill>
              <a:latin typeface="Arial"/>
            </a:endParaRPr>
          </a:p>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Most database systems also support an </a:t>
            </a:r>
            <a:r>
              <a:rPr lang="en-US" sz="2800" b="1" strike="noStrike" spc="-1">
                <a:solidFill>
                  <a:srgbClr val="000000"/>
                </a:solidFill>
                <a:latin typeface="Calibri"/>
              </a:rPr>
              <a:t>SQL dump</a:t>
            </a:r>
            <a:r>
              <a:rPr lang="en-US" sz="2800" b="0" strike="noStrike" spc="-1">
                <a:solidFill>
                  <a:srgbClr val="000000"/>
                </a:solidFill>
                <a:latin typeface="Calibri"/>
              </a:rPr>
              <a:t>, which writes out SQL DDL statements</a:t>
            </a:r>
            <a:endParaRPr lang="en-US" sz="2800" b="0" strike="noStrike" spc="-1">
              <a:solidFill>
                <a:srgbClr val="000000"/>
              </a:solidFill>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609480" y="273600"/>
            <a:ext cx="10971720" cy="114408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0" strike="noStrike" spc="-1">
                <a:solidFill>
                  <a:srgbClr val="000000"/>
                </a:solidFill>
                <a:latin typeface="Arial"/>
              </a:rPr>
              <a:t>Remote backup systems</a:t>
            </a:r>
          </a:p>
        </p:txBody>
      </p:sp>
      <p:sp>
        <p:nvSpPr>
          <p:cNvPr id="195" name="PlaceHolder 2"/>
          <p:cNvSpPr>
            <a:spLocks noGrp="1"/>
          </p:cNvSpPr>
          <p:nvPr>
            <p:ph/>
          </p:nvPr>
        </p:nvSpPr>
        <p:spPr>
          <a:xfrm>
            <a:off x="609480" y="1604520"/>
            <a:ext cx="10971720" cy="3976560"/>
          </a:xfrm>
          <a:prstGeom prst="rect">
            <a:avLst/>
          </a:prstGeom>
          <a:noFill/>
          <a:ln w="0">
            <a:noFill/>
          </a:ln>
        </p:spPr>
        <p:txBody>
          <a:bodyPr lIns="0" tIns="0" rIns="0" bIns="0" anchor="t">
            <a:normAutofit/>
          </a:bodyPr>
          <a:lstStyle/>
          <a:p>
            <a:pPr marL="432000" indent="-324000">
              <a:lnSpc>
                <a:spcPct val="100000"/>
              </a:lnSpc>
              <a:buClr>
                <a:srgbClr val="000000"/>
              </a:buClr>
              <a:buFont typeface="Wingdings" charset="2"/>
              <a:buChar char=""/>
            </a:pPr>
            <a:r>
              <a:rPr lang="en-US" sz="1800" b="0" strike="noStrike" spc="-1">
                <a:solidFill>
                  <a:srgbClr val="000000"/>
                </a:solidFill>
                <a:latin typeface="Arial"/>
              </a:rPr>
              <a:t>Several issues must be addressed in designing a remote backup system:</a:t>
            </a:r>
          </a:p>
          <a:p>
            <a:pPr marL="432000" indent="-324000">
              <a:lnSpc>
                <a:spcPct val="100000"/>
              </a:lnSpc>
              <a:buClr>
                <a:srgbClr val="000000"/>
              </a:buClr>
              <a:buFont typeface="Wingdings" charset="2"/>
              <a:buChar char=""/>
            </a:pPr>
            <a:r>
              <a:rPr lang="en-US" sz="1800" b="0" strike="noStrike" spc="-1">
                <a:solidFill>
                  <a:srgbClr val="000000"/>
                </a:solidFill>
                <a:latin typeface="Arial"/>
              </a:rPr>
              <a:t>See text books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838080" y="365040"/>
            <a:ext cx="10513080" cy="13230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1" strike="noStrike" spc="-1" dirty="0">
                <a:solidFill>
                  <a:srgbClr val="000000"/>
                </a:solidFill>
                <a:latin typeface="Calibri Light"/>
              </a:rPr>
              <a:t>Early Lock Release and Logical Undo Operations</a:t>
            </a:r>
            <a:endParaRPr lang="en-US" sz="4400" b="0" strike="noStrike" spc="-1" dirty="0">
              <a:solidFill>
                <a:srgbClr val="000000"/>
              </a:solidFill>
              <a:latin typeface="Arial"/>
            </a:endParaRPr>
          </a:p>
        </p:txBody>
      </p:sp>
      <p:sp>
        <p:nvSpPr>
          <p:cNvPr id="197" name="PlaceHolder 2"/>
          <p:cNvSpPr>
            <a:spLocks noGrp="1"/>
          </p:cNvSpPr>
          <p:nvPr>
            <p:ph/>
          </p:nvPr>
        </p:nvSpPr>
        <p:spPr>
          <a:xfrm>
            <a:off x="838080" y="1825560"/>
            <a:ext cx="10513080" cy="4348800"/>
          </a:xfrm>
          <a:prstGeom prst="rect">
            <a:avLst/>
          </a:prstGeom>
          <a:noFill/>
          <a:ln w="0">
            <a:noFill/>
          </a:ln>
        </p:spPr>
        <p:txBody>
          <a:bodyPr lIns="90000" tIns="45000" rIns="90000" bIns="45000" anchor="t">
            <a:noAutofit/>
          </a:bodyPr>
          <a:lstStyle/>
          <a:p>
            <a:pPr marL="228600" indent="-228600">
              <a:lnSpc>
                <a:spcPct val="90000"/>
              </a:lnSpc>
              <a:spcBef>
                <a:spcPts val="1001"/>
              </a:spcBef>
              <a:buClr>
                <a:srgbClr val="000000"/>
              </a:buClr>
              <a:buFont typeface="Arial"/>
              <a:buChar char="•"/>
            </a:pPr>
            <a:r>
              <a:rPr lang="en-US" sz="2800" b="1" strike="noStrike" spc="-1" dirty="0">
                <a:solidFill>
                  <a:srgbClr val="000000"/>
                </a:solidFill>
                <a:latin typeface="Calibri"/>
              </a:rPr>
              <a:t>Logical Undo Log Records</a:t>
            </a:r>
            <a:endParaRPr lang="en-US" sz="2800" b="0" strike="noStrike" spc="-1" dirty="0">
              <a:solidFill>
                <a:srgbClr val="000000"/>
              </a:solidFill>
              <a:latin typeface="Arial"/>
            </a:endParaRPr>
          </a:p>
          <a:p>
            <a:pPr marL="864000" lvl="1" indent="-324000">
              <a:lnSpc>
                <a:spcPct val="90000"/>
              </a:lnSpc>
              <a:spcBef>
                <a:spcPts val="1134"/>
              </a:spcBef>
              <a:buClr>
                <a:srgbClr val="000000"/>
              </a:buClr>
              <a:buSzPct val="75000"/>
              <a:buFont typeface="Symbol" charset="2"/>
              <a:buChar char=""/>
            </a:pPr>
            <a:r>
              <a:rPr lang="en-US" sz="1600" b="0" strike="noStrike" spc="-1" dirty="0">
                <a:solidFill>
                  <a:srgbClr val="000000"/>
                </a:solidFill>
                <a:latin typeface="Times New Roman"/>
              </a:rPr>
              <a:t>Logging of information about op-</a:t>
            </a:r>
            <a:r>
              <a:rPr lang="en-US" sz="1600" b="0" strike="noStrike" spc="-1" dirty="0" err="1">
                <a:solidFill>
                  <a:srgbClr val="000000"/>
                </a:solidFill>
                <a:latin typeface="Times New Roman"/>
              </a:rPr>
              <a:t>erations</a:t>
            </a:r>
            <a:r>
              <a:rPr lang="en-US" sz="1600" b="0" strike="noStrike" spc="-1" dirty="0">
                <a:solidFill>
                  <a:srgbClr val="000000"/>
                </a:solidFill>
                <a:latin typeface="Times New Roman"/>
              </a:rPr>
              <a:t> is called logical logging.</a:t>
            </a:r>
            <a:endParaRPr lang="en-US" sz="1600" b="0" strike="noStrike" spc="-1" dirty="0">
              <a:solidFill>
                <a:srgbClr val="000000"/>
              </a:solidFill>
              <a:latin typeface="Arial"/>
            </a:endParaRPr>
          </a:p>
          <a:p>
            <a:pPr marL="864000" lvl="1" indent="-324000">
              <a:lnSpc>
                <a:spcPct val="90000"/>
              </a:lnSpc>
              <a:spcBef>
                <a:spcPts val="1134"/>
              </a:spcBef>
              <a:buClr>
                <a:srgbClr val="000000"/>
              </a:buClr>
              <a:buSzPct val="75000"/>
              <a:buFont typeface="Symbol" charset="2"/>
              <a:buChar char=""/>
            </a:pPr>
            <a:r>
              <a:rPr lang="en-US" sz="1600" b="1" strike="noStrike" spc="-1" dirty="0">
                <a:solidFill>
                  <a:srgbClr val="000000"/>
                </a:solidFill>
                <a:latin typeface="Times New Roman"/>
              </a:rPr>
              <a:t> </a:t>
            </a:r>
            <a:r>
              <a:rPr lang="en-US" sz="1600" b="0" strike="noStrike" spc="-1" dirty="0">
                <a:solidFill>
                  <a:srgbClr val="000000"/>
                </a:solidFill>
                <a:latin typeface="Times New Roman"/>
              </a:rPr>
              <a:t>In contrast, logging of old-value and new-value </a:t>
            </a:r>
            <a:r>
              <a:rPr lang="en-US" sz="1600" b="0" strike="noStrike" spc="-1" dirty="0" err="1">
                <a:solidFill>
                  <a:srgbClr val="000000"/>
                </a:solidFill>
                <a:latin typeface="Times New Roman"/>
              </a:rPr>
              <a:t>infor-mation</a:t>
            </a:r>
            <a:r>
              <a:rPr lang="en-US" sz="1600" b="0" strike="noStrike" spc="-1" dirty="0">
                <a:solidFill>
                  <a:srgbClr val="000000"/>
                </a:solidFill>
                <a:latin typeface="Times New Roman"/>
              </a:rPr>
              <a:t> is called physical logging, and the corresponding log records are called physical log records.</a:t>
            </a:r>
            <a:endParaRPr lang="en-US" sz="1600" b="0" strike="noStrike" spc="-1" dirty="0">
              <a:solidFill>
                <a:srgbClr val="000000"/>
              </a:solidFill>
              <a:latin typeface="Arial"/>
            </a:endParaRPr>
          </a:p>
          <a:p>
            <a:pPr marL="228600" indent="-228600">
              <a:lnSpc>
                <a:spcPct val="90000"/>
              </a:lnSpc>
              <a:spcBef>
                <a:spcPts val="1001"/>
              </a:spcBef>
              <a:buClr>
                <a:srgbClr val="000000"/>
              </a:buClr>
              <a:buFont typeface="Arial"/>
              <a:buChar char="•"/>
            </a:pPr>
            <a:r>
              <a:rPr lang="en-US" sz="2800" b="1" strike="noStrike" spc="-1" dirty="0">
                <a:solidFill>
                  <a:srgbClr val="000000"/>
                </a:solidFill>
                <a:latin typeface="Calibri"/>
              </a:rPr>
              <a:t>Transaction Rollback With Logical Undo</a:t>
            </a:r>
            <a:endParaRPr lang="en-US" sz="2800" b="0" strike="noStrike" spc="-1" dirty="0">
              <a:solidFill>
                <a:srgbClr val="000000"/>
              </a:solidFill>
              <a:latin typeface="Arial"/>
            </a:endParaRPr>
          </a:p>
          <a:p>
            <a:pPr marL="864000" lvl="1" indent="0">
              <a:lnSpc>
                <a:spcPct val="90000"/>
              </a:lnSpc>
              <a:spcBef>
                <a:spcPts val="1134"/>
              </a:spcBef>
              <a:buNone/>
            </a:pPr>
            <a:r>
              <a:rPr lang="en-US" sz="2800" b="1" strike="noStrike" spc="-1" dirty="0">
                <a:solidFill>
                  <a:srgbClr val="000000"/>
                </a:solidFill>
                <a:latin typeface="Calibri"/>
              </a:rPr>
              <a:t> </a:t>
            </a:r>
            <a:endParaRPr lang="en-US" sz="2800" b="0" strike="noStrike" spc="-1" dirty="0">
              <a:solidFill>
                <a:srgbClr val="000000"/>
              </a:solidFill>
              <a:latin typeface="Arial"/>
            </a:endParaRPr>
          </a:p>
          <a:p>
            <a:pPr marL="228600" indent="-228600">
              <a:lnSpc>
                <a:spcPct val="90000"/>
              </a:lnSpc>
              <a:spcBef>
                <a:spcPts val="1001"/>
              </a:spcBef>
              <a:buClr>
                <a:srgbClr val="000000"/>
              </a:buClr>
              <a:buFont typeface="Arial"/>
              <a:buChar char="•"/>
            </a:pPr>
            <a:r>
              <a:rPr lang="en-US" sz="1600" b="1" strike="noStrike" spc="-1" dirty="0">
                <a:solidFill>
                  <a:srgbClr val="000000"/>
                </a:solidFill>
                <a:latin typeface="Times New Roman"/>
              </a:rPr>
              <a:t>Logical Operations</a:t>
            </a:r>
            <a:endParaRPr lang="en-US" sz="1600" b="1" strike="noStrike" spc="-1" dirty="0">
              <a:solidFill>
                <a:srgbClr val="000000"/>
              </a:solidFill>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 name="Picture 7"/>
          <p:cNvPicPr/>
          <p:nvPr/>
        </p:nvPicPr>
        <p:blipFill>
          <a:blip r:embed="rId2"/>
          <a:stretch/>
        </p:blipFill>
        <p:spPr>
          <a:xfrm>
            <a:off x="1633680" y="405720"/>
            <a:ext cx="8669160" cy="6044040"/>
          </a:xfrm>
          <a:prstGeom prst="rect">
            <a:avLst/>
          </a:prstGeom>
          <a:ln w="0">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9" name="Picture 2"/>
          <p:cNvPicPr/>
          <p:nvPr/>
        </p:nvPicPr>
        <p:blipFill>
          <a:blip r:embed="rId2"/>
          <a:stretch/>
        </p:blipFill>
        <p:spPr>
          <a:xfrm>
            <a:off x="2302560" y="396720"/>
            <a:ext cx="7584480" cy="6062400"/>
          </a:xfrm>
          <a:prstGeom prst="rect">
            <a:avLst/>
          </a:prstGeom>
          <a:ln w="0">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609480" y="221040"/>
            <a:ext cx="10972440" cy="1250280"/>
          </a:xfrm>
          <a:prstGeom prst="rect">
            <a:avLst/>
          </a:prstGeom>
          <a:noFill/>
          <a:ln w="0">
            <a:noFill/>
          </a:ln>
        </p:spPr>
        <p:txBody>
          <a:bodyPr lIns="0" tIns="0" rIns="0" bIns="0" anchor="ctr">
            <a:noAutofit/>
          </a:bodyPr>
          <a:lstStyle/>
          <a:p>
            <a:pPr indent="0" algn="ctr">
              <a:buNone/>
            </a:pPr>
            <a:r>
              <a:rPr lang="en-US" sz="4400" b="0" strike="noStrike" spc="-1" dirty="0">
                <a:solidFill>
                  <a:srgbClr val="000000"/>
                </a:solidFill>
                <a:latin typeface="Arial"/>
              </a:rPr>
              <a:t>Algorithms for Recovery and Isolation Exploiting Semantics</a:t>
            </a:r>
          </a:p>
        </p:txBody>
      </p:sp>
      <p:sp>
        <p:nvSpPr>
          <p:cNvPr id="201" name="PlaceHolder 2"/>
          <p:cNvSpPr>
            <a:spLocks noGrp="1"/>
          </p:cNvSpPr>
          <p:nvPr>
            <p:ph/>
          </p:nvPr>
        </p:nvSpPr>
        <p:spPr>
          <a:xfrm>
            <a:off x="609480" y="1604520"/>
            <a:ext cx="10972440" cy="3977280"/>
          </a:xfrm>
          <a:prstGeom prst="rect">
            <a:avLst/>
          </a:prstGeom>
          <a:noFill/>
          <a:ln w="0">
            <a:noFill/>
          </a:ln>
        </p:spPr>
        <p:txBody>
          <a:bodyPr lIns="0" tIns="0" rIns="0" bIns="0" anchor="t">
            <a:normAutofit fontScale="86500" lnSpcReduction="20000"/>
          </a:bodyPr>
          <a:lstStyle/>
          <a:p>
            <a:pPr marL="341280" indent="-255960">
              <a:spcBef>
                <a:spcPts val="1417"/>
              </a:spcBef>
              <a:buClr>
                <a:srgbClr val="000000"/>
              </a:buClr>
              <a:buSzPct val="45000"/>
              <a:buFont typeface="Wingdings" charset="2"/>
              <a:buChar char=""/>
            </a:pPr>
            <a:r>
              <a:rPr lang="en-US" sz="3200" b="0" strike="noStrike" spc="-1" dirty="0">
                <a:solidFill>
                  <a:srgbClr val="000000"/>
                </a:solidFill>
                <a:latin typeface="Arial"/>
              </a:rPr>
              <a:t>The state of the art in recovery methods is best illustrated by the ARIES recovery method.</a:t>
            </a:r>
          </a:p>
          <a:p>
            <a:pPr marL="341280" indent="-255960">
              <a:spcBef>
                <a:spcPts val="1417"/>
              </a:spcBef>
              <a:buClr>
                <a:srgbClr val="000000"/>
              </a:buClr>
              <a:buSzPct val="45000"/>
              <a:buFont typeface="Wingdings" charset="2"/>
              <a:buChar char=""/>
            </a:pPr>
            <a:r>
              <a:rPr lang="en-US" sz="3200" b="0" strike="noStrike" spc="-1" dirty="0">
                <a:solidFill>
                  <a:srgbClr val="000000"/>
                </a:solidFill>
                <a:latin typeface="Arial"/>
              </a:rPr>
              <a:t>ARIES recovers from a system crash in three passes.</a:t>
            </a:r>
          </a:p>
          <a:p>
            <a:pPr marL="682560" lvl="1" indent="0">
              <a:spcBef>
                <a:spcPts val="1134"/>
              </a:spcBef>
              <a:buNone/>
            </a:pPr>
            <a:r>
              <a:rPr lang="en-US" sz="2800" b="0" strike="noStrike" spc="-1" dirty="0">
                <a:solidFill>
                  <a:srgbClr val="000000"/>
                </a:solidFill>
                <a:latin typeface="Arial"/>
              </a:rPr>
              <a:t>• Analysis pass: This pass determines which transactions to undo, which pages were dirty at the time of the crash, and the LSN from which the redo pass should start.</a:t>
            </a:r>
          </a:p>
          <a:p>
            <a:pPr marL="682560" lvl="1" indent="0">
              <a:spcBef>
                <a:spcPts val="1134"/>
              </a:spcBef>
              <a:buNone/>
            </a:pPr>
            <a:r>
              <a:rPr lang="en-US" sz="2800" b="0" strike="noStrike" spc="-1" dirty="0">
                <a:solidFill>
                  <a:srgbClr val="000000"/>
                </a:solidFill>
                <a:latin typeface="Arial"/>
              </a:rPr>
              <a:t>• Redo pass: This pass starts from a position determined during analysis and per-forms a redo, repeating history, to bring the database to a state it was in before the crash.</a:t>
            </a:r>
          </a:p>
          <a:p>
            <a:pPr marL="682560" lvl="1" indent="0">
              <a:spcBef>
                <a:spcPts val="1134"/>
              </a:spcBef>
              <a:buNone/>
            </a:pPr>
            <a:r>
              <a:rPr lang="en-US" sz="2800" b="0" strike="noStrike" spc="-1" dirty="0">
                <a:solidFill>
                  <a:srgbClr val="000000"/>
                </a:solidFill>
                <a:latin typeface="Arial"/>
              </a:rPr>
              <a:t>• Undo pass: This pass rolls back all transactions that were incomplete at the time of crash.</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588</TotalTime>
  <Words>2047</Words>
  <Application>Microsoft Office PowerPoint</Application>
  <PresentationFormat>Widescreen</PresentationFormat>
  <Paragraphs>153</Paragraphs>
  <Slides>31</Slides>
  <Notes>5</Notes>
  <HiddenSlides>0</HiddenSlides>
  <MMClips>0</MMClips>
  <ScaleCrop>false</ScaleCrop>
  <HeadingPairs>
    <vt:vector size="4" baseType="variant">
      <vt:variant>
        <vt:lpstr>Theme</vt:lpstr>
      </vt:variant>
      <vt:variant>
        <vt:i4>4</vt:i4>
      </vt:variant>
      <vt:variant>
        <vt:lpstr>Slide Titles</vt:lpstr>
      </vt:variant>
      <vt:variant>
        <vt:i4>31</vt:i4>
      </vt:variant>
    </vt:vector>
  </HeadingPairs>
  <TitlesOfParts>
    <vt:vector size="35" baseType="lpstr">
      <vt:lpstr>Office Theme</vt:lpstr>
      <vt:lpstr>Office Theme</vt:lpstr>
      <vt:lpstr>Office Theme</vt:lpstr>
      <vt:lpstr>Office Theme</vt:lpstr>
      <vt:lpstr>Crash Recovery</vt:lpstr>
      <vt:lpstr>Recovery System</vt:lpstr>
      <vt:lpstr>Failure Classification</vt:lpstr>
      <vt:lpstr>Failure Classification</vt:lpstr>
      <vt:lpstr>Failure Classification</vt:lpstr>
      <vt:lpstr>Storage</vt:lpstr>
      <vt:lpstr>Storage</vt:lpstr>
      <vt:lpstr>Storage</vt:lpstr>
      <vt:lpstr>PowerPoint Presentation</vt:lpstr>
      <vt:lpstr>Recovery and Atomicity</vt:lpstr>
      <vt:lpstr>Recovery and Atomicity</vt:lpstr>
      <vt:lpstr>PowerPoint Presentation</vt:lpstr>
      <vt:lpstr>Recovery and Atomicity</vt:lpstr>
      <vt:lpstr>Recovery and Atomicity</vt:lpstr>
      <vt:lpstr>Shadow Paging</vt:lpstr>
      <vt:lpstr>Key Components of Shadow Paging:</vt:lpstr>
      <vt:lpstr>PowerPoint Presentation</vt:lpstr>
      <vt:lpstr>Shadow Paging process/steps</vt:lpstr>
      <vt:lpstr>Recovery Algorithm</vt:lpstr>
      <vt:lpstr>Recovery Algorithm</vt:lpstr>
      <vt:lpstr>Recovery Algorithm</vt:lpstr>
      <vt:lpstr>PowerPoint Presentation</vt:lpstr>
      <vt:lpstr>Recovery Algorithm</vt:lpstr>
      <vt:lpstr>Buffer Management</vt:lpstr>
      <vt:lpstr>Buffer Management</vt:lpstr>
      <vt:lpstr>Failure with Loss of Nonvolatile Storage</vt:lpstr>
      <vt:lpstr>Remote backup systems</vt:lpstr>
      <vt:lpstr>Early Lock Release and Logical Undo Operations</vt:lpstr>
      <vt:lpstr>PowerPoint Presentation</vt:lpstr>
      <vt:lpstr>PowerPoint Presentation</vt:lpstr>
      <vt:lpstr>Algorithms for Recovery and Isolation Exploiting Semantics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Recovery System</dc:title>
  <dc:subject/>
  <dc:creator>shiva pathak</dc:creator>
  <dc:description/>
  <cp:lastModifiedBy>shiva pathak</cp:lastModifiedBy>
  <cp:revision>76</cp:revision>
  <dcterms:created xsi:type="dcterms:W3CDTF">2023-07-02T13:45:20Z</dcterms:created>
  <dcterms:modified xsi:type="dcterms:W3CDTF">2026-02-14T15:26:34Z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vt:i4>
  </property>
  <property fmtid="{D5CDD505-2E9C-101B-9397-08002B2CF9AE}" pid="3" name="PresentationFormat">
    <vt:lpwstr>Widescreen</vt:lpwstr>
  </property>
  <property fmtid="{D5CDD505-2E9C-101B-9397-08002B2CF9AE}" pid="4" name="Slides">
    <vt:i4>24</vt:i4>
  </property>
</Properties>
</file>